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15"/>
  </p:notesMasterIdLst>
  <p:sldIdLst>
    <p:sldId id="256" r:id="rId5"/>
    <p:sldId id="2147477576" r:id="rId6"/>
    <p:sldId id="2147477577" r:id="rId7"/>
    <p:sldId id="2147477578" r:id="rId8"/>
    <p:sldId id="2147477580" r:id="rId9"/>
    <p:sldId id="2147477584" r:id="rId10"/>
    <p:sldId id="2147477581" r:id="rId11"/>
    <p:sldId id="2147477585" r:id="rId12"/>
    <p:sldId id="2147477579" r:id="rId13"/>
    <p:sldId id="2147477586" r:id="rId14"/>
  </p:sldIdLst>
  <p:sldSz cx="12192000" cy="6858000"/>
  <p:notesSz cx="6858000" cy="9144000"/>
  <p:defaultTextStyle>
    <a:defPPr>
      <a:defRPr lang="en-US"/>
    </a:defPPr>
    <a:lvl1pPr algn="l" defTabSz="609559" rtl="0" fontAlgn="base">
      <a:spcBef>
        <a:spcPct val="0"/>
      </a:spcBef>
      <a:spcAft>
        <a:spcPct val="0"/>
      </a:spcAft>
      <a:defRPr kern="1200">
        <a:solidFill>
          <a:schemeClr val="tx1"/>
        </a:solidFill>
        <a:latin typeface="Arial" charset="0"/>
        <a:ea typeface="ＭＳ Ｐゴシック" charset="0"/>
        <a:cs typeface="ＭＳ Ｐゴシック" charset="0"/>
      </a:defRPr>
    </a:lvl1pPr>
    <a:lvl2pPr marL="609559" algn="l" defTabSz="609559"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1219119" algn="l" defTabSz="609559"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828678" algn="l" defTabSz="609559"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2438238" algn="l" defTabSz="609559"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3047797" algn="l" defTabSz="609559" rtl="0" eaLnBrk="1" latinLnBrk="0" hangingPunct="1">
      <a:defRPr kern="1200">
        <a:solidFill>
          <a:schemeClr val="tx1"/>
        </a:solidFill>
        <a:latin typeface="Arial" charset="0"/>
        <a:ea typeface="ＭＳ Ｐゴシック" charset="0"/>
        <a:cs typeface="ＭＳ Ｐゴシック" charset="0"/>
      </a:defRPr>
    </a:lvl6pPr>
    <a:lvl7pPr marL="3657357" algn="l" defTabSz="609559" rtl="0" eaLnBrk="1" latinLnBrk="0" hangingPunct="1">
      <a:defRPr kern="1200">
        <a:solidFill>
          <a:schemeClr val="tx1"/>
        </a:solidFill>
        <a:latin typeface="Arial" charset="0"/>
        <a:ea typeface="ＭＳ Ｐゴシック" charset="0"/>
        <a:cs typeface="ＭＳ Ｐゴシック" charset="0"/>
      </a:defRPr>
    </a:lvl7pPr>
    <a:lvl8pPr marL="4266915" algn="l" defTabSz="609559" rtl="0" eaLnBrk="1" latinLnBrk="0" hangingPunct="1">
      <a:defRPr kern="1200">
        <a:solidFill>
          <a:schemeClr val="tx1"/>
        </a:solidFill>
        <a:latin typeface="Arial" charset="0"/>
        <a:ea typeface="ＭＳ Ｐゴシック" charset="0"/>
        <a:cs typeface="ＭＳ Ｐゴシック" charset="0"/>
      </a:defRPr>
    </a:lvl8pPr>
    <a:lvl9pPr marL="4876475" algn="l" defTabSz="609559" rtl="0" eaLnBrk="1" latinLnBrk="0" hangingPunct="1">
      <a:defRPr kern="1200">
        <a:solidFill>
          <a:schemeClr val="tx1"/>
        </a:solidFill>
        <a:latin typeface="Arial" charset="0"/>
        <a:ea typeface="ＭＳ Ｐゴシック" charset="0"/>
        <a:cs typeface="ＭＳ Ｐゴシック" charset="0"/>
      </a:defRPr>
    </a:lvl9pPr>
  </p:defaultTextStyle>
  <p:modifyVerifier cryptProviderType="rsaAES" cryptAlgorithmClass="hash" cryptAlgorithmType="typeAny" cryptAlgorithmSid="14" spinCount="100000" saltData="RZ9sEnEQdp9l93ldHWXfPg==" hashData="HxjUvSqdzh5ZMl7KcIDgm6GiZvEQGAobZoCi2j0kdYtRWUI5/iCzZ7+dBzVN0Gy1mHodAcvmGcGF+3WOnthAkg=="/>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1" d="100"/>
          <a:sy n="81" d="100"/>
        </p:scale>
        <p:origin x="450" y="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26A31FF-2075-4A51-9692-197795945BDC}" type="datetimeFigureOut">
              <a:rPr lang="en-GB" smtClean="0"/>
              <a:t>11/08/2026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C533467-49C1-441D-9282-152B4261CA09}" type="slidenum">
              <a:rPr lang="en-GB" smtClean="0"/>
              <a:t>‹#›</a:t>
            </a:fld>
            <a:endParaRPr lang="en-GB"/>
          </a:p>
        </p:txBody>
      </p:sp>
    </p:spTree>
    <p:extLst>
      <p:ext uri="{BB962C8B-B14F-4D97-AF65-F5344CB8AC3E}">
        <p14:creationId xmlns:p14="http://schemas.microsoft.com/office/powerpoint/2010/main" val="42691825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0DC76D21-5340-483A-959E-614A6FDF85EB}" type="slidenum">
              <a:rPr lang="en-GB" smtClean="0"/>
              <a:t>3</a:t>
            </a:fld>
            <a:endParaRPr lang="en-GB"/>
          </a:p>
        </p:txBody>
      </p:sp>
    </p:spTree>
    <p:extLst>
      <p:ext uri="{BB962C8B-B14F-4D97-AF65-F5344CB8AC3E}">
        <p14:creationId xmlns:p14="http://schemas.microsoft.com/office/powerpoint/2010/main" val="25688190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C533467-49C1-441D-9282-152B4261CA09}" type="slidenum">
              <a:rPr lang="en-GB" smtClean="0"/>
              <a:t>7</a:t>
            </a:fld>
            <a:endParaRPr lang="en-GB"/>
          </a:p>
        </p:txBody>
      </p:sp>
    </p:spTree>
    <p:extLst>
      <p:ext uri="{BB962C8B-B14F-4D97-AF65-F5344CB8AC3E}">
        <p14:creationId xmlns:p14="http://schemas.microsoft.com/office/powerpoint/2010/main" val="241236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C533467-49C1-441D-9282-152B4261CA09}" type="slidenum">
              <a:rPr lang="en-GB" smtClean="0"/>
              <a:t>9</a:t>
            </a:fld>
            <a:endParaRPr lang="en-GB"/>
          </a:p>
        </p:txBody>
      </p:sp>
    </p:spTree>
    <p:extLst>
      <p:ext uri="{BB962C8B-B14F-4D97-AF65-F5344CB8AC3E}">
        <p14:creationId xmlns:p14="http://schemas.microsoft.com/office/powerpoint/2010/main" val="17157841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14.sv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Midnight">
    <p:spTree>
      <p:nvGrpSpPr>
        <p:cNvPr id="1" name=""/>
        <p:cNvGrpSpPr/>
        <p:nvPr/>
      </p:nvGrpSpPr>
      <p:grpSpPr>
        <a:xfrm>
          <a:off x="0" y="0"/>
          <a:ext cx="0" cy="0"/>
          <a:chOff x="0" y="0"/>
          <a:chExt cx="0" cy="0"/>
        </a:xfrm>
      </p:grpSpPr>
      <p:pic>
        <p:nvPicPr>
          <p:cNvPr id="25" name="Picture 7">
            <a:extLst>
              <a:ext uri="{FF2B5EF4-FFF2-40B4-BE49-F238E27FC236}">
                <a16:creationId xmlns:a16="http://schemas.microsoft.com/office/drawing/2014/main" id="{C5A29C15-48D7-6644-9164-6F819B3D7D84}"/>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10868042" y="431800"/>
            <a:ext cx="714359" cy="375341"/>
          </a:xfrm>
          <a:prstGeom prst="rect">
            <a:avLst/>
          </a:prstGeom>
        </p:spPr>
      </p:pic>
      <p:sp>
        <p:nvSpPr>
          <p:cNvPr id="7" name="Title 1">
            <a:extLst>
              <a:ext uri="{FF2B5EF4-FFF2-40B4-BE49-F238E27FC236}">
                <a16:creationId xmlns:a16="http://schemas.microsoft.com/office/drawing/2014/main" id="{FB1806B9-59E1-8EE1-4B4C-90B4D0E1F8B6}"/>
              </a:ext>
            </a:extLst>
          </p:cNvPr>
          <p:cNvSpPr>
            <a:spLocks noGrp="1"/>
          </p:cNvSpPr>
          <p:nvPr>
            <p:ph type="ctrTitle" hasCustomPrompt="1"/>
          </p:nvPr>
        </p:nvSpPr>
        <p:spPr>
          <a:xfrm>
            <a:off x="609600" y="3200817"/>
            <a:ext cx="10972800" cy="1504200"/>
          </a:xfrm>
          <a:prstGeom prst="rect">
            <a:avLst/>
          </a:prstGeom>
        </p:spPr>
        <p:txBody>
          <a:bodyPr lIns="0" tIns="0" rIns="0" bIns="0" anchor="b" anchorCtr="0"/>
          <a:lstStyle>
            <a:lvl1pPr marL="0" indent="0" algn="r">
              <a:lnSpc>
                <a:spcPct val="90000"/>
              </a:lnSpc>
              <a:buFont typeface="Arial" panose="020B0604020202020204" pitchFamily="34" charset="0"/>
              <a:buNone/>
              <a:defRPr sz="5400" b="0" i="0" spc="0" baseline="0">
                <a:solidFill>
                  <a:schemeClr val="bg1"/>
                </a:solidFill>
                <a:latin typeface="CiscoSansTT ExtraLight" panose="020B0303020201020303" pitchFamily="34" charset="0"/>
                <a:cs typeface="CiscoSansTT ExtraLight"/>
              </a:defRPr>
            </a:lvl1pPr>
          </a:lstStyle>
          <a:p>
            <a:r>
              <a:rPr lang="en-GB" dirty="0"/>
              <a:t>Presentation title </a:t>
            </a:r>
            <a:br>
              <a:rPr lang="en-GB" dirty="0"/>
            </a:br>
            <a:r>
              <a:rPr lang="en-GB" dirty="0"/>
              <a:t>goes here</a:t>
            </a:r>
            <a:endParaRPr lang="en-US" dirty="0"/>
          </a:p>
        </p:txBody>
      </p:sp>
      <p:sp>
        <p:nvSpPr>
          <p:cNvPr id="11" name="Subtitle">
            <a:extLst>
              <a:ext uri="{FF2B5EF4-FFF2-40B4-BE49-F238E27FC236}">
                <a16:creationId xmlns:a16="http://schemas.microsoft.com/office/drawing/2014/main" id="{0752FE33-C659-2420-3AB6-DE44957C4B0C}"/>
              </a:ext>
            </a:extLst>
          </p:cNvPr>
          <p:cNvSpPr>
            <a:spLocks noGrp="1"/>
          </p:cNvSpPr>
          <p:nvPr>
            <p:ph type="body" sz="quarter" idx="13" hasCustomPrompt="1"/>
          </p:nvPr>
        </p:nvSpPr>
        <p:spPr>
          <a:xfrm>
            <a:off x="609600" y="4807254"/>
            <a:ext cx="10972800" cy="398668"/>
          </a:xfrm>
          <a:prstGeom prst="rect">
            <a:avLst/>
          </a:prstGeom>
        </p:spPr>
        <p:txBody>
          <a:bodyPr lIns="0" tIns="0" rIns="0" bIns="0"/>
          <a:lstStyle>
            <a:lvl1pPr marL="0" indent="0" algn="r">
              <a:buFont typeface="Arial" panose="020B0604020202020204" pitchFamily="34" charset="0"/>
              <a:buNone/>
              <a:defRPr sz="20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 goes here</a:t>
            </a:r>
          </a:p>
        </p:txBody>
      </p:sp>
      <p:sp>
        <p:nvSpPr>
          <p:cNvPr id="12" name="Speaker Name">
            <a:extLst>
              <a:ext uri="{FF2B5EF4-FFF2-40B4-BE49-F238E27FC236}">
                <a16:creationId xmlns:a16="http://schemas.microsoft.com/office/drawing/2014/main" id="{41F71C68-0397-BAD0-2DDC-F934B0E3B241}"/>
              </a:ext>
            </a:extLst>
          </p:cNvPr>
          <p:cNvSpPr>
            <a:spLocks noGrp="1"/>
          </p:cNvSpPr>
          <p:nvPr>
            <p:ph type="subTitle" idx="1" hasCustomPrompt="1"/>
          </p:nvPr>
        </p:nvSpPr>
        <p:spPr>
          <a:xfrm>
            <a:off x="609600" y="5314225"/>
            <a:ext cx="10972800" cy="807177"/>
          </a:xfrm>
          <a:prstGeom prst="rect">
            <a:avLst/>
          </a:prstGeom>
        </p:spPr>
        <p:txBody>
          <a:bodyPr lIns="0" tIns="0" rIns="0" bIns="0" anchor="t" anchorCtr="0">
            <a:noAutofit/>
          </a:bodyPr>
          <a:lstStyle>
            <a:lvl1pPr marL="0" indent="0" algn="r">
              <a:lnSpc>
                <a:spcPct val="100000"/>
              </a:lnSpc>
              <a:spcBef>
                <a:spcPts val="0"/>
              </a:spcBef>
              <a:spcAft>
                <a:spcPts val="1600"/>
              </a:spcAft>
              <a:buNone/>
              <a:defRPr sz="1300" b="0" i="0">
                <a:solidFill>
                  <a:schemeClr val="tx1"/>
                </a:solidFill>
                <a:latin typeface="CiscoSansTT Light" panose="020B0503020201020303" pitchFamily="34" charset="0"/>
                <a:cs typeface="CiscoSansTT Light" panose="020B0503020201020303" pitchFamily="34" charset="0"/>
              </a:defRPr>
            </a:lvl1pPr>
            <a:lvl2pPr marL="457138" indent="0" algn="ctr">
              <a:buNone/>
              <a:defRPr>
                <a:solidFill>
                  <a:schemeClr val="tx1">
                    <a:tint val="75000"/>
                  </a:schemeClr>
                </a:solidFill>
              </a:defRPr>
            </a:lvl2pPr>
            <a:lvl3pPr marL="914286" indent="0" algn="ctr">
              <a:buNone/>
              <a:defRPr>
                <a:solidFill>
                  <a:schemeClr val="tx1">
                    <a:tint val="75000"/>
                  </a:schemeClr>
                </a:solidFill>
              </a:defRPr>
            </a:lvl3pPr>
            <a:lvl4pPr marL="1371427" indent="0" algn="ctr">
              <a:buNone/>
              <a:defRPr>
                <a:solidFill>
                  <a:schemeClr val="tx1">
                    <a:tint val="75000"/>
                  </a:schemeClr>
                </a:solidFill>
              </a:defRPr>
            </a:lvl4pPr>
            <a:lvl5pPr marL="1828573" indent="0" algn="ctr">
              <a:buNone/>
              <a:defRPr>
                <a:solidFill>
                  <a:schemeClr val="tx1">
                    <a:tint val="75000"/>
                  </a:schemeClr>
                </a:solidFill>
              </a:defRPr>
            </a:lvl5pPr>
            <a:lvl6pPr marL="2285711" indent="0" algn="ctr">
              <a:buNone/>
              <a:defRPr>
                <a:solidFill>
                  <a:schemeClr val="tx1">
                    <a:tint val="75000"/>
                  </a:schemeClr>
                </a:solidFill>
              </a:defRPr>
            </a:lvl6pPr>
            <a:lvl7pPr marL="2742858" indent="0" algn="ctr">
              <a:buNone/>
              <a:defRPr>
                <a:solidFill>
                  <a:schemeClr val="tx1">
                    <a:tint val="75000"/>
                  </a:schemeClr>
                </a:solidFill>
              </a:defRPr>
            </a:lvl7pPr>
            <a:lvl8pPr marL="3200000" indent="0" algn="ctr">
              <a:buNone/>
              <a:defRPr>
                <a:solidFill>
                  <a:schemeClr val="tx1">
                    <a:tint val="75000"/>
                  </a:schemeClr>
                </a:solidFill>
              </a:defRPr>
            </a:lvl8pPr>
            <a:lvl9pPr marL="3657146" indent="0" algn="ctr">
              <a:buNone/>
              <a:defRPr>
                <a:solidFill>
                  <a:schemeClr val="tx1">
                    <a:tint val="75000"/>
                  </a:schemeClr>
                </a:solidFill>
              </a:defRPr>
            </a:lvl9pPr>
          </a:lstStyle>
          <a:p>
            <a:r>
              <a:rPr lang="en-GB" dirty="0"/>
              <a:t>Speaker name, Speaker title </a:t>
            </a:r>
            <a:br>
              <a:rPr lang="en-GB" dirty="0"/>
            </a:br>
            <a:r>
              <a:rPr lang="en-GB" dirty="0"/>
              <a:t>Department</a:t>
            </a:r>
          </a:p>
          <a:p>
            <a:r>
              <a:rPr lang="en-GB" dirty="0"/>
              <a:t>Date</a:t>
            </a:r>
            <a:endParaRPr lang="en-US" dirty="0"/>
          </a:p>
        </p:txBody>
      </p:sp>
      <p:pic>
        <p:nvPicPr>
          <p:cNvPr id="14" name="Picture 13" descr="A close up of a bicycle wheel&#10;&#10;Description automatically generated with medium confidence">
            <a:extLst>
              <a:ext uri="{FF2B5EF4-FFF2-40B4-BE49-F238E27FC236}">
                <a16:creationId xmlns:a16="http://schemas.microsoft.com/office/drawing/2014/main" id="{5AE25C7A-1249-BCF4-6A15-0E65F3B81FA1}"/>
              </a:ext>
            </a:extLst>
          </p:cNvPr>
          <p:cNvPicPr>
            <a:picLocks noChangeAspect="1"/>
          </p:cNvPicPr>
          <p:nvPr/>
        </p:nvPicPr>
        <p:blipFill rotWithShape="1">
          <a:blip r:embed="rId3"/>
          <a:srcRect l="36612" t="37880"/>
          <a:stretch/>
        </p:blipFill>
        <p:spPr>
          <a:xfrm>
            <a:off x="0" y="0"/>
            <a:ext cx="3302296" cy="3186368"/>
          </a:xfrm>
          <a:prstGeom prst="rect">
            <a:avLst/>
          </a:prstGeom>
        </p:spPr>
      </p:pic>
    </p:spTree>
    <p:extLst>
      <p:ext uri="{BB962C8B-B14F-4D97-AF65-F5344CB8AC3E}">
        <p14:creationId xmlns:p14="http://schemas.microsoft.com/office/powerpoint/2010/main" val="32426877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Title Midnight 2">
    <p:spTree>
      <p:nvGrpSpPr>
        <p:cNvPr id="1" name=""/>
        <p:cNvGrpSpPr/>
        <p:nvPr/>
      </p:nvGrpSpPr>
      <p:grpSpPr>
        <a:xfrm>
          <a:off x="0" y="0"/>
          <a:ext cx="0" cy="0"/>
          <a:chOff x="0" y="0"/>
          <a:chExt cx="0" cy="0"/>
        </a:xfrm>
      </p:grpSpPr>
      <p:pic>
        <p:nvPicPr>
          <p:cNvPr id="11" name="Picture 7">
            <a:extLst>
              <a:ext uri="{FF2B5EF4-FFF2-40B4-BE49-F238E27FC236}">
                <a16:creationId xmlns:a16="http://schemas.microsoft.com/office/drawing/2014/main" id="{3E07EA67-4FBD-37ED-ACE3-23D90A302FCD}"/>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10868042" y="431800"/>
            <a:ext cx="714359" cy="375341"/>
          </a:xfrm>
          <a:prstGeom prst="rect">
            <a:avLst/>
          </a:prstGeom>
        </p:spPr>
      </p:pic>
      <p:sp>
        <p:nvSpPr>
          <p:cNvPr id="12" name="Title 1">
            <a:extLst>
              <a:ext uri="{FF2B5EF4-FFF2-40B4-BE49-F238E27FC236}">
                <a16:creationId xmlns:a16="http://schemas.microsoft.com/office/drawing/2014/main" id="{6C8A8D07-FD7D-5E31-8AB8-9278D8751FF2}"/>
              </a:ext>
            </a:extLst>
          </p:cNvPr>
          <p:cNvSpPr>
            <a:spLocks noGrp="1"/>
          </p:cNvSpPr>
          <p:nvPr>
            <p:ph type="ctrTitle" hasCustomPrompt="1"/>
          </p:nvPr>
        </p:nvSpPr>
        <p:spPr>
          <a:xfrm>
            <a:off x="609600" y="3200817"/>
            <a:ext cx="10972800" cy="1504200"/>
          </a:xfrm>
          <a:prstGeom prst="rect">
            <a:avLst/>
          </a:prstGeom>
        </p:spPr>
        <p:txBody>
          <a:bodyPr lIns="0" tIns="0" rIns="0" bIns="0" anchor="b" anchorCtr="0"/>
          <a:lstStyle>
            <a:lvl1pPr marL="0" indent="0" algn="r">
              <a:lnSpc>
                <a:spcPct val="90000"/>
              </a:lnSpc>
              <a:buFont typeface="Arial" panose="020B0604020202020204" pitchFamily="34" charset="0"/>
              <a:buNone/>
              <a:defRPr sz="5400" b="0" i="0" spc="0" baseline="0">
                <a:solidFill>
                  <a:schemeClr val="bg1"/>
                </a:solidFill>
                <a:latin typeface="CiscoSansTT ExtraLight" panose="020B0303020201020303" pitchFamily="34" charset="0"/>
                <a:cs typeface="CiscoSansTT ExtraLight"/>
              </a:defRPr>
            </a:lvl1pPr>
          </a:lstStyle>
          <a:p>
            <a:r>
              <a:rPr lang="en-GB" dirty="0"/>
              <a:t>Presentation title </a:t>
            </a:r>
            <a:br>
              <a:rPr lang="en-GB" dirty="0"/>
            </a:br>
            <a:r>
              <a:rPr lang="en-GB" dirty="0"/>
              <a:t>goes here</a:t>
            </a:r>
            <a:endParaRPr lang="en-US" dirty="0"/>
          </a:p>
        </p:txBody>
      </p:sp>
      <p:sp>
        <p:nvSpPr>
          <p:cNvPr id="13" name="Subtitle">
            <a:extLst>
              <a:ext uri="{FF2B5EF4-FFF2-40B4-BE49-F238E27FC236}">
                <a16:creationId xmlns:a16="http://schemas.microsoft.com/office/drawing/2014/main" id="{66F1F590-BFCB-FED9-A671-92A04C309DC6}"/>
              </a:ext>
            </a:extLst>
          </p:cNvPr>
          <p:cNvSpPr>
            <a:spLocks noGrp="1"/>
          </p:cNvSpPr>
          <p:nvPr>
            <p:ph type="body" sz="quarter" idx="13" hasCustomPrompt="1"/>
          </p:nvPr>
        </p:nvSpPr>
        <p:spPr>
          <a:xfrm>
            <a:off x="609600" y="4807254"/>
            <a:ext cx="10972800" cy="398668"/>
          </a:xfrm>
          <a:prstGeom prst="rect">
            <a:avLst/>
          </a:prstGeom>
        </p:spPr>
        <p:txBody>
          <a:bodyPr lIns="0" tIns="0" rIns="0" bIns="0"/>
          <a:lstStyle>
            <a:lvl1pPr marL="0" indent="0" algn="r">
              <a:buFont typeface="Arial" panose="020B0604020202020204" pitchFamily="34" charset="0"/>
              <a:buNone/>
              <a:defRPr sz="20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 goes here</a:t>
            </a:r>
          </a:p>
        </p:txBody>
      </p:sp>
      <p:sp>
        <p:nvSpPr>
          <p:cNvPr id="14" name="Speaker Name">
            <a:extLst>
              <a:ext uri="{FF2B5EF4-FFF2-40B4-BE49-F238E27FC236}">
                <a16:creationId xmlns:a16="http://schemas.microsoft.com/office/drawing/2014/main" id="{8A19B5E2-7CFA-E5A2-3774-526865A55811}"/>
              </a:ext>
            </a:extLst>
          </p:cNvPr>
          <p:cNvSpPr>
            <a:spLocks noGrp="1"/>
          </p:cNvSpPr>
          <p:nvPr>
            <p:ph type="subTitle" idx="1" hasCustomPrompt="1"/>
          </p:nvPr>
        </p:nvSpPr>
        <p:spPr>
          <a:xfrm>
            <a:off x="609600" y="5314225"/>
            <a:ext cx="10972800" cy="807177"/>
          </a:xfrm>
          <a:prstGeom prst="rect">
            <a:avLst/>
          </a:prstGeom>
        </p:spPr>
        <p:txBody>
          <a:bodyPr lIns="0" tIns="0" rIns="0" bIns="0" anchor="t" anchorCtr="0">
            <a:noAutofit/>
          </a:bodyPr>
          <a:lstStyle>
            <a:lvl1pPr marL="0" indent="0" algn="r">
              <a:lnSpc>
                <a:spcPct val="100000"/>
              </a:lnSpc>
              <a:spcBef>
                <a:spcPts val="0"/>
              </a:spcBef>
              <a:spcAft>
                <a:spcPts val="1600"/>
              </a:spcAft>
              <a:buNone/>
              <a:defRPr sz="1300" b="0" i="0">
                <a:solidFill>
                  <a:schemeClr val="tx1"/>
                </a:solidFill>
                <a:latin typeface="CiscoSansTT Light" panose="020B0503020201020303" pitchFamily="34" charset="0"/>
                <a:cs typeface="CiscoSansTT Light" panose="020B0503020201020303" pitchFamily="34" charset="0"/>
              </a:defRPr>
            </a:lvl1pPr>
            <a:lvl2pPr marL="457138" indent="0" algn="ctr">
              <a:buNone/>
              <a:defRPr>
                <a:solidFill>
                  <a:schemeClr val="tx1">
                    <a:tint val="75000"/>
                  </a:schemeClr>
                </a:solidFill>
              </a:defRPr>
            </a:lvl2pPr>
            <a:lvl3pPr marL="914286" indent="0" algn="ctr">
              <a:buNone/>
              <a:defRPr>
                <a:solidFill>
                  <a:schemeClr val="tx1">
                    <a:tint val="75000"/>
                  </a:schemeClr>
                </a:solidFill>
              </a:defRPr>
            </a:lvl3pPr>
            <a:lvl4pPr marL="1371427" indent="0" algn="ctr">
              <a:buNone/>
              <a:defRPr>
                <a:solidFill>
                  <a:schemeClr val="tx1">
                    <a:tint val="75000"/>
                  </a:schemeClr>
                </a:solidFill>
              </a:defRPr>
            </a:lvl4pPr>
            <a:lvl5pPr marL="1828573" indent="0" algn="ctr">
              <a:buNone/>
              <a:defRPr>
                <a:solidFill>
                  <a:schemeClr val="tx1">
                    <a:tint val="75000"/>
                  </a:schemeClr>
                </a:solidFill>
              </a:defRPr>
            </a:lvl5pPr>
            <a:lvl6pPr marL="2285711" indent="0" algn="ctr">
              <a:buNone/>
              <a:defRPr>
                <a:solidFill>
                  <a:schemeClr val="tx1">
                    <a:tint val="75000"/>
                  </a:schemeClr>
                </a:solidFill>
              </a:defRPr>
            </a:lvl6pPr>
            <a:lvl7pPr marL="2742858" indent="0" algn="ctr">
              <a:buNone/>
              <a:defRPr>
                <a:solidFill>
                  <a:schemeClr val="tx1">
                    <a:tint val="75000"/>
                  </a:schemeClr>
                </a:solidFill>
              </a:defRPr>
            </a:lvl7pPr>
            <a:lvl8pPr marL="3200000" indent="0" algn="ctr">
              <a:buNone/>
              <a:defRPr>
                <a:solidFill>
                  <a:schemeClr val="tx1">
                    <a:tint val="75000"/>
                  </a:schemeClr>
                </a:solidFill>
              </a:defRPr>
            </a:lvl8pPr>
            <a:lvl9pPr marL="3657146" indent="0" algn="ctr">
              <a:buNone/>
              <a:defRPr>
                <a:solidFill>
                  <a:schemeClr val="tx1">
                    <a:tint val="75000"/>
                  </a:schemeClr>
                </a:solidFill>
              </a:defRPr>
            </a:lvl9pPr>
          </a:lstStyle>
          <a:p>
            <a:r>
              <a:rPr lang="en-GB" dirty="0"/>
              <a:t>Speaker name, Speaker title </a:t>
            </a:r>
            <a:br>
              <a:rPr lang="en-GB" dirty="0"/>
            </a:br>
            <a:r>
              <a:rPr lang="en-GB" dirty="0"/>
              <a:t>Department</a:t>
            </a:r>
          </a:p>
          <a:p>
            <a:r>
              <a:rPr lang="en-GB" dirty="0"/>
              <a:t>Date</a:t>
            </a:r>
            <a:endParaRPr lang="en-US" dirty="0"/>
          </a:p>
        </p:txBody>
      </p:sp>
      <p:pic>
        <p:nvPicPr>
          <p:cNvPr id="17" name="Graphic 16">
            <a:extLst>
              <a:ext uri="{FF2B5EF4-FFF2-40B4-BE49-F238E27FC236}">
                <a16:creationId xmlns:a16="http://schemas.microsoft.com/office/drawing/2014/main" id="{B1556834-75D2-108A-B33C-79765E2C9CFB}"/>
              </a:ext>
            </a:extLst>
          </p:cNvPr>
          <p:cNvPicPr>
            <a:picLocks noChangeAspect="1"/>
          </p:cNvPicPr>
          <p:nvPr/>
        </p:nvPicPr>
        <p:blipFill rotWithShape="1">
          <a:blip>
            <a:extLst>
              <a:ext uri="{96DAC541-7B7A-43D3-8B79-37D633B846F1}">
                <asvg:svgBlip xmlns:asvg="http://schemas.microsoft.com/office/drawing/2016/SVG/main" r:embed="rId3"/>
              </a:ext>
            </a:extLst>
          </a:blip>
          <a:srcRect l="40057" t="41915" b="1534"/>
          <a:stretch/>
        </p:blipFill>
        <p:spPr>
          <a:xfrm>
            <a:off x="22034" y="-2219"/>
            <a:ext cx="7116956" cy="6720012"/>
          </a:xfrm>
          <a:prstGeom prst="rect">
            <a:avLst/>
          </a:prstGeom>
        </p:spPr>
      </p:pic>
    </p:spTree>
    <p:extLst>
      <p:ext uri="{BB962C8B-B14F-4D97-AF65-F5344CB8AC3E}">
        <p14:creationId xmlns:p14="http://schemas.microsoft.com/office/powerpoint/2010/main" val="38558967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Sky Title Midnight Left">
    <p:bg>
      <p:bgPr>
        <a:solidFill>
          <a:schemeClr val="accent1"/>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4C42D79D-196D-79B2-C9D9-9E420F6F7382}"/>
              </a:ext>
            </a:extLst>
          </p:cNvPr>
          <p:cNvSpPr>
            <a:spLocks noGrp="1"/>
          </p:cNvSpPr>
          <p:nvPr>
            <p:ph type="ctrTitle" hasCustomPrompt="1"/>
          </p:nvPr>
        </p:nvSpPr>
        <p:spPr>
          <a:xfrm>
            <a:off x="628011" y="3200817"/>
            <a:ext cx="10962553" cy="1504200"/>
          </a:xfrm>
          <a:prstGeom prst="rect">
            <a:avLst/>
          </a:prstGeom>
          <a:noFill/>
        </p:spPr>
        <p:txBody>
          <a:bodyPr lIns="0" tIns="0" rIns="0" bIns="0" anchor="b" anchorCtr="0"/>
          <a:lstStyle>
            <a:lvl1pPr marL="0" indent="0" algn="l">
              <a:lnSpc>
                <a:spcPct val="90000"/>
              </a:lnSpc>
              <a:buFont typeface="Arial" panose="020B0604020202020204" pitchFamily="34" charset="0"/>
              <a:buNone/>
              <a:defRPr sz="5400" b="0" i="0" spc="0" baseline="0">
                <a:solidFill>
                  <a:schemeClr val="bg1"/>
                </a:solidFill>
                <a:latin typeface="CiscoSansTT ExtraLight" panose="020B0303020201020303" pitchFamily="34" charset="0"/>
                <a:cs typeface="CiscoSansTT ExtraLight"/>
              </a:defRPr>
            </a:lvl1pPr>
          </a:lstStyle>
          <a:p>
            <a:r>
              <a:rPr lang="en-GB" dirty="0"/>
              <a:t>Presentation title </a:t>
            </a:r>
            <a:br>
              <a:rPr lang="en-GB" dirty="0"/>
            </a:br>
            <a:r>
              <a:rPr lang="en-GB" dirty="0"/>
              <a:t>goes here</a:t>
            </a:r>
            <a:endParaRPr lang="en-US" dirty="0"/>
          </a:p>
        </p:txBody>
      </p:sp>
      <p:sp>
        <p:nvSpPr>
          <p:cNvPr id="8" name="Subtitle">
            <a:extLst>
              <a:ext uri="{FF2B5EF4-FFF2-40B4-BE49-F238E27FC236}">
                <a16:creationId xmlns:a16="http://schemas.microsoft.com/office/drawing/2014/main" id="{8D946DB3-26D2-2EE1-728C-7D32C4930F2E}"/>
              </a:ext>
            </a:extLst>
          </p:cNvPr>
          <p:cNvSpPr>
            <a:spLocks noGrp="1"/>
          </p:cNvSpPr>
          <p:nvPr>
            <p:ph type="body" sz="quarter" idx="13" hasCustomPrompt="1"/>
          </p:nvPr>
        </p:nvSpPr>
        <p:spPr>
          <a:xfrm>
            <a:off x="628011" y="4807254"/>
            <a:ext cx="10962553" cy="398668"/>
          </a:xfrm>
          <a:prstGeom prst="rect">
            <a:avLst/>
          </a:prstGeom>
          <a:noFill/>
        </p:spPr>
        <p:txBody>
          <a:bodyPr lIns="0" tIns="0" rIns="0" bIns="0"/>
          <a:lstStyle>
            <a:lvl1pPr marL="0" indent="0" algn="l">
              <a:buFont typeface="Arial" panose="020B0604020202020204" pitchFamily="34" charset="0"/>
              <a:buNone/>
              <a:defRPr sz="2000" b="0" i="0" baseline="0">
                <a:solidFill>
                  <a:schemeClr val="bg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 goes here</a:t>
            </a:r>
          </a:p>
        </p:txBody>
      </p:sp>
      <p:sp>
        <p:nvSpPr>
          <p:cNvPr id="12" name="Subtitle 2">
            <a:extLst>
              <a:ext uri="{FF2B5EF4-FFF2-40B4-BE49-F238E27FC236}">
                <a16:creationId xmlns:a16="http://schemas.microsoft.com/office/drawing/2014/main" id="{E07CA8F8-C47B-50F4-9C65-C46111F86B86}"/>
              </a:ext>
            </a:extLst>
          </p:cNvPr>
          <p:cNvSpPr>
            <a:spLocks noGrp="1"/>
          </p:cNvSpPr>
          <p:nvPr>
            <p:ph type="subTitle" idx="1" hasCustomPrompt="1"/>
          </p:nvPr>
        </p:nvSpPr>
        <p:spPr>
          <a:xfrm>
            <a:off x="628011" y="5314225"/>
            <a:ext cx="10962553" cy="807177"/>
          </a:xfrm>
          <a:prstGeom prst="rect">
            <a:avLst/>
          </a:prstGeom>
          <a:noFill/>
        </p:spPr>
        <p:txBody>
          <a:bodyPr lIns="0" tIns="0" rIns="0" bIns="0" anchor="t" anchorCtr="0">
            <a:noAutofit/>
          </a:bodyPr>
          <a:lstStyle>
            <a:lvl1pPr marL="0" indent="0" algn="l">
              <a:lnSpc>
                <a:spcPct val="100000"/>
              </a:lnSpc>
              <a:spcBef>
                <a:spcPts val="0"/>
              </a:spcBef>
              <a:spcAft>
                <a:spcPts val="1600"/>
              </a:spcAft>
              <a:buNone/>
              <a:defRPr sz="1300" b="0" i="0">
                <a:solidFill>
                  <a:schemeClr val="bg1"/>
                </a:solidFill>
                <a:latin typeface="CiscoSansTT Light" panose="020B0503020201020303" pitchFamily="34" charset="0"/>
                <a:cs typeface="CiscoSansTT Light" panose="020B0503020201020303" pitchFamily="34" charset="0"/>
              </a:defRPr>
            </a:lvl1pPr>
            <a:lvl2pPr marL="457138" indent="0" algn="ctr">
              <a:buNone/>
              <a:defRPr>
                <a:solidFill>
                  <a:schemeClr val="tx1">
                    <a:tint val="75000"/>
                  </a:schemeClr>
                </a:solidFill>
              </a:defRPr>
            </a:lvl2pPr>
            <a:lvl3pPr marL="914286" indent="0" algn="ctr">
              <a:buNone/>
              <a:defRPr>
                <a:solidFill>
                  <a:schemeClr val="tx1">
                    <a:tint val="75000"/>
                  </a:schemeClr>
                </a:solidFill>
              </a:defRPr>
            </a:lvl3pPr>
            <a:lvl4pPr marL="1371427" indent="0" algn="ctr">
              <a:buNone/>
              <a:defRPr>
                <a:solidFill>
                  <a:schemeClr val="tx1">
                    <a:tint val="75000"/>
                  </a:schemeClr>
                </a:solidFill>
              </a:defRPr>
            </a:lvl4pPr>
            <a:lvl5pPr marL="1828573" indent="0" algn="ctr">
              <a:buNone/>
              <a:defRPr>
                <a:solidFill>
                  <a:schemeClr val="tx1">
                    <a:tint val="75000"/>
                  </a:schemeClr>
                </a:solidFill>
              </a:defRPr>
            </a:lvl5pPr>
            <a:lvl6pPr marL="2285711" indent="0" algn="ctr">
              <a:buNone/>
              <a:defRPr>
                <a:solidFill>
                  <a:schemeClr val="tx1">
                    <a:tint val="75000"/>
                  </a:schemeClr>
                </a:solidFill>
              </a:defRPr>
            </a:lvl6pPr>
            <a:lvl7pPr marL="2742858" indent="0" algn="ctr">
              <a:buNone/>
              <a:defRPr>
                <a:solidFill>
                  <a:schemeClr val="tx1">
                    <a:tint val="75000"/>
                  </a:schemeClr>
                </a:solidFill>
              </a:defRPr>
            </a:lvl7pPr>
            <a:lvl8pPr marL="3200000" indent="0" algn="ctr">
              <a:buNone/>
              <a:defRPr>
                <a:solidFill>
                  <a:schemeClr val="tx1">
                    <a:tint val="75000"/>
                  </a:schemeClr>
                </a:solidFill>
              </a:defRPr>
            </a:lvl8pPr>
            <a:lvl9pPr marL="3657146" indent="0" algn="ctr">
              <a:buNone/>
              <a:defRPr>
                <a:solidFill>
                  <a:schemeClr val="tx1">
                    <a:tint val="75000"/>
                  </a:schemeClr>
                </a:solidFill>
              </a:defRPr>
            </a:lvl9pPr>
          </a:lstStyle>
          <a:p>
            <a:r>
              <a:rPr lang="en-GB" dirty="0"/>
              <a:t>Speaker name, Speaker title </a:t>
            </a:r>
            <a:br>
              <a:rPr lang="en-GB" dirty="0"/>
            </a:br>
            <a:r>
              <a:rPr lang="en-GB" dirty="0"/>
              <a:t>Department</a:t>
            </a:r>
          </a:p>
          <a:p>
            <a:r>
              <a:rPr lang="en-GB" dirty="0"/>
              <a:t>Date</a:t>
            </a:r>
            <a:endParaRPr lang="en-US" dirty="0"/>
          </a:p>
        </p:txBody>
      </p:sp>
      <p:pic>
        <p:nvPicPr>
          <p:cNvPr id="25" name="Picture 7">
            <a:extLst>
              <a:ext uri="{FF2B5EF4-FFF2-40B4-BE49-F238E27FC236}">
                <a16:creationId xmlns:a16="http://schemas.microsoft.com/office/drawing/2014/main" id="{C5A29C15-48D7-6644-9164-6F819B3D7D84}"/>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609602" y="431800"/>
            <a:ext cx="714359" cy="375341"/>
          </a:xfrm>
          <a:prstGeom prst="rect">
            <a:avLst/>
          </a:prstGeom>
        </p:spPr>
      </p:pic>
      <p:pic>
        <p:nvPicPr>
          <p:cNvPr id="7" name="Graphic 6">
            <a:extLst>
              <a:ext uri="{FF2B5EF4-FFF2-40B4-BE49-F238E27FC236}">
                <a16:creationId xmlns:a16="http://schemas.microsoft.com/office/drawing/2014/main" id="{45E08A58-48AA-5A77-69A6-922023305F1F}"/>
              </a:ext>
            </a:extLst>
          </p:cNvPr>
          <p:cNvPicPr>
            <a:picLocks noChangeAspect="1"/>
          </p:cNvPicPr>
          <p:nvPr/>
        </p:nvPicPr>
        <p:blipFill rotWithShape="1">
          <a:blip>
            <a:extLst>
              <a:ext uri="{96DAC541-7B7A-43D3-8B79-37D633B846F1}">
                <asvg:svgBlip xmlns:asvg="http://schemas.microsoft.com/office/drawing/2016/SVG/main" r:embed="rId3"/>
              </a:ext>
            </a:extLst>
          </a:blip>
          <a:srcRect t="37725" r="36794"/>
          <a:stretch/>
        </p:blipFill>
        <p:spPr>
          <a:xfrm>
            <a:off x="8995972" y="0"/>
            <a:ext cx="3196029" cy="3148965"/>
          </a:xfrm>
          <a:prstGeom prst="rect">
            <a:avLst/>
          </a:prstGeom>
        </p:spPr>
      </p:pic>
    </p:spTree>
    <p:extLst>
      <p:ext uri="{BB962C8B-B14F-4D97-AF65-F5344CB8AC3E}">
        <p14:creationId xmlns:p14="http://schemas.microsoft.com/office/powerpoint/2010/main" val="590189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Title Midnight Left">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4C42D79D-196D-79B2-C9D9-9E420F6F7382}"/>
              </a:ext>
            </a:extLst>
          </p:cNvPr>
          <p:cNvSpPr>
            <a:spLocks noGrp="1"/>
          </p:cNvSpPr>
          <p:nvPr>
            <p:ph type="ctrTitle" hasCustomPrompt="1"/>
          </p:nvPr>
        </p:nvSpPr>
        <p:spPr>
          <a:xfrm>
            <a:off x="628011" y="3200817"/>
            <a:ext cx="10962553" cy="1504200"/>
          </a:xfrm>
          <a:prstGeom prst="rect">
            <a:avLst/>
          </a:prstGeom>
          <a:noFill/>
        </p:spPr>
        <p:txBody>
          <a:bodyPr lIns="0" tIns="0" rIns="0" bIns="0" anchor="b" anchorCtr="0"/>
          <a:lstStyle>
            <a:lvl1pPr marL="0" indent="0" algn="l">
              <a:lnSpc>
                <a:spcPct val="90000"/>
              </a:lnSpc>
              <a:buFont typeface="Arial" panose="020B0604020202020204" pitchFamily="34" charset="0"/>
              <a:buNone/>
              <a:defRPr sz="5400" b="0" i="0" spc="0" baseline="0">
                <a:solidFill>
                  <a:schemeClr val="bg1"/>
                </a:solidFill>
                <a:latin typeface="CiscoSansTT ExtraLight" panose="020B0303020201020303" pitchFamily="34" charset="0"/>
                <a:cs typeface="CiscoSansTT ExtraLight"/>
              </a:defRPr>
            </a:lvl1pPr>
          </a:lstStyle>
          <a:p>
            <a:r>
              <a:rPr lang="en-GB" dirty="0"/>
              <a:t>Presentation title </a:t>
            </a:r>
            <a:br>
              <a:rPr lang="en-GB" dirty="0"/>
            </a:br>
            <a:r>
              <a:rPr lang="en-GB" dirty="0"/>
              <a:t>goes here</a:t>
            </a:r>
            <a:endParaRPr lang="en-US" dirty="0"/>
          </a:p>
        </p:txBody>
      </p:sp>
      <p:sp>
        <p:nvSpPr>
          <p:cNvPr id="8" name="Subtitle">
            <a:extLst>
              <a:ext uri="{FF2B5EF4-FFF2-40B4-BE49-F238E27FC236}">
                <a16:creationId xmlns:a16="http://schemas.microsoft.com/office/drawing/2014/main" id="{8D946DB3-26D2-2EE1-728C-7D32C4930F2E}"/>
              </a:ext>
            </a:extLst>
          </p:cNvPr>
          <p:cNvSpPr>
            <a:spLocks noGrp="1"/>
          </p:cNvSpPr>
          <p:nvPr>
            <p:ph type="body" sz="quarter" idx="13" hasCustomPrompt="1"/>
          </p:nvPr>
        </p:nvSpPr>
        <p:spPr>
          <a:xfrm>
            <a:off x="628011" y="4807254"/>
            <a:ext cx="10962553" cy="398668"/>
          </a:xfrm>
          <a:prstGeom prst="rect">
            <a:avLst/>
          </a:prstGeom>
          <a:noFill/>
        </p:spPr>
        <p:txBody>
          <a:bodyPr lIns="0" tIns="0" rIns="0" bIns="0"/>
          <a:lstStyle>
            <a:lvl1pPr marL="0" indent="0" algn="l">
              <a:buFont typeface="Arial" panose="020B0604020202020204" pitchFamily="34" charset="0"/>
              <a:buNone/>
              <a:defRPr sz="20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 goes here</a:t>
            </a:r>
          </a:p>
        </p:txBody>
      </p:sp>
      <p:sp>
        <p:nvSpPr>
          <p:cNvPr id="12" name="Subtitle 2">
            <a:extLst>
              <a:ext uri="{FF2B5EF4-FFF2-40B4-BE49-F238E27FC236}">
                <a16:creationId xmlns:a16="http://schemas.microsoft.com/office/drawing/2014/main" id="{E07CA8F8-C47B-50F4-9C65-C46111F86B86}"/>
              </a:ext>
            </a:extLst>
          </p:cNvPr>
          <p:cNvSpPr>
            <a:spLocks noGrp="1"/>
          </p:cNvSpPr>
          <p:nvPr>
            <p:ph type="subTitle" idx="1" hasCustomPrompt="1"/>
          </p:nvPr>
        </p:nvSpPr>
        <p:spPr>
          <a:xfrm>
            <a:off x="628011" y="5314225"/>
            <a:ext cx="10962553" cy="807177"/>
          </a:xfrm>
          <a:prstGeom prst="rect">
            <a:avLst/>
          </a:prstGeom>
          <a:noFill/>
        </p:spPr>
        <p:txBody>
          <a:bodyPr lIns="0" tIns="0" rIns="0" bIns="0" anchor="t" anchorCtr="0">
            <a:noAutofit/>
          </a:bodyPr>
          <a:lstStyle>
            <a:lvl1pPr marL="0" indent="0" algn="l">
              <a:lnSpc>
                <a:spcPct val="100000"/>
              </a:lnSpc>
              <a:spcBef>
                <a:spcPts val="0"/>
              </a:spcBef>
              <a:spcAft>
                <a:spcPts val="1600"/>
              </a:spcAft>
              <a:buNone/>
              <a:defRPr sz="1300" b="0" i="0">
                <a:solidFill>
                  <a:schemeClr val="tx1"/>
                </a:solidFill>
                <a:latin typeface="CiscoSansTT Light" panose="020B0503020201020303" pitchFamily="34" charset="0"/>
                <a:cs typeface="CiscoSansTT Light" panose="020B0503020201020303" pitchFamily="34" charset="0"/>
              </a:defRPr>
            </a:lvl1pPr>
            <a:lvl2pPr marL="457138" indent="0" algn="ctr">
              <a:buNone/>
              <a:defRPr>
                <a:solidFill>
                  <a:schemeClr val="tx1">
                    <a:tint val="75000"/>
                  </a:schemeClr>
                </a:solidFill>
              </a:defRPr>
            </a:lvl2pPr>
            <a:lvl3pPr marL="914286" indent="0" algn="ctr">
              <a:buNone/>
              <a:defRPr>
                <a:solidFill>
                  <a:schemeClr val="tx1">
                    <a:tint val="75000"/>
                  </a:schemeClr>
                </a:solidFill>
              </a:defRPr>
            </a:lvl3pPr>
            <a:lvl4pPr marL="1371427" indent="0" algn="ctr">
              <a:buNone/>
              <a:defRPr>
                <a:solidFill>
                  <a:schemeClr val="tx1">
                    <a:tint val="75000"/>
                  </a:schemeClr>
                </a:solidFill>
              </a:defRPr>
            </a:lvl4pPr>
            <a:lvl5pPr marL="1828573" indent="0" algn="ctr">
              <a:buNone/>
              <a:defRPr>
                <a:solidFill>
                  <a:schemeClr val="tx1">
                    <a:tint val="75000"/>
                  </a:schemeClr>
                </a:solidFill>
              </a:defRPr>
            </a:lvl5pPr>
            <a:lvl6pPr marL="2285711" indent="0" algn="ctr">
              <a:buNone/>
              <a:defRPr>
                <a:solidFill>
                  <a:schemeClr val="tx1">
                    <a:tint val="75000"/>
                  </a:schemeClr>
                </a:solidFill>
              </a:defRPr>
            </a:lvl6pPr>
            <a:lvl7pPr marL="2742858" indent="0" algn="ctr">
              <a:buNone/>
              <a:defRPr>
                <a:solidFill>
                  <a:schemeClr val="tx1">
                    <a:tint val="75000"/>
                  </a:schemeClr>
                </a:solidFill>
              </a:defRPr>
            </a:lvl7pPr>
            <a:lvl8pPr marL="3200000" indent="0" algn="ctr">
              <a:buNone/>
              <a:defRPr>
                <a:solidFill>
                  <a:schemeClr val="tx1">
                    <a:tint val="75000"/>
                  </a:schemeClr>
                </a:solidFill>
              </a:defRPr>
            </a:lvl8pPr>
            <a:lvl9pPr marL="3657146" indent="0" algn="ctr">
              <a:buNone/>
              <a:defRPr>
                <a:solidFill>
                  <a:schemeClr val="tx1">
                    <a:tint val="75000"/>
                  </a:schemeClr>
                </a:solidFill>
              </a:defRPr>
            </a:lvl9pPr>
          </a:lstStyle>
          <a:p>
            <a:r>
              <a:rPr lang="en-GB" dirty="0"/>
              <a:t>Speaker name, Speaker title </a:t>
            </a:r>
            <a:br>
              <a:rPr lang="en-GB" dirty="0"/>
            </a:br>
            <a:r>
              <a:rPr lang="en-GB" dirty="0"/>
              <a:t>Department</a:t>
            </a:r>
          </a:p>
          <a:p>
            <a:r>
              <a:rPr lang="en-GB" dirty="0"/>
              <a:t>Date</a:t>
            </a:r>
            <a:endParaRPr lang="en-US" dirty="0"/>
          </a:p>
        </p:txBody>
      </p:sp>
      <p:pic>
        <p:nvPicPr>
          <p:cNvPr id="25" name="Picture 7">
            <a:extLst>
              <a:ext uri="{FF2B5EF4-FFF2-40B4-BE49-F238E27FC236}">
                <a16:creationId xmlns:a16="http://schemas.microsoft.com/office/drawing/2014/main" id="{C5A29C15-48D7-6644-9164-6F819B3D7D84}"/>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609602" y="431800"/>
            <a:ext cx="714359" cy="375341"/>
          </a:xfrm>
          <a:prstGeom prst="rect">
            <a:avLst/>
          </a:prstGeom>
        </p:spPr>
      </p:pic>
      <p:pic>
        <p:nvPicPr>
          <p:cNvPr id="10" name="Graphic 9">
            <a:extLst>
              <a:ext uri="{FF2B5EF4-FFF2-40B4-BE49-F238E27FC236}">
                <a16:creationId xmlns:a16="http://schemas.microsoft.com/office/drawing/2014/main" id="{85B84F8A-4CB4-590D-0A8D-E932FEA97B8B}"/>
              </a:ext>
            </a:extLst>
          </p:cNvPr>
          <p:cNvPicPr>
            <a:picLocks noChangeAspect="1"/>
          </p:cNvPicPr>
          <p:nvPr/>
        </p:nvPicPr>
        <p:blipFill rotWithShape="1">
          <a:blip>
            <a:extLst>
              <a:ext uri="{96DAC541-7B7A-43D3-8B79-37D633B846F1}">
                <asvg:svgBlip xmlns:asvg="http://schemas.microsoft.com/office/drawing/2016/SVG/main" r:embed="rId3"/>
              </a:ext>
            </a:extLst>
          </a:blip>
          <a:srcRect t="37924" r="37399"/>
          <a:stretch/>
        </p:blipFill>
        <p:spPr>
          <a:xfrm>
            <a:off x="8934553" y="-1"/>
            <a:ext cx="3257447" cy="3230108"/>
          </a:xfrm>
          <a:prstGeom prst="rect">
            <a:avLst/>
          </a:prstGeom>
        </p:spPr>
      </p:pic>
    </p:spTree>
    <p:extLst>
      <p:ext uri="{BB962C8B-B14F-4D97-AF65-F5344CB8AC3E}">
        <p14:creationId xmlns:p14="http://schemas.microsoft.com/office/powerpoint/2010/main" val="10420842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Title Midnight Left Image">
    <p:spTree>
      <p:nvGrpSpPr>
        <p:cNvPr id="1" name=""/>
        <p:cNvGrpSpPr/>
        <p:nvPr/>
      </p:nvGrpSpPr>
      <p:grpSpPr>
        <a:xfrm>
          <a:off x="0" y="0"/>
          <a:ext cx="0" cy="0"/>
          <a:chOff x="0" y="0"/>
          <a:chExt cx="0" cy="0"/>
        </a:xfrm>
      </p:grpSpPr>
      <p:sp>
        <p:nvSpPr>
          <p:cNvPr id="7" name="Picture Placeholder 2">
            <a:extLst>
              <a:ext uri="{FF2B5EF4-FFF2-40B4-BE49-F238E27FC236}">
                <a16:creationId xmlns:a16="http://schemas.microsoft.com/office/drawing/2014/main" id="{8B79449B-D8FD-934A-BDBF-CDDC969F0C21}"/>
              </a:ext>
            </a:extLst>
          </p:cNvPr>
          <p:cNvSpPr>
            <a:spLocks noGrp="1"/>
          </p:cNvSpPr>
          <p:nvPr>
            <p:ph type="pic" sz="quarter" idx="10" hasCustomPrompt="1"/>
          </p:nvPr>
        </p:nvSpPr>
        <p:spPr>
          <a:xfrm>
            <a:off x="8186059" y="0"/>
            <a:ext cx="4005943" cy="6858000"/>
          </a:xfrm>
          <a:prstGeom prst="rect">
            <a:avLst/>
          </a:prstGeom>
          <a:solidFill>
            <a:schemeClr val="bg2">
              <a:alpha val="13000"/>
            </a:schemeClr>
          </a:solidFill>
        </p:spPr>
        <p:txBody>
          <a:bodyPr vert="horz" lIns="91420" tIns="45710" rIns="91420" bIns="45710" anchor="ctr"/>
          <a:lstStyle>
            <a:lvl1pPr marL="0" indent="0" algn="ctr">
              <a:buNone/>
              <a:defRPr sz="1333" b="0" i="0" baseline="0">
                <a:solidFill>
                  <a:schemeClr val="tx1"/>
                </a:solidFill>
                <a:latin typeface="CiscoSansTT ExtraLight" panose="020B0303020201020303" pitchFamily="34" charset="0"/>
                <a:cs typeface="CiscoSans ExtraLight"/>
              </a:defRPr>
            </a:lvl1pPr>
          </a:lstStyle>
          <a:p>
            <a:pPr lvl="0"/>
            <a:r>
              <a:rPr lang="en-US" noProof="0" dirty="0"/>
              <a:t>Click to add picture</a:t>
            </a:r>
          </a:p>
        </p:txBody>
      </p:sp>
      <p:pic>
        <p:nvPicPr>
          <p:cNvPr id="8" name="Picture 7">
            <a:extLst>
              <a:ext uri="{FF2B5EF4-FFF2-40B4-BE49-F238E27FC236}">
                <a16:creationId xmlns:a16="http://schemas.microsoft.com/office/drawing/2014/main" id="{D9C35F59-840A-4949-98EF-405713B32F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6829427" y="431800"/>
            <a:ext cx="714359" cy="375341"/>
          </a:xfrm>
          <a:prstGeom prst="rect">
            <a:avLst/>
          </a:prstGeom>
        </p:spPr>
      </p:pic>
      <p:sp>
        <p:nvSpPr>
          <p:cNvPr id="16" name="Title 1">
            <a:extLst>
              <a:ext uri="{FF2B5EF4-FFF2-40B4-BE49-F238E27FC236}">
                <a16:creationId xmlns:a16="http://schemas.microsoft.com/office/drawing/2014/main" id="{295FAFAD-F810-39BD-3A75-77D90AC7B4C4}"/>
              </a:ext>
            </a:extLst>
          </p:cNvPr>
          <p:cNvSpPr>
            <a:spLocks noGrp="1"/>
          </p:cNvSpPr>
          <p:nvPr>
            <p:ph type="ctrTitle" hasCustomPrompt="1"/>
          </p:nvPr>
        </p:nvSpPr>
        <p:spPr>
          <a:xfrm>
            <a:off x="628011" y="3200817"/>
            <a:ext cx="10962553" cy="1504200"/>
          </a:xfrm>
          <a:prstGeom prst="rect">
            <a:avLst/>
          </a:prstGeom>
          <a:noFill/>
        </p:spPr>
        <p:txBody>
          <a:bodyPr lIns="0" tIns="0" rIns="0" bIns="0" anchor="b" anchorCtr="0"/>
          <a:lstStyle>
            <a:lvl1pPr marL="0" indent="0" algn="l">
              <a:lnSpc>
                <a:spcPct val="90000"/>
              </a:lnSpc>
              <a:buFont typeface="Arial" panose="020B0604020202020204" pitchFamily="34" charset="0"/>
              <a:buNone/>
              <a:defRPr sz="5400" b="0" i="0" spc="0" baseline="0">
                <a:solidFill>
                  <a:schemeClr val="bg1"/>
                </a:solidFill>
                <a:latin typeface="CiscoSansTT ExtraLight" panose="020B0303020201020303" pitchFamily="34" charset="0"/>
                <a:cs typeface="CiscoSansTT ExtraLight"/>
              </a:defRPr>
            </a:lvl1pPr>
          </a:lstStyle>
          <a:p>
            <a:r>
              <a:rPr lang="en-GB" dirty="0"/>
              <a:t>Presentation title </a:t>
            </a:r>
            <a:br>
              <a:rPr lang="en-GB" dirty="0"/>
            </a:br>
            <a:r>
              <a:rPr lang="en-GB" dirty="0"/>
              <a:t>goes here</a:t>
            </a:r>
            <a:endParaRPr lang="en-US" dirty="0"/>
          </a:p>
        </p:txBody>
      </p:sp>
      <p:sp>
        <p:nvSpPr>
          <p:cNvPr id="17" name="Subtitle">
            <a:extLst>
              <a:ext uri="{FF2B5EF4-FFF2-40B4-BE49-F238E27FC236}">
                <a16:creationId xmlns:a16="http://schemas.microsoft.com/office/drawing/2014/main" id="{8C37E0F8-C5E2-7BED-8AAC-897D792BB038}"/>
              </a:ext>
            </a:extLst>
          </p:cNvPr>
          <p:cNvSpPr>
            <a:spLocks noGrp="1"/>
          </p:cNvSpPr>
          <p:nvPr>
            <p:ph type="body" sz="quarter" idx="13" hasCustomPrompt="1"/>
          </p:nvPr>
        </p:nvSpPr>
        <p:spPr>
          <a:xfrm>
            <a:off x="628011" y="4807254"/>
            <a:ext cx="10962553" cy="398668"/>
          </a:xfrm>
          <a:prstGeom prst="rect">
            <a:avLst/>
          </a:prstGeom>
          <a:noFill/>
        </p:spPr>
        <p:txBody>
          <a:bodyPr lIns="0" tIns="0" rIns="0" bIns="0"/>
          <a:lstStyle>
            <a:lvl1pPr marL="0" indent="0" algn="l">
              <a:buFont typeface="Arial" panose="020B0604020202020204" pitchFamily="34" charset="0"/>
              <a:buNone/>
              <a:defRPr sz="20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 goes here</a:t>
            </a:r>
          </a:p>
        </p:txBody>
      </p:sp>
      <p:sp>
        <p:nvSpPr>
          <p:cNvPr id="18" name="Subtitle 2">
            <a:extLst>
              <a:ext uri="{FF2B5EF4-FFF2-40B4-BE49-F238E27FC236}">
                <a16:creationId xmlns:a16="http://schemas.microsoft.com/office/drawing/2014/main" id="{CD577481-303C-6B3D-080C-D901A9CC28E2}"/>
              </a:ext>
            </a:extLst>
          </p:cNvPr>
          <p:cNvSpPr>
            <a:spLocks noGrp="1"/>
          </p:cNvSpPr>
          <p:nvPr>
            <p:ph type="subTitle" idx="1" hasCustomPrompt="1"/>
          </p:nvPr>
        </p:nvSpPr>
        <p:spPr>
          <a:xfrm>
            <a:off x="628011" y="5314225"/>
            <a:ext cx="10962553" cy="807177"/>
          </a:xfrm>
          <a:prstGeom prst="rect">
            <a:avLst/>
          </a:prstGeom>
          <a:noFill/>
        </p:spPr>
        <p:txBody>
          <a:bodyPr lIns="0" tIns="0" rIns="0" bIns="0" anchor="t" anchorCtr="0">
            <a:noAutofit/>
          </a:bodyPr>
          <a:lstStyle>
            <a:lvl1pPr marL="0" indent="0" algn="l">
              <a:lnSpc>
                <a:spcPct val="100000"/>
              </a:lnSpc>
              <a:spcBef>
                <a:spcPts val="0"/>
              </a:spcBef>
              <a:spcAft>
                <a:spcPts val="1600"/>
              </a:spcAft>
              <a:buNone/>
              <a:defRPr sz="1300" b="0" i="0">
                <a:solidFill>
                  <a:schemeClr val="tx1"/>
                </a:solidFill>
                <a:latin typeface="CiscoSansTT Light" panose="020B0503020201020303" pitchFamily="34" charset="0"/>
                <a:cs typeface="CiscoSansTT Light" panose="020B0503020201020303" pitchFamily="34" charset="0"/>
              </a:defRPr>
            </a:lvl1pPr>
            <a:lvl2pPr marL="457138" indent="0" algn="ctr">
              <a:buNone/>
              <a:defRPr>
                <a:solidFill>
                  <a:schemeClr val="tx1">
                    <a:tint val="75000"/>
                  </a:schemeClr>
                </a:solidFill>
              </a:defRPr>
            </a:lvl2pPr>
            <a:lvl3pPr marL="914286" indent="0" algn="ctr">
              <a:buNone/>
              <a:defRPr>
                <a:solidFill>
                  <a:schemeClr val="tx1">
                    <a:tint val="75000"/>
                  </a:schemeClr>
                </a:solidFill>
              </a:defRPr>
            </a:lvl3pPr>
            <a:lvl4pPr marL="1371427" indent="0" algn="ctr">
              <a:buNone/>
              <a:defRPr>
                <a:solidFill>
                  <a:schemeClr val="tx1">
                    <a:tint val="75000"/>
                  </a:schemeClr>
                </a:solidFill>
              </a:defRPr>
            </a:lvl4pPr>
            <a:lvl5pPr marL="1828573" indent="0" algn="ctr">
              <a:buNone/>
              <a:defRPr>
                <a:solidFill>
                  <a:schemeClr val="tx1">
                    <a:tint val="75000"/>
                  </a:schemeClr>
                </a:solidFill>
              </a:defRPr>
            </a:lvl5pPr>
            <a:lvl6pPr marL="2285711" indent="0" algn="ctr">
              <a:buNone/>
              <a:defRPr>
                <a:solidFill>
                  <a:schemeClr val="tx1">
                    <a:tint val="75000"/>
                  </a:schemeClr>
                </a:solidFill>
              </a:defRPr>
            </a:lvl6pPr>
            <a:lvl7pPr marL="2742858" indent="0" algn="ctr">
              <a:buNone/>
              <a:defRPr>
                <a:solidFill>
                  <a:schemeClr val="tx1">
                    <a:tint val="75000"/>
                  </a:schemeClr>
                </a:solidFill>
              </a:defRPr>
            </a:lvl7pPr>
            <a:lvl8pPr marL="3200000" indent="0" algn="ctr">
              <a:buNone/>
              <a:defRPr>
                <a:solidFill>
                  <a:schemeClr val="tx1">
                    <a:tint val="75000"/>
                  </a:schemeClr>
                </a:solidFill>
              </a:defRPr>
            </a:lvl8pPr>
            <a:lvl9pPr marL="3657146" indent="0" algn="ctr">
              <a:buNone/>
              <a:defRPr>
                <a:solidFill>
                  <a:schemeClr val="tx1">
                    <a:tint val="75000"/>
                  </a:schemeClr>
                </a:solidFill>
              </a:defRPr>
            </a:lvl9pPr>
          </a:lstStyle>
          <a:p>
            <a:r>
              <a:rPr lang="en-GB" dirty="0"/>
              <a:t>Speaker name, Speaker title </a:t>
            </a:r>
            <a:br>
              <a:rPr lang="en-GB" dirty="0"/>
            </a:br>
            <a:r>
              <a:rPr lang="en-GB" dirty="0"/>
              <a:t>Department</a:t>
            </a:r>
          </a:p>
          <a:p>
            <a:r>
              <a:rPr lang="en-GB" dirty="0"/>
              <a:t>Date</a:t>
            </a:r>
            <a:endParaRPr lang="en-US" dirty="0"/>
          </a:p>
        </p:txBody>
      </p:sp>
      <p:pic>
        <p:nvPicPr>
          <p:cNvPr id="19" name="Picture 18" descr="A close up of a bicycle wheel&#10;&#10;Description automatically generated with medium confidence">
            <a:extLst>
              <a:ext uri="{FF2B5EF4-FFF2-40B4-BE49-F238E27FC236}">
                <a16:creationId xmlns:a16="http://schemas.microsoft.com/office/drawing/2014/main" id="{3E944F94-13BC-6112-DD6F-F3014229F406}"/>
              </a:ext>
            </a:extLst>
          </p:cNvPr>
          <p:cNvPicPr>
            <a:picLocks noChangeAspect="1"/>
          </p:cNvPicPr>
          <p:nvPr/>
        </p:nvPicPr>
        <p:blipFill rotWithShape="1">
          <a:blip r:embed="rId3"/>
          <a:srcRect l="36612" t="37880"/>
          <a:stretch/>
        </p:blipFill>
        <p:spPr>
          <a:xfrm>
            <a:off x="0" y="0"/>
            <a:ext cx="3302296" cy="3186368"/>
          </a:xfrm>
          <a:prstGeom prst="rect">
            <a:avLst/>
          </a:prstGeom>
        </p:spPr>
      </p:pic>
    </p:spTree>
    <p:extLst>
      <p:ext uri="{BB962C8B-B14F-4D97-AF65-F5344CB8AC3E}">
        <p14:creationId xmlns:p14="http://schemas.microsoft.com/office/powerpoint/2010/main" val="8703110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ransition Right">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C4A31272-7678-5F4F-BF05-F087FA2FC8E9}"/>
              </a:ext>
            </a:extLst>
          </p:cNvPr>
          <p:cNvSpPr>
            <a:spLocks noGrp="1"/>
          </p:cNvSpPr>
          <p:nvPr>
            <p:ph type="ctrTitle" hasCustomPrompt="1"/>
          </p:nvPr>
        </p:nvSpPr>
        <p:spPr>
          <a:xfrm>
            <a:off x="609601" y="3101870"/>
            <a:ext cx="10972801" cy="1262529"/>
          </a:xfrm>
          <a:prstGeom prst="rect">
            <a:avLst/>
          </a:prstGeom>
        </p:spPr>
        <p:txBody>
          <a:bodyPr anchor="ctr"/>
          <a:lstStyle>
            <a:lvl1pPr marL="0" indent="0" algn="r">
              <a:lnSpc>
                <a:spcPts val="4800"/>
              </a:lnSpc>
              <a:buFont typeface="Arial" panose="020B0604020202020204" pitchFamily="34" charset="0"/>
              <a:buNone/>
              <a:defRPr sz="4200" b="0" i="0" spc="0" baseline="0">
                <a:solidFill>
                  <a:schemeClr val="bg1"/>
                </a:solidFill>
                <a:latin typeface="CiscoSansTT ExtraLight" panose="020B0303020201020303" pitchFamily="34" charset="0"/>
                <a:cs typeface="CiscoSansTT ExtraLight" panose="020B0303020201020303" pitchFamily="34" charset="0"/>
              </a:defRPr>
            </a:lvl1pPr>
          </a:lstStyle>
          <a:p>
            <a:r>
              <a:rPr lang="en-GB" dirty="0"/>
              <a:t>Transition slide goes here</a:t>
            </a:r>
            <a:endParaRPr lang="en-US" dirty="0"/>
          </a:p>
        </p:txBody>
      </p:sp>
      <p:sp>
        <p:nvSpPr>
          <p:cNvPr id="9" name="Text Placeholder 2">
            <a:extLst>
              <a:ext uri="{FF2B5EF4-FFF2-40B4-BE49-F238E27FC236}">
                <a16:creationId xmlns:a16="http://schemas.microsoft.com/office/drawing/2014/main" id="{DECC8AF0-3BE8-4648-B8CF-BE366F78ABFC}"/>
              </a:ext>
            </a:extLst>
          </p:cNvPr>
          <p:cNvSpPr>
            <a:spLocks noGrp="1"/>
          </p:cNvSpPr>
          <p:nvPr>
            <p:ph type="body" sz="quarter" idx="14" hasCustomPrompt="1"/>
          </p:nvPr>
        </p:nvSpPr>
        <p:spPr>
          <a:xfrm>
            <a:off x="609603" y="431802"/>
            <a:ext cx="10972800" cy="398668"/>
          </a:xfrm>
          <a:prstGeom prst="rect">
            <a:avLst/>
          </a:prstGeom>
        </p:spPr>
        <p:txBody>
          <a:bodyPr lIns="0" tIns="0" rIns="0" bIns="0"/>
          <a:lstStyle>
            <a:lvl1pPr marL="0" indent="0" algn="r">
              <a:buFont typeface="Arial" panose="020B0604020202020204" pitchFamily="34" charset="0"/>
              <a:buNone/>
              <a:defRPr sz="1333"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pic>
        <p:nvPicPr>
          <p:cNvPr id="11" name="Graphic 10">
            <a:extLst>
              <a:ext uri="{FF2B5EF4-FFF2-40B4-BE49-F238E27FC236}">
                <a16:creationId xmlns:a16="http://schemas.microsoft.com/office/drawing/2014/main" id="{51FF43AA-FA61-3439-F600-7BB34C936572}"/>
              </a:ext>
            </a:extLst>
          </p:cNvPr>
          <p:cNvPicPr>
            <a:picLocks noChangeAspect="1"/>
          </p:cNvPicPr>
          <p:nvPr/>
        </p:nvPicPr>
        <p:blipFill rotWithShape="1">
          <a:blip>
            <a:extLst>
              <a:ext uri="{96DAC541-7B7A-43D3-8B79-37D633B846F1}">
                <asvg:svgBlip xmlns:asvg="http://schemas.microsoft.com/office/drawing/2016/SVG/main" r:embed="rId2"/>
              </a:ext>
            </a:extLst>
          </a:blip>
          <a:srcRect l="45429" t="46981"/>
          <a:stretch/>
        </p:blipFill>
        <p:spPr>
          <a:xfrm>
            <a:off x="-12192" y="0"/>
            <a:ext cx="6388608" cy="6212306"/>
          </a:xfrm>
          <a:prstGeom prst="rect">
            <a:avLst/>
          </a:prstGeom>
        </p:spPr>
      </p:pic>
      <p:sp>
        <p:nvSpPr>
          <p:cNvPr id="13" name="TextBox 12">
            <a:extLst>
              <a:ext uri="{FF2B5EF4-FFF2-40B4-BE49-F238E27FC236}">
                <a16:creationId xmlns:a16="http://schemas.microsoft.com/office/drawing/2014/main" id="{C4D79563-9547-9B5C-F7F4-A016B119A7E7}"/>
              </a:ext>
            </a:extLst>
          </p:cNvPr>
          <p:cNvSpPr txBox="1"/>
          <p:nvPr/>
        </p:nvSpPr>
        <p:spPr>
          <a:xfrm>
            <a:off x="4358642" y="-548640"/>
            <a:ext cx="184731" cy="369332"/>
          </a:xfrm>
          <a:prstGeom prst="rect">
            <a:avLst/>
          </a:prstGeom>
          <a:noFill/>
        </p:spPr>
        <p:txBody>
          <a:bodyPr wrap="none" rtlCol="0">
            <a:spAutoFit/>
          </a:bodyPr>
          <a:lstStyle/>
          <a:p>
            <a:endParaRPr lang="en-US" dirty="0">
              <a:latin typeface="+mn-lt"/>
            </a:endParaRPr>
          </a:p>
        </p:txBody>
      </p:sp>
    </p:spTree>
    <p:extLst>
      <p:ext uri="{BB962C8B-B14F-4D97-AF65-F5344CB8AC3E}">
        <p14:creationId xmlns:p14="http://schemas.microsoft.com/office/powerpoint/2010/main" val="370978018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ky Transition Right">
    <p:bg>
      <p:bgPr>
        <a:solidFill>
          <a:schemeClr val="accent1"/>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C4A31272-7678-5F4F-BF05-F087FA2FC8E9}"/>
              </a:ext>
            </a:extLst>
          </p:cNvPr>
          <p:cNvSpPr>
            <a:spLocks noGrp="1"/>
          </p:cNvSpPr>
          <p:nvPr>
            <p:ph type="ctrTitle" hasCustomPrompt="1"/>
          </p:nvPr>
        </p:nvSpPr>
        <p:spPr>
          <a:xfrm>
            <a:off x="609601" y="3101870"/>
            <a:ext cx="10972801" cy="1262529"/>
          </a:xfrm>
          <a:prstGeom prst="rect">
            <a:avLst/>
          </a:prstGeom>
        </p:spPr>
        <p:txBody>
          <a:bodyPr anchor="ctr"/>
          <a:lstStyle>
            <a:lvl1pPr marL="0" indent="0" algn="r">
              <a:lnSpc>
                <a:spcPts val="4800"/>
              </a:lnSpc>
              <a:buFont typeface="Arial" panose="020B0604020202020204" pitchFamily="34" charset="0"/>
              <a:buNone/>
              <a:defRPr sz="4200" b="0" i="0" spc="0" baseline="0">
                <a:solidFill>
                  <a:schemeClr val="bg1"/>
                </a:solidFill>
                <a:latin typeface="CiscoSansTT ExtraLight" panose="020B0303020201020303" pitchFamily="34" charset="0"/>
                <a:cs typeface="CiscoSansTT ExtraLight" panose="020B0303020201020303" pitchFamily="34" charset="0"/>
              </a:defRPr>
            </a:lvl1pPr>
          </a:lstStyle>
          <a:p>
            <a:r>
              <a:rPr lang="en-GB" dirty="0"/>
              <a:t>Transition slide goes here</a:t>
            </a:r>
            <a:endParaRPr lang="en-US" dirty="0"/>
          </a:p>
        </p:txBody>
      </p:sp>
      <p:sp>
        <p:nvSpPr>
          <p:cNvPr id="9" name="Text Placeholder 2">
            <a:extLst>
              <a:ext uri="{FF2B5EF4-FFF2-40B4-BE49-F238E27FC236}">
                <a16:creationId xmlns:a16="http://schemas.microsoft.com/office/drawing/2014/main" id="{DECC8AF0-3BE8-4648-B8CF-BE366F78ABFC}"/>
              </a:ext>
            </a:extLst>
          </p:cNvPr>
          <p:cNvSpPr>
            <a:spLocks noGrp="1"/>
          </p:cNvSpPr>
          <p:nvPr>
            <p:ph type="body" sz="quarter" idx="14" hasCustomPrompt="1"/>
          </p:nvPr>
        </p:nvSpPr>
        <p:spPr>
          <a:xfrm>
            <a:off x="609603" y="431802"/>
            <a:ext cx="10972800" cy="398668"/>
          </a:xfrm>
          <a:prstGeom prst="rect">
            <a:avLst/>
          </a:prstGeom>
        </p:spPr>
        <p:txBody>
          <a:bodyPr lIns="0" tIns="0" rIns="0" bIns="0"/>
          <a:lstStyle>
            <a:lvl1pPr marL="0" indent="0" algn="r">
              <a:buFont typeface="Arial" panose="020B0604020202020204" pitchFamily="34" charset="0"/>
              <a:buNone/>
              <a:defRPr sz="1333"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
        <p:nvSpPr>
          <p:cNvPr id="13" name="TextBox 12">
            <a:extLst>
              <a:ext uri="{FF2B5EF4-FFF2-40B4-BE49-F238E27FC236}">
                <a16:creationId xmlns:a16="http://schemas.microsoft.com/office/drawing/2014/main" id="{C4D79563-9547-9B5C-F7F4-A016B119A7E7}"/>
              </a:ext>
            </a:extLst>
          </p:cNvPr>
          <p:cNvSpPr txBox="1"/>
          <p:nvPr/>
        </p:nvSpPr>
        <p:spPr>
          <a:xfrm>
            <a:off x="4358642" y="-548640"/>
            <a:ext cx="184731" cy="369332"/>
          </a:xfrm>
          <a:prstGeom prst="rect">
            <a:avLst/>
          </a:prstGeom>
          <a:noFill/>
        </p:spPr>
        <p:txBody>
          <a:bodyPr wrap="none" rtlCol="0">
            <a:spAutoFit/>
          </a:bodyPr>
          <a:lstStyle/>
          <a:p>
            <a:endParaRPr lang="en-US" dirty="0">
              <a:latin typeface="+mn-lt"/>
            </a:endParaRPr>
          </a:p>
        </p:txBody>
      </p:sp>
      <p:pic>
        <p:nvPicPr>
          <p:cNvPr id="7" name="Graphic 6">
            <a:extLst>
              <a:ext uri="{FF2B5EF4-FFF2-40B4-BE49-F238E27FC236}">
                <a16:creationId xmlns:a16="http://schemas.microsoft.com/office/drawing/2014/main" id="{CD16E0A2-8320-C766-5D9E-53EC4EE09E2D}"/>
              </a:ext>
            </a:extLst>
          </p:cNvPr>
          <p:cNvPicPr>
            <a:picLocks noChangeAspect="1"/>
          </p:cNvPicPr>
          <p:nvPr/>
        </p:nvPicPr>
        <p:blipFill rotWithShape="1">
          <a:blip>
            <a:extLst>
              <a:ext uri="{96DAC541-7B7A-43D3-8B79-37D633B846F1}">
                <asvg:svgBlip xmlns:asvg="http://schemas.microsoft.com/office/drawing/2016/SVG/main" r:embed="rId2"/>
              </a:ext>
            </a:extLst>
          </a:blip>
          <a:srcRect l="45455" t="47214"/>
          <a:stretch/>
        </p:blipFill>
        <p:spPr>
          <a:xfrm>
            <a:off x="0" y="1"/>
            <a:ext cx="5374832" cy="5205984"/>
          </a:xfrm>
          <a:prstGeom prst="rect">
            <a:avLst/>
          </a:prstGeom>
        </p:spPr>
      </p:pic>
    </p:spTree>
    <p:extLst>
      <p:ext uri="{BB962C8B-B14F-4D97-AF65-F5344CB8AC3E}">
        <p14:creationId xmlns:p14="http://schemas.microsoft.com/office/powerpoint/2010/main" val="3869466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14" name="Subtitle 2">
            <a:extLst>
              <a:ext uri="{FF2B5EF4-FFF2-40B4-BE49-F238E27FC236}">
                <a16:creationId xmlns:a16="http://schemas.microsoft.com/office/drawing/2014/main" id="{055E4C37-FAD6-B449-9189-A035C0C9E88B}"/>
              </a:ext>
            </a:extLst>
          </p:cNvPr>
          <p:cNvSpPr>
            <a:spLocks noGrp="1"/>
          </p:cNvSpPr>
          <p:nvPr>
            <p:ph type="subTitle" idx="1" hasCustomPrompt="1"/>
          </p:nvPr>
        </p:nvSpPr>
        <p:spPr>
          <a:xfrm>
            <a:off x="609601" y="5658220"/>
            <a:ext cx="10972800" cy="465891"/>
          </a:xfrm>
          <a:prstGeom prst="rect">
            <a:avLst/>
          </a:prstGeom>
        </p:spPr>
        <p:txBody>
          <a:bodyPr lIns="91420" tIns="45710" rIns="91420" bIns="45710" anchor="t" anchorCtr="0">
            <a:noAutofit/>
          </a:bodyPr>
          <a:lstStyle>
            <a:lvl1pPr marL="0" indent="0" algn="ctr">
              <a:lnSpc>
                <a:spcPct val="150000"/>
              </a:lnSpc>
              <a:spcBef>
                <a:spcPts val="0"/>
              </a:spcBef>
              <a:spcAft>
                <a:spcPts val="0"/>
              </a:spcAft>
              <a:buNone/>
              <a:defRPr sz="1500" b="0" i="0">
                <a:solidFill>
                  <a:schemeClr val="tx1"/>
                </a:solidFill>
                <a:latin typeface="CiscoSansTT" panose="020B0503020201020303" pitchFamily="34" charset="0"/>
                <a:cs typeface="CiscoSansTT" panose="020B0503020201020303" pitchFamily="34" charset="0"/>
              </a:defRPr>
            </a:lvl1pPr>
            <a:lvl2pPr marL="457138" indent="0" algn="ctr">
              <a:buNone/>
              <a:defRPr>
                <a:solidFill>
                  <a:schemeClr val="tx1">
                    <a:tint val="75000"/>
                  </a:schemeClr>
                </a:solidFill>
              </a:defRPr>
            </a:lvl2pPr>
            <a:lvl3pPr marL="914286" indent="0" algn="ctr">
              <a:buNone/>
              <a:defRPr>
                <a:solidFill>
                  <a:schemeClr val="tx1">
                    <a:tint val="75000"/>
                  </a:schemeClr>
                </a:solidFill>
              </a:defRPr>
            </a:lvl3pPr>
            <a:lvl4pPr marL="1371427" indent="0" algn="ctr">
              <a:buNone/>
              <a:defRPr>
                <a:solidFill>
                  <a:schemeClr val="tx1">
                    <a:tint val="75000"/>
                  </a:schemeClr>
                </a:solidFill>
              </a:defRPr>
            </a:lvl4pPr>
            <a:lvl5pPr marL="1828573" indent="0" algn="ctr">
              <a:buNone/>
              <a:defRPr>
                <a:solidFill>
                  <a:schemeClr val="tx1">
                    <a:tint val="75000"/>
                  </a:schemeClr>
                </a:solidFill>
              </a:defRPr>
            </a:lvl5pPr>
            <a:lvl6pPr marL="2285711" indent="0" algn="ctr">
              <a:buNone/>
              <a:defRPr>
                <a:solidFill>
                  <a:schemeClr val="tx1">
                    <a:tint val="75000"/>
                  </a:schemeClr>
                </a:solidFill>
              </a:defRPr>
            </a:lvl6pPr>
            <a:lvl7pPr marL="2742858" indent="0" algn="ctr">
              <a:buNone/>
              <a:defRPr>
                <a:solidFill>
                  <a:schemeClr val="tx1">
                    <a:tint val="75000"/>
                  </a:schemeClr>
                </a:solidFill>
              </a:defRPr>
            </a:lvl7pPr>
            <a:lvl8pPr marL="3200000" indent="0" algn="ctr">
              <a:buNone/>
              <a:defRPr>
                <a:solidFill>
                  <a:schemeClr val="tx1">
                    <a:tint val="75000"/>
                  </a:schemeClr>
                </a:solidFill>
              </a:defRPr>
            </a:lvl8pPr>
            <a:lvl9pPr marL="3657146" indent="0" algn="ctr">
              <a:buNone/>
              <a:defRPr>
                <a:solidFill>
                  <a:schemeClr val="tx1">
                    <a:tint val="75000"/>
                  </a:schemeClr>
                </a:solidFill>
              </a:defRPr>
            </a:lvl9pPr>
          </a:lstStyle>
          <a:p>
            <a:r>
              <a:rPr lang="en-GB" dirty="0"/>
              <a:t>Speaker role</a:t>
            </a:r>
            <a:endParaRPr lang="en-US" dirty="0"/>
          </a:p>
        </p:txBody>
      </p:sp>
      <p:sp>
        <p:nvSpPr>
          <p:cNvPr id="15" name="Text Placeholder 2">
            <a:extLst>
              <a:ext uri="{FF2B5EF4-FFF2-40B4-BE49-F238E27FC236}">
                <a16:creationId xmlns:a16="http://schemas.microsoft.com/office/drawing/2014/main" id="{FEADEB85-EFB9-A048-BE6B-F1473C49995D}"/>
              </a:ext>
            </a:extLst>
          </p:cNvPr>
          <p:cNvSpPr>
            <a:spLocks noGrp="1"/>
          </p:cNvSpPr>
          <p:nvPr>
            <p:ph type="body" sz="quarter" idx="13" hasCustomPrompt="1"/>
          </p:nvPr>
        </p:nvSpPr>
        <p:spPr>
          <a:xfrm>
            <a:off x="609600" y="5233078"/>
            <a:ext cx="10972800" cy="398668"/>
          </a:xfrm>
          <a:prstGeom prst="rect">
            <a:avLst/>
          </a:prstGeom>
        </p:spPr>
        <p:txBody>
          <a:bodyPr lIns="91420" tIns="45710" rIns="91420" bIns="45710"/>
          <a:lstStyle>
            <a:lvl1pPr marL="0" indent="0" algn="ctr">
              <a:buFont typeface="Arial" panose="020B0604020202020204" pitchFamily="34" charset="0"/>
              <a:buNone/>
              <a:defRPr sz="24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Speaker name</a:t>
            </a:r>
          </a:p>
        </p:txBody>
      </p:sp>
      <p:sp>
        <p:nvSpPr>
          <p:cNvPr id="17" name="Title 1">
            <a:extLst>
              <a:ext uri="{FF2B5EF4-FFF2-40B4-BE49-F238E27FC236}">
                <a16:creationId xmlns:a16="http://schemas.microsoft.com/office/drawing/2014/main" id="{86E3EA5B-6C70-8F4D-9385-EC53B25066C1}"/>
              </a:ext>
            </a:extLst>
          </p:cNvPr>
          <p:cNvSpPr>
            <a:spLocks noGrp="1"/>
          </p:cNvSpPr>
          <p:nvPr>
            <p:ph type="ctrTitle" hasCustomPrompt="1"/>
          </p:nvPr>
        </p:nvSpPr>
        <p:spPr>
          <a:xfrm>
            <a:off x="899521" y="1398874"/>
            <a:ext cx="10376024" cy="3311089"/>
          </a:xfrm>
          <a:prstGeom prst="rect">
            <a:avLst/>
          </a:prstGeom>
        </p:spPr>
        <p:txBody>
          <a:bodyPr anchor="ctr"/>
          <a:lstStyle>
            <a:lvl1pPr marL="0" indent="0" algn="ctr">
              <a:lnSpc>
                <a:spcPts val="4800"/>
              </a:lnSpc>
              <a:buFont typeface="Arial" panose="020B0604020202020204" pitchFamily="34" charset="0"/>
              <a:buNone/>
              <a:defRPr sz="4200" b="0" i="0" spc="0" baseline="0">
                <a:solidFill>
                  <a:schemeClr val="bg1"/>
                </a:solidFill>
                <a:latin typeface="CiscoSansTT ExtraLight" panose="020B0303020201020303" pitchFamily="34" charset="0"/>
                <a:cs typeface="CiscoSansTT ExtraLight" panose="020B0303020201020303" pitchFamily="34" charset="0"/>
              </a:defRPr>
            </a:lvl1pPr>
          </a:lstStyle>
          <a:p>
            <a:r>
              <a:rPr lang="en-GB" dirty="0"/>
              <a:t>As the adoption of multi-cloud strategy grows, Ulla </a:t>
            </a:r>
            <a:r>
              <a:rPr lang="en-GB" dirty="0" err="1"/>
              <a:t>sitiora</a:t>
            </a:r>
            <a:r>
              <a:rPr lang="en-GB" dirty="0"/>
              <a:t> </a:t>
            </a:r>
            <a:r>
              <a:rPr lang="en-GB" dirty="0" err="1"/>
              <a:t>turest</a:t>
            </a:r>
            <a:r>
              <a:rPr lang="en-GB" dirty="0"/>
              <a:t> </a:t>
            </a:r>
            <a:r>
              <a:rPr lang="en-GB" dirty="0" err="1"/>
              <a:t>experibus</a:t>
            </a:r>
            <a:r>
              <a:rPr lang="en-GB" dirty="0"/>
              <a:t> </a:t>
            </a:r>
            <a:r>
              <a:rPr lang="en-GB" dirty="0" err="1"/>
              <a:t>ut</a:t>
            </a:r>
            <a:r>
              <a:rPr lang="en-GB" dirty="0"/>
              <a:t> pa </a:t>
            </a:r>
            <a:r>
              <a:rPr lang="en-GB" dirty="0" err="1"/>
              <a:t>dolor</a:t>
            </a:r>
            <a:r>
              <a:rPr lang="en-GB" dirty="0"/>
              <a:t> a </a:t>
            </a:r>
            <a:r>
              <a:rPr lang="en-GB" dirty="0" err="1"/>
              <a:t>conestia</a:t>
            </a:r>
            <a:r>
              <a:rPr lang="en-GB" dirty="0"/>
              <a:t> vent </a:t>
            </a:r>
            <a:r>
              <a:rPr lang="en-GB" dirty="0" err="1"/>
              <a:t>eosse</a:t>
            </a:r>
            <a:r>
              <a:rPr lang="en-GB" dirty="0"/>
              <a:t> non </a:t>
            </a:r>
            <a:r>
              <a:rPr lang="en-GB" dirty="0" err="1"/>
              <a:t>consequ</a:t>
            </a:r>
            <a:r>
              <a:rPr lang="en-GB" dirty="0"/>
              <a:t> </a:t>
            </a:r>
            <a:r>
              <a:rPr lang="en-GB" dirty="0" err="1"/>
              <a:t>aturit</a:t>
            </a:r>
            <a:r>
              <a:rPr lang="en-GB" dirty="0"/>
              <a:t> </a:t>
            </a:r>
            <a:r>
              <a:rPr lang="en-GB" dirty="0" err="1"/>
              <a:t>faccum</a:t>
            </a:r>
            <a:r>
              <a:rPr lang="en-GB" dirty="0"/>
              <a:t> qui </a:t>
            </a:r>
            <a:r>
              <a:rPr lang="en-GB" dirty="0" err="1"/>
              <a:t>dolor</a:t>
            </a:r>
            <a:r>
              <a:rPr lang="en-GB" dirty="0"/>
              <a:t> a </a:t>
            </a:r>
            <a:r>
              <a:rPr lang="en-GB" dirty="0" err="1"/>
              <a:t>num</a:t>
            </a:r>
            <a:endParaRPr lang="en-GB" dirty="0"/>
          </a:p>
        </p:txBody>
      </p:sp>
      <p:pic>
        <p:nvPicPr>
          <p:cNvPr id="8" name="Graphic 7">
            <a:extLst>
              <a:ext uri="{FF2B5EF4-FFF2-40B4-BE49-F238E27FC236}">
                <a16:creationId xmlns:a16="http://schemas.microsoft.com/office/drawing/2014/main" id="{8E18B2BC-5B8F-6442-A3B3-AB5D063112D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41976" y="733891"/>
            <a:ext cx="1508048" cy="836396"/>
          </a:xfrm>
          <a:prstGeom prst="rect">
            <a:avLst/>
          </a:prstGeom>
        </p:spPr>
      </p:pic>
      <p:cxnSp>
        <p:nvCxnSpPr>
          <p:cNvPr id="3" name="Straight Connector 2">
            <a:extLst>
              <a:ext uri="{FF2B5EF4-FFF2-40B4-BE49-F238E27FC236}">
                <a16:creationId xmlns:a16="http://schemas.microsoft.com/office/drawing/2014/main" id="{7191B82D-853E-F074-193C-5B7F13F89D29}"/>
              </a:ext>
            </a:extLst>
          </p:cNvPr>
          <p:cNvCxnSpPr>
            <a:cxnSpLocks/>
          </p:cNvCxnSpPr>
          <p:nvPr/>
        </p:nvCxnSpPr>
        <p:spPr>
          <a:xfrm>
            <a:off x="4545877" y="4934857"/>
            <a:ext cx="3100252"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1" name="Graphic 10">
            <a:extLst>
              <a:ext uri="{FF2B5EF4-FFF2-40B4-BE49-F238E27FC236}">
                <a16:creationId xmlns:a16="http://schemas.microsoft.com/office/drawing/2014/main" id="{BC971E1A-FF32-8218-BAD9-002E42B9E7A8}"/>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4806" t="46981" r="50235"/>
          <a:stretch/>
        </p:blipFill>
        <p:spPr>
          <a:xfrm>
            <a:off x="8981440" y="0"/>
            <a:ext cx="3210560" cy="3121961"/>
          </a:xfrm>
          <a:prstGeom prst="rect">
            <a:avLst/>
          </a:prstGeom>
        </p:spPr>
      </p:pic>
    </p:spTree>
    <p:extLst>
      <p:ext uri="{BB962C8B-B14F-4D97-AF65-F5344CB8AC3E}">
        <p14:creationId xmlns:p14="http://schemas.microsoft.com/office/powerpoint/2010/main" val="29288610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ky Quote">
    <p:bg>
      <p:bgPr>
        <a:solidFill>
          <a:schemeClr val="accent1"/>
        </a:solidFill>
        <a:effectLst/>
      </p:bgPr>
    </p:bg>
    <p:spTree>
      <p:nvGrpSpPr>
        <p:cNvPr id="1" name=""/>
        <p:cNvGrpSpPr/>
        <p:nvPr/>
      </p:nvGrpSpPr>
      <p:grpSpPr>
        <a:xfrm>
          <a:off x="0" y="0"/>
          <a:ext cx="0" cy="0"/>
          <a:chOff x="0" y="0"/>
          <a:chExt cx="0" cy="0"/>
        </a:xfrm>
      </p:grpSpPr>
      <p:sp>
        <p:nvSpPr>
          <p:cNvPr id="14" name="Subtitle 2">
            <a:extLst>
              <a:ext uri="{FF2B5EF4-FFF2-40B4-BE49-F238E27FC236}">
                <a16:creationId xmlns:a16="http://schemas.microsoft.com/office/drawing/2014/main" id="{055E4C37-FAD6-B449-9189-A035C0C9E88B}"/>
              </a:ext>
            </a:extLst>
          </p:cNvPr>
          <p:cNvSpPr>
            <a:spLocks noGrp="1"/>
          </p:cNvSpPr>
          <p:nvPr>
            <p:ph type="subTitle" idx="1" hasCustomPrompt="1"/>
          </p:nvPr>
        </p:nvSpPr>
        <p:spPr>
          <a:xfrm>
            <a:off x="609601" y="5658220"/>
            <a:ext cx="10972800" cy="465891"/>
          </a:xfrm>
          <a:prstGeom prst="rect">
            <a:avLst/>
          </a:prstGeom>
        </p:spPr>
        <p:txBody>
          <a:bodyPr lIns="91420" tIns="45710" rIns="91420" bIns="45710" anchor="t" anchorCtr="0">
            <a:noAutofit/>
          </a:bodyPr>
          <a:lstStyle>
            <a:lvl1pPr marL="0" indent="0" algn="ctr">
              <a:lnSpc>
                <a:spcPct val="150000"/>
              </a:lnSpc>
              <a:spcBef>
                <a:spcPts val="0"/>
              </a:spcBef>
              <a:spcAft>
                <a:spcPts val="0"/>
              </a:spcAft>
              <a:buNone/>
              <a:defRPr sz="1500" b="0" i="0">
                <a:solidFill>
                  <a:schemeClr val="bg1"/>
                </a:solidFill>
                <a:latin typeface="CiscoSansTT" panose="020B0503020201020303" pitchFamily="34" charset="0"/>
                <a:cs typeface="CiscoSansTT" panose="020B0503020201020303" pitchFamily="34" charset="0"/>
              </a:defRPr>
            </a:lvl1pPr>
            <a:lvl2pPr marL="457138" indent="0" algn="ctr">
              <a:buNone/>
              <a:defRPr>
                <a:solidFill>
                  <a:schemeClr val="tx1">
                    <a:tint val="75000"/>
                  </a:schemeClr>
                </a:solidFill>
              </a:defRPr>
            </a:lvl2pPr>
            <a:lvl3pPr marL="914286" indent="0" algn="ctr">
              <a:buNone/>
              <a:defRPr>
                <a:solidFill>
                  <a:schemeClr val="tx1">
                    <a:tint val="75000"/>
                  </a:schemeClr>
                </a:solidFill>
              </a:defRPr>
            </a:lvl3pPr>
            <a:lvl4pPr marL="1371427" indent="0" algn="ctr">
              <a:buNone/>
              <a:defRPr>
                <a:solidFill>
                  <a:schemeClr val="tx1">
                    <a:tint val="75000"/>
                  </a:schemeClr>
                </a:solidFill>
              </a:defRPr>
            </a:lvl4pPr>
            <a:lvl5pPr marL="1828573" indent="0" algn="ctr">
              <a:buNone/>
              <a:defRPr>
                <a:solidFill>
                  <a:schemeClr val="tx1">
                    <a:tint val="75000"/>
                  </a:schemeClr>
                </a:solidFill>
              </a:defRPr>
            </a:lvl5pPr>
            <a:lvl6pPr marL="2285711" indent="0" algn="ctr">
              <a:buNone/>
              <a:defRPr>
                <a:solidFill>
                  <a:schemeClr val="tx1">
                    <a:tint val="75000"/>
                  </a:schemeClr>
                </a:solidFill>
              </a:defRPr>
            </a:lvl6pPr>
            <a:lvl7pPr marL="2742858" indent="0" algn="ctr">
              <a:buNone/>
              <a:defRPr>
                <a:solidFill>
                  <a:schemeClr val="tx1">
                    <a:tint val="75000"/>
                  </a:schemeClr>
                </a:solidFill>
              </a:defRPr>
            </a:lvl7pPr>
            <a:lvl8pPr marL="3200000" indent="0" algn="ctr">
              <a:buNone/>
              <a:defRPr>
                <a:solidFill>
                  <a:schemeClr val="tx1">
                    <a:tint val="75000"/>
                  </a:schemeClr>
                </a:solidFill>
              </a:defRPr>
            </a:lvl8pPr>
            <a:lvl9pPr marL="3657146" indent="0" algn="ctr">
              <a:buNone/>
              <a:defRPr>
                <a:solidFill>
                  <a:schemeClr val="tx1">
                    <a:tint val="75000"/>
                  </a:schemeClr>
                </a:solidFill>
              </a:defRPr>
            </a:lvl9pPr>
          </a:lstStyle>
          <a:p>
            <a:r>
              <a:rPr lang="en-GB" dirty="0"/>
              <a:t>Speaker role</a:t>
            </a:r>
            <a:endParaRPr lang="en-US" dirty="0"/>
          </a:p>
        </p:txBody>
      </p:sp>
      <p:sp>
        <p:nvSpPr>
          <p:cNvPr id="15" name="Text Placeholder 2">
            <a:extLst>
              <a:ext uri="{FF2B5EF4-FFF2-40B4-BE49-F238E27FC236}">
                <a16:creationId xmlns:a16="http://schemas.microsoft.com/office/drawing/2014/main" id="{FEADEB85-EFB9-A048-BE6B-F1473C49995D}"/>
              </a:ext>
            </a:extLst>
          </p:cNvPr>
          <p:cNvSpPr>
            <a:spLocks noGrp="1"/>
          </p:cNvSpPr>
          <p:nvPr>
            <p:ph type="body" sz="quarter" idx="13" hasCustomPrompt="1"/>
          </p:nvPr>
        </p:nvSpPr>
        <p:spPr>
          <a:xfrm>
            <a:off x="609600" y="5233078"/>
            <a:ext cx="10972800" cy="398668"/>
          </a:xfrm>
          <a:prstGeom prst="rect">
            <a:avLst/>
          </a:prstGeom>
        </p:spPr>
        <p:txBody>
          <a:bodyPr lIns="91420" tIns="45710" rIns="91420" bIns="45710"/>
          <a:lstStyle>
            <a:lvl1pPr marL="0" indent="0" algn="ctr">
              <a:buFont typeface="Arial" panose="020B0604020202020204" pitchFamily="34" charset="0"/>
              <a:buNone/>
              <a:defRPr sz="2400" b="0" i="0" baseline="0">
                <a:solidFill>
                  <a:schemeClr val="bg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Speaker role</a:t>
            </a:r>
          </a:p>
        </p:txBody>
      </p:sp>
      <p:sp>
        <p:nvSpPr>
          <p:cNvPr id="17" name="Title 1">
            <a:extLst>
              <a:ext uri="{FF2B5EF4-FFF2-40B4-BE49-F238E27FC236}">
                <a16:creationId xmlns:a16="http://schemas.microsoft.com/office/drawing/2014/main" id="{86E3EA5B-6C70-8F4D-9385-EC53B25066C1}"/>
              </a:ext>
            </a:extLst>
          </p:cNvPr>
          <p:cNvSpPr>
            <a:spLocks noGrp="1"/>
          </p:cNvSpPr>
          <p:nvPr>
            <p:ph type="ctrTitle" hasCustomPrompt="1"/>
          </p:nvPr>
        </p:nvSpPr>
        <p:spPr>
          <a:xfrm>
            <a:off x="899521" y="1398874"/>
            <a:ext cx="10376024" cy="3311089"/>
          </a:xfrm>
          <a:prstGeom prst="rect">
            <a:avLst/>
          </a:prstGeom>
        </p:spPr>
        <p:txBody>
          <a:bodyPr anchor="ctr"/>
          <a:lstStyle>
            <a:lvl1pPr marL="0" indent="0" algn="ctr">
              <a:lnSpc>
                <a:spcPts val="4800"/>
              </a:lnSpc>
              <a:buFont typeface="Arial" panose="020B0604020202020204" pitchFamily="34" charset="0"/>
              <a:buNone/>
              <a:defRPr sz="4200" b="0" i="0" spc="0" baseline="0">
                <a:solidFill>
                  <a:schemeClr val="bg1"/>
                </a:solidFill>
                <a:latin typeface="CiscoSansTT ExtraLight" panose="020B0303020201020303" pitchFamily="34" charset="0"/>
                <a:cs typeface="CiscoSansTT ExtraLight" panose="020B0303020201020303" pitchFamily="34" charset="0"/>
              </a:defRPr>
            </a:lvl1pPr>
          </a:lstStyle>
          <a:p>
            <a:r>
              <a:rPr lang="en-GB" dirty="0"/>
              <a:t>As the adoption of multi-cloud strategy grows, Ulla </a:t>
            </a:r>
            <a:r>
              <a:rPr lang="en-GB" dirty="0" err="1"/>
              <a:t>sitiora</a:t>
            </a:r>
            <a:r>
              <a:rPr lang="en-GB" dirty="0"/>
              <a:t> </a:t>
            </a:r>
            <a:r>
              <a:rPr lang="en-GB" dirty="0" err="1"/>
              <a:t>turest</a:t>
            </a:r>
            <a:r>
              <a:rPr lang="en-GB" dirty="0"/>
              <a:t> </a:t>
            </a:r>
            <a:r>
              <a:rPr lang="en-GB" dirty="0" err="1"/>
              <a:t>experibus</a:t>
            </a:r>
            <a:r>
              <a:rPr lang="en-GB" dirty="0"/>
              <a:t> </a:t>
            </a:r>
            <a:r>
              <a:rPr lang="en-GB" dirty="0" err="1"/>
              <a:t>ut</a:t>
            </a:r>
            <a:r>
              <a:rPr lang="en-GB" dirty="0"/>
              <a:t> pa </a:t>
            </a:r>
            <a:r>
              <a:rPr lang="en-GB" dirty="0" err="1"/>
              <a:t>dolor</a:t>
            </a:r>
            <a:r>
              <a:rPr lang="en-GB" dirty="0"/>
              <a:t> a </a:t>
            </a:r>
            <a:r>
              <a:rPr lang="en-GB" dirty="0" err="1"/>
              <a:t>conestia</a:t>
            </a:r>
            <a:r>
              <a:rPr lang="en-GB" dirty="0"/>
              <a:t> vent </a:t>
            </a:r>
            <a:r>
              <a:rPr lang="en-GB" dirty="0" err="1"/>
              <a:t>eosse</a:t>
            </a:r>
            <a:r>
              <a:rPr lang="en-GB" dirty="0"/>
              <a:t> non </a:t>
            </a:r>
            <a:r>
              <a:rPr lang="en-GB" dirty="0" err="1"/>
              <a:t>consequ</a:t>
            </a:r>
            <a:r>
              <a:rPr lang="en-GB" dirty="0"/>
              <a:t> </a:t>
            </a:r>
            <a:r>
              <a:rPr lang="en-GB" dirty="0" err="1"/>
              <a:t>aturit</a:t>
            </a:r>
            <a:r>
              <a:rPr lang="en-GB" dirty="0"/>
              <a:t> </a:t>
            </a:r>
            <a:r>
              <a:rPr lang="en-GB" dirty="0" err="1"/>
              <a:t>faccum</a:t>
            </a:r>
            <a:r>
              <a:rPr lang="en-GB" dirty="0"/>
              <a:t> qui </a:t>
            </a:r>
            <a:r>
              <a:rPr lang="en-GB" dirty="0" err="1"/>
              <a:t>dolor</a:t>
            </a:r>
            <a:r>
              <a:rPr lang="en-GB" dirty="0"/>
              <a:t> a </a:t>
            </a:r>
            <a:r>
              <a:rPr lang="en-GB" dirty="0" err="1"/>
              <a:t>num</a:t>
            </a:r>
            <a:endParaRPr lang="en-GB" dirty="0"/>
          </a:p>
        </p:txBody>
      </p:sp>
      <p:pic>
        <p:nvPicPr>
          <p:cNvPr id="8" name="Graphic 7">
            <a:extLst>
              <a:ext uri="{FF2B5EF4-FFF2-40B4-BE49-F238E27FC236}">
                <a16:creationId xmlns:a16="http://schemas.microsoft.com/office/drawing/2014/main" id="{8E18B2BC-5B8F-6442-A3B3-AB5D063112D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41976" y="733891"/>
            <a:ext cx="1508048" cy="836396"/>
          </a:xfrm>
          <a:prstGeom prst="rect">
            <a:avLst/>
          </a:prstGeom>
        </p:spPr>
      </p:pic>
      <p:pic>
        <p:nvPicPr>
          <p:cNvPr id="16" name="Graphic 15">
            <a:extLst>
              <a:ext uri="{FF2B5EF4-FFF2-40B4-BE49-F238E27FC236}">
                <a16:creationId xmlns:a16="http://schemas.microsoft.com/office/drawing/2014/main" id="{DF934E4D-2E37-A7A2-A96B-A43A1A9B1543}"/>
              </a:ext>
            </a:extLst>
          </p:cNvPr>
          <p:cNvPicPr>
            <a:picLocks noChangeAspect="1"/>
          </p:cNvPicPr>
          <p:nvPr/>
        </p:nvPicPr>
        <p:blipFill rotWithShape="1">
          <a:blip>
            <a:alphaModFix/>
            <a:extLst>
              <a:ext uri="{96DAC541-7B7A-43D3-8B79-37D633B846F1}">
                <asvg:svgBlip xmlns:asvg="http://schemas.microsoft.com/office/drawing/2016/SVG/main" r:embed="rId3"/>
              </a:ext>
            </a:extLst>
          </a:blip>
          <a:srcRect l="-6339" t="50000" r="47438" b="-7103"/>
          <a:stretch/>
        </p:blipFill>
        <p:spPr>
          <a:xfrm>
            <a:off x="8778240" y="-1"/>
            <a:ext cx="3413760" cy="3312384"/>
          </a:xfrm>
          <a:prstGeom prst="rect">
            <a:avLst/>
          </a:prstGeom>
        </p:spPr>
      </p:pic>
      <p:cxnSp>
        <p:nvCxnSpPr>
          <p:cNvPr id="3" name="Straight Connector 2">
            <a:extLst>
              <a:ext uri="{FF2B5EF4-FFF2-40B4-BE49-F238E27FC236}">
                <a16:creationId xmlns:a16="http://schemas.microsoft.com/office/drawing/2014/main" id="{7191B82D-853E-F074-193C-5B7F13F89D29}"/>
              </a:ext>
            </a:extLst>
          </p:cNvPr>
          <p:cNvCxnSpPr>
            <a:cxnSpLocks/>
          </p:cNvCxnSpPr>
          <p:nvPr/>
        </p:nvCxnSpPr>
        <p:spPr>
          <a:xfrm>
            <a:off x="4545877" y="4934857"/>
            <a:ext cx="3100252"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83755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que Left">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EFE63EB2-AC2A-7CCF-67A5-94304A46048C}"/>
              </a:ext>
            </a:extLst>
          </p:cNvPr>
          <p:cNvPicPr>
            <a:picLocks noChangeAspect="1"/>
          </p:cNvPicPr>
          <p:nvPr/>
        </p:nvPicPr>
        <p:blipFill rotWithShape="1">
          <a:blip>
            <a:extLst>
              <a:ext uri="{96DAC541-7B7A-43D3-8B79-37D633B846F1}">
                <asvg:svgBlip xmlns:asvg="http://schemas.microsoft.com/office/drawing/2016/SVG/main" r:embed="rId2"/>
              </a:ext>
            </a:extLst>
          </a:blip>
          <a:srcRect l="-4806" t="-1734" r="50235" b="48715"/>
          <a:stretch/>
        </p:blipFill>
        <p:spPr>
          <a:xfrm>
            <a:off x="4925568" y="-207905"/>
            <a:ext cx="7266432" cy="7065906"/>
          </a:xfrm>
          <a:prstGeom prst="rect">
            <a:avLst/>
          </a:prstGeom>
        </p:spPr>
      </p:pic>
      <p:sp>
        <p:nvSpPr>
          <p:cNvPr id="6" name="Title 1">
            <a:extLst>
              <a:ext uri="{FF2B5EF4-FFF2-40B4-BE49-F238E27FC236}">
                <a16:creationId xmlns:a16="http://schemas.microsoft.com/office/drawing/2014/main" id="{CBA1FD7D-7C93-E645-B2E9-AD2B9329C1E8}"/>
              </a:ext>
            </a:extLst>
          </p:cNvPr>
          <p:cNvSpPr>
            <a:spLocks noGrp="1"/>
          </p:cNvSpPr>
          <p:nvPr>
            <p:ph type="ctrTitle" hasCustomPrompt="1"/>
          </p:nvPr>
        </p:nvSpPr>
        <p:spPr>
          <a:xfrm>
            <a:off x="625930" y="2565402"/>
            <a:ext cx="10232589" cy="637377"/>
          </a:xfrm>
          <a:prstGeom prst="rect">
            <a:avLst/>
          </a:prstGeom>
        </p:spPr>
        <p:txBody>
          <a:bodyPr lIns="0" tIns="0" rIns="0" bIns="0" anchor="ctr"/>
          <a:lstStyle>
            <a:lvl1pPr marL="0" indent="0" algn="l">
              <a:lnSpc>
                <a:spcPts val="4800"/>
              </a:lnSpc>
              <a:buFont typeface="Arial" panose="020B0604020202020204" pitchFamily="34" charset="0"/>
              <a:buNone/>
              <a:defRPr sz="4200" b="0" i="0" spc="0" baseline="0">
                <a:solidFill>
                  <a:schemeClr val="bg1"/>
                </a:solidFill>
                <a:latin typeface="CiscoSansTT ExtraLight" panose="020B0303020201020303" pitchFamily="34" charset="0"/>
                <a:cs typeface="CiscoSansTT ExtraLight" panose="020B0303020201020303" pitchFamily="34" charset="0"/>
              </a:defRPr>
            </a:lvl1pPr>
          </a:lstStyle>
          <a:p>
            <a:r>
              <a:rPr lang="en-GB" dirty="0"/>
              <a:t>Segue slide copy goes here</a:t>
            </a:r>
            <a:endParaRPr lang="en-US" dirty="0"/>
          </a:p>
        </p:txBody>
      </p:sp>
    </p:spTree>
    <p:extLst>
      <p:ext uri="{BB962C8B-B14F-4D97-AF65-F5344CB8AC3E}">
        <p14:creationId xmlns:p14="http://schemas.microsoft.com/office/powerpoint/2010/main" val="160198217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ky Seque Left">
    <p:bg>
      <p:bgPr>
        <a:solidFill>
          <a:schemeClr val="accent1"/>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CBA1FD7D-7C93-E645-B2E9-AD2B9329C1E8}"/>
              </a:ext>
            </a:extLst>
          </p:cNvPr>
          <p:cNvSpPr>
            <a:spLocks noGrp="1"/>
          </p:cNvSpPr>
          <p:nvPr>
            <p:ph type="ctrTitle" hasCustomPrompt="1"/>
          </p:nvPr>
        </p:nvSpPr>
        <p:spPr>
          <a:xfrm>
            <a:off x="625930" y="2565402"/>
            <a:ext cx="10232589" cy="637377"/>
          </a:xfrm>
          <a:prstGeom prst="rect">
            <a:avLst/>
          </a:prstGeom>
        </p:spPr>
        <p:txBody>
          <a:bodyPr lIns="0" tIns="0" rIns="0" bIns="0" anchor="ctr"/>
          <a:lstStyle>
            <a:lvl1pPr marL="0" indent="0" algn="l">
              <a:lnSpc>
                <a:spcPts val="4800"/>
              </a:lnSpc>
              <a:buFont typeface="Arial" panose="020B0604020202020204" pitchFamily="34" charset="0"/>
              <a:buNone/>
              <a:defRPr sz="4200" b="0" i="0" spc="0" baseline="0">
                <a:solidFill>
                  <a:schemeClr val="bg1"/>
                </a:solidFill>
                <a:latin typeface="CiscoSansTT ExtraLight" panose="020B0303020201020303" pitchFamily="34" charset="0"/>
                <a:cs typeface="CiscoSansTT ExtraLight" panose="020B0303020201020303" pitchFamily="34" charset="0"/>
              </a:defRPr>
            </a:lvl1pPr>
          </a:lstStyle>
          <a:p>
            <a:r>
              <a:rPr lang="en-GB" dirty="0"/>
              <a:t>Segue slide copy goes here</a:t>
            </a:r>
            <a:endParaRPr lang="en-US" dirty="0"/>
          </a:p>
        </p:txBody>
      </p:sp>
      <p:pic>
        <p:nvPicPr>
          <p:cNvPr id="4" name="Graphic 3">
            <a:extLst>
              <a:ext uri="{FF2B5EF4-FFF2-40B4-BE49-F238E27FC236}">
                <a16:creationId xmlns:a16="http://schemas.microsoft.com/office/drawing/2014/main" id="{6BC94FF4-6CDA-6176-11AC-4CEBD21C85D6}"/>
              </a:ext>
            </a:extLst>
          </p:cNvPr>
          <p:cNvPicPr>
            <a:picLocks noChangeAspect="1"/>
          </p:cNvPicPr>
          <p:nvPr/>
        </p:nvPicPr>
        <p:blipFill rotWithShape="1">
          <a:blip>
            <a:extLst>
              <a:ext uri="{96DAC541-7B7A-43D3-8B79-37D633B846F1}">
                <asvg:svgBlip xmlns:asvg="http://schemas.microsoft.com/office/drawing/2016/SVG/main" r:embed="rId2"/>
              </a:ext>
            </a:extLst>
          </a:blip>
          <a:srcRect l="-3398" t="350" r="48853" b="46864"/>
          <a:stretch/>
        </p:blipFill>
        <p:spPr>
          <a:xfrm>
            <a:off x="6835927" y="1652016"/>
            <a:ext cx="5374832" cy="5205984"/>
          </a:xfrm>
          <a:prstGeom prst="rect">
            <a:avLst/>
          </a:prstGeom>
        </p:spPr>
      </p:pic>
    </p:spTree>
    <p:extLst>
      <p:ext uri="{BB962C8B-B14F-4D97-AF65-F5344CB8AC3E}">
        <p14:creationId xmlns:p14="http://schemas.microsoft.com/office/powerpoint/2010/main" val="312530957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ext Left">
    <p:spTree>
      <p:nvGrpSpPr>
        <p:cNvPr id="1" name=""/>
        <p:cNvGrpSpPr/>
        <p:nvPr/>
      </p:nvGrpSpPr>
      <p:grpSpPr>
        <a:xfrm>
          <a:off x="0" y="0"/>
          <a:ext cx="0" cy="0"/>
          <a:chOff x="0" y="0"/>
          <a:chExt cx="0" cy="0"/>
        </a:xfrm>
      </p:grpSpPr>
      <p:sp>
        <p:nvSpPr>
          <p:cNvPr id="7" name="Text Placeholder 2">
            <a:extLst>
              <a:ext uri="{FF2B5EF4-FFF2-40B4-BE49-F238E27FC236}">
                <a16:creationId xmlns:a16="http://schemas.microsoft.com/office/drawing/2014/main" id="{288E9818-CDB2-294C-86DC-E17877CD33A8}"/>
              </a:ext>
            </a:extLst>
          </p:cNvPr>
          <p:cNvSpPr>
            <a:spLocks noGrp="1"/>
          </p:cNvSpPr>
          <p:nvPr>
            <p:ph type="body" sz="quarter" idx="15" hasCustomPrompt="1"/>
          </p:nvPr>
        </p:nvSpPr>
        <p:spPr>
          <a:xfrm>
            <a:off x="621965" y="2812144"/>
            <a:ext cx="3489235"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a:t>
            </a:r>
            <a:r>
              <a:rPr lang="en-GB" dirty="0" err="1"/>
              <a:t>labore</a:t>
            </a:r>
            <a:r>
              <a:rPr lang="en-GB" dirty="0"/>
              <a:t>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et dolore.</a:t>
            </a:r>
          </a:p>
          <a:p>
            <a:pPr lvl="0"/>
            <a:endParaRPr lang="en-GB" dirty="0"/>
          </a:p>
        </p:txBody>
      </p:sp>
      <p:sp>
        <p:nvSpPr>
          <p:cNvPr id="9" name="Text Placeholder 2">
            <a:extLst>
              <a:ext uri="{FF2B5EF4-FFF2-40B4-BE49-F238E27FC236}">
                <a16:creationId xmlns:a16="http://schemas.microsoft.com/office/drawing/2014/main" id="{355C6030-64DC-1C43-BC53-97F66AC982AB}"/>
              </a:ext>
            </a:extLst>
          </p:cNvPr>
          <p:cNvSpPr>
            <a:spLocks noGrp="1"/>
          </p:cNvSpPr>
          <p:nvPr>
            <p:ph type="body" sz="quarter" idx="16" hasCustomPrompt="1"/>
          </p:nvPr>
        </p:nvSpPr>
        <p:spPr>
          <a:xfrm>
            <a:off x="621965" y="2382521"/>
            <a:ext cx="3489235" cy="182881"/>
          </a:xfrm>
          <a:prstGeom prst="rect">
            <a:avLst/>
          </a:prstGeom>
        </p:spPr>
        <p:txBody>
          <a:bodyPr lIns="0" tIns="0" rIns="0" bIns="0"/>
          <a:lstStyle>
            <a:lvl1pPr marL="0" indent="0">
              <a:buFont typeface="Arial" panose="020B0604020202020204" pitchFamily="34" charset="0"/>
              <a:buNone/>
              <a:defRPr sz="16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a:t>
            </a:r>
          </a:p>
        </p:txBody>
      </p:sp>
      <p:sp>
        <p:nvSpPr>
          <p:cNvPr id="8" name="Title 1">
            <a:extLst>
              <a:ext uri="{FF2B5EF4-FFF2-40B4-BE49-F238E27FC236}">
                <a16:creationId xmlns:a16="http://schemas.microsoft.com/office/drawing/2014/main" id="{5FB0ED95-38E7-2A5D-7BFA-218DE01901E4}"/>
              </a:ext>
            </a:extLst>
          </p:cNvPr>
          <p:cNvSpPr>
            <a:spLocks noGrp="1"/>
          </p:cNvSpPr>
          <p:nvPr>
            <p:ph type="ctrTitle" hasCustomPrompt="1"/>
          </p:nvPr>
        </p:nvSpPr>
        <p:spPr>
          <a:xfrm>
            <a:off x="621967" y="1766048"/>
            <a:ext cx="3489235" cy="443753"/>
          </a:xfrm>
          <a:prstGeom prst="rect">
            <a:avLst/>
          </a:prstGeom>
        </p:spPr>
        <p:txBody>
          <a:bodyPr lIns="0" tIns="0" rIns="0" bIns="0" anchor="b"/>
          <a:lstStyle>
            <a:lvl1pPr marL="0" indent="0" algn="l">
              <a:lnSpc>
                <a:spcPct val="100000"/>
              </a:lnSpc>
              <a:buFont typeface="Arial" panose="020B0604020202020204" pitchFamily="34" charset="0"/>
              <a:buNone/>
              <a:defRPr sz="3200" b="0" i="0" spc="0" baseline="0">
                <a:solidFill>
                  <a:schemeClr val="bg1"/>
                </a:solidFill>
                <a:latin typeface="CiscoSansTT ExtraLight" panose="020B0303020201020303" pitchFamily="34" charset="0"/>
                <a:cs typeface="CiscoSansTT ExtraLight" panose="020B0303020201020303" pitchFamily="34" charset="0"/>
              </a:defRPr>
            </a:lvl1pPr>
          </a:lstStyle>
          <a:p>
            <a:r>
              <a:rPr lang="en-GB" dirty="0"/>
              <a:t>Heading</a:t>
            </a:r>
            <a:endParaRPr lang="en-US" dirty="0"/>
          </a:p>
        </p:txBody>
      </p:sp>
      <p:sp>
        <p:nvSpPr>
          <p:cNvPr id="11" name="Text Placeholder 2">
            <a:extLst>
              <a:ext uri="{FF2B5EF4-FFF2-40B4-BE49-F238E27FC236}">
                <a16:creationId xmlns:a16="http://schemas.microsoft.com/office/drawing/2014/main" id="{4D01B711-3A91-6FAB-F154-53DD712B5BD5}"/>
              </a:ext>
            </a:extLst>
          </p:cNvPr>
          <p:cNvSpPr>
            <a:spLocks noGrp="1"/>
          </p:cNvSpPr>
          <p:nvPr>
            <p:ph type="body" sz="quarter" idx="14" hasCustomPrompt="1"/>
          </p:nvPr>
        </p:nvSpPr>
        <p:spPr>
          <a:xfrm>
            <a:off x="625928" y="431801"/>
            <a:ext cx="3489235" cy="304800"/>
          </a:xfrm>
          <a:prstGeom prst="rect">
            <a:avLst/>
          </a:prstGeom>
        </p:spPr>
        <p:txBody>
          <a:bodyPr lIns="0" tIns="0" rIns="0" bIns="0"/>
          <a:lstStyle>
            <a:lvl1pPr marL="0" indent="0">
              <a:spcBef>
                <a:spcPts val="0"/>
              </a:spcBef>
              <a:buFont typeface="Arial" panose="020B0604020202020204" pitchFamily="34" charset="0"/>
              <a:buNone/>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Tree>
    <p:extLst>
      <p:ext uri="{BB962C8B-B14F-4D97-AF65-F5344CB8AC3E}">
        <p14:creationId xmlns:p14="http://schemas.microsoft.com/office/powerpoint/2010/main" val="2494178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ky Text Left">
    <p:bg>
      <p:bgPr>
        <a:solidFill>
          <a:schemeClr val="accent1"/>
        </a:solidFill>
        <a:effectLst/>
      </p:bgPr>
    </p:bg>
    <p:spTree>
      <p:nvGrpSpPr>
        <p:cNvPr id="1" name=""/>
        <p:cNvGrpSpPr/>
        <p:nvPr/>
      </p:nvGrpSpPr>
      <p:grpSpPr>
        <a:xfrm>
          <a:off x="0" y="0"/>
          <a:ext cx="0" cy="0"/>
          <a:chOff x="0" y="0"/>
          <a:chExt cx="0" cy="0"/>
        </a:xfrm>
      </p:grpSpPr>
      <p:sp>
        <p:nvSpPr>
          <p:cNvPr id="7" name="Text Placeholder 2">
            <a:extLst>
              <a:ext uri="{FF2B5EF4-FFF2-40B4-BE49-F238E27FC236}">
                <a16:creationId xmlns:a16="http://schemas.microsoft.com/office/drawing/2014/main" id="{288E9818-CDB2-294C-86DC-E17877CD33A8}"/>
              </a:ext>
            </a:extLst>
          </p:cNvPr>
          <p:cNvSpPr>
            <a:spLocks noGrp="1"/>
          </p:cNvSpPr>
          <p:nvPr>
            <p:ph type="body" sz="quarter" idx="15" hasCustomPrompt="1"/>
          </p:nvPr>
        </p:nvSpPr>
        <p:spPr>
          <a:xfrm>
            <a:off x="621965" y="2812144"/>
            <a:ext cx="3489235"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bg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a:t>
            </a:r>
            <a:r>
              <a:rPr lang="en-GB" dirty="0" err="1"/>
              <a:t>labore</a:t>
            </a:r>
            <a:r>
              <a:rPr lang="en-GB" dirty="0"/>
              <a:t>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et dolore.</a:t>
            </a:r>
          </a:p>
          <a:p>
            <a:pPr lvl="0"/>
            <a:endParaRPr lang="en-GB" dirty="0"/>
          </a:p>
        </p:txBody>
      </p:sp>
      <p:sp>
        <p:nvSpPr>
          <p:cNvPr id="9" name="Text Placeholder 2">
            <a:extLst>
              <a:ext uri="{FF2B5EF4-FFF2-40B4-BE49-F238E27FC236}">
                <a16:creationId xmlns:a16="http://schemas.microsoft.com/office/drawing/2014/main" id="{355C6030-64DC-1C43-BC53-97F66AC982AB}"/>
              </a:ext>
            </a:extLst>
          </p:cNvPr>
          <p:cNvSpPr>
            <a:spLocks noGrp="1"/>
          </p:cNvSpPr>
          <p:nvPr>
            <p:ph type="body" sz="quarter" idx="16" hasCustomPrompt="1"/>
          </p:nvPr>
        </p:nvSpPr>
        <p:spPr>
          <a:xfrm>
            <a:off x="621965" y="2382521"/>
            <a:ext cx="3489235" cy="182881"/>
          </a:xfrm>
          <a:prstGeom prst="rect">
            <a:avLst/>
          </a:prstGeom>
        </p:spPr>
        <p:txBody>
          <a:bodyPr lIns="0" tIns="0" rIns="0" bIns="0"/>
          <a:lstStyle>
            <a:lvl1pPr marL="0" indent="0">
              <a:buFont typeface="Arial" panose="020B0604020202020204" pitchFamily="34" charset="0"/>
              <a:buNone/>
              <a:defRPr sz="1600" b="0" i="0" baseline="0">
                <a:solidFill>
                  <a:schemeClr val="bg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a:t>
            </a:r>
          </a:p>
        </p:txBody>
      </p:sp>
      <p:sp>
        <p:nvSpPr>
          <p:cNvPr id="8" name="Title 1">
            <a:extLst>
              <a:ext uri="{FF2B5EF4-FFF2-40B4-BE49-F238E27FC236}">
                <a16:creationId xmlns:a16="http://schemas.microsoft.com/office/drawing/2014/main" id="{5FB0ED95-38E7-2A5D-7BFA-218DE01901E4}"/>
              </a:ext>
            </a:extLst>
          </p:cNvPr>
          <p:cNvSpPr>
            <a:spLocks noGrp="1"/>
          </p:cNvSpPr>
          <p:nvPr>
            <p:ph type="ctrTitle" hasCustomPrompt="1"/>
          </p:nvPr>
        </p:nvSpPr>
        <p:spPr>
          <a:xfrm>
            <a:off x="621967" y="1766048"/>
            <a:ext cx="3489235" cy="443753"/>
          </a:xfrm>
          <a:prstGeom prst="rect">
            <a:avLst/>
          </a:prstGeom>
        </p:spPr>
        <p:txBody>
          <a:bodyPr lIns="0" tIns="0" rIns="0" bIns="0" anchor="b"/>
          <a:lstStyle>
            <a:lvl1pPr marL="0" indent="0" algn="l">
              <a:lnSpc>
                <a:spcPct val="100000"/>
              </a:lnSpc>
              <a:buFont typeface="Arial" panose="020B0604020202020204" pitchFamily="34" charset="0"/>
              <a:buNone/>
              <a:defRPr sz="3200" b="0" i="0" spc="0" baseline="0">
                <a:solidFill>
                  <a:schemeClr val="bg1"/>
                </a:solidFill>
                <a:latin typeface="CiscoSansTT ExtraLight" panose="020B0303020201020303" pitchFamily="34" charset="0"/>
                <a:cs typeface="CiscoSansTT ExtraLight" panose="020B0303020201020303" pitchFamily="34" charset="0"/>
              </a:defRPr>
            </a:lvl1pPr>
          </a:lstStyle>
          <a:p>
            <a:r>
              <a:rPr lang="en-GB" dirty="0"/>
              <a:t>Heading</a:t>
            </a:r>
            <a:endParaRPr lang="en-US" dirty="0"/>
          </a:p>
        </p:txBody>
      </p:sp>
      <p:sp>
        <p:nvSpPr>
          <p:cNvPr id="11" name="Text Placeholder 2">
            <a:extLst>
              <a:ext uri="{FF2B5EF4-FFF2-40B4-BE49-F238E27FC236}">
                <a16:creationId xmlns:a16="http://schemas.microsoft.com/office/drawing/2014/main" id="{4D01B711-3A91-6FAB-F154-53DD712B5BD5}"/>
              </a:ext>
            </a:extLst>
          </p:cNvPr>
          <p:cNvSpPr>
            <a:spLocks noGrp="1"/>
          </p:cNvSpPr>
          <p:nvPr>
            <p:ph type="body" sz="quarter" idx="14" hasCustomPrompt="1"/>
          </p:nvPr>
        </p:nvSpPr>
        <p:spPr>
          <a:xfrm>
            <a:off x="625928" y="431801"/>
            <a:ext cx="3489235" cy="304800"/>
          </a:xfrm>
          <a:prstGeom prst="rect">
            <a:avLst/>
          </a:prstGeom>
        </p:spPr>
        <p:txBody>
          <a:bodyPr lIns="0" tIns="0" rIns="0" bIns="0"/>
          <a:lstStyle>
            <a:lvl1pPr marL="0" indent="0">
              <a:spcBef>
                <a:spcPts val="0"/>
              </a:spcBef>
              <a:buFont typeface="Arial" panose="020B0604020202020204" pitchFamily="34" charset="0"/>
              <a:buNone/>
              <a:defRPr sz="1300" b="0" i="0" baseline="0">
                <a:solidFill>
                  <a:schemeClr val="bg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Tree>
    <p:extLst>
      <p:ext uri="{BB962C8B-B14F-4D97-AF65-F5344CB8AC3E}">
        <p14:creationId xmlns:p14="http://schemas.microsoft.com/office/powerpoint/2010/main" val="8139306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ext Left 2">
    <p:spTree>
      <p:nvGrpSpPr>
        <p:cNvPr id="1" name=""/>
        <p:cNvGrpSpPr/>
        <p:nvPr/>
      </p:nvGrpSpPr>
      <p:grpSpPr>
        <a:xfrm>
          <a:off x="0" y="0"/>
          <a:ext cx="0" cy="0"/>
          <a:chOff x="0" y="0"/>
          <a:chExt cx="0" cy="0"/>
        </a:xfrm>
      </p:grpSpPr>
      <p:sp>
        <p:nvSpPr>
          <p:cNvPr id="20" name="Text Placeholder 2">
            <a:extLst>
              <a:ext uri="{FF2B5EF4-FFF2-40B4-BE49-F238E27FC236}">
                <a16:creationId xmlns:a16="http://schemas.microsoft.com/office/drawing/2014/main" id="{D74462BA-6EBC-1140-992B-557518B13645}"/>
              </a:ext>
            </a:extLst>
          </p:cNvPr>
          <p:cNvSpPr>
            <a:spLocks noGrp="1"/>
          </p:cNvSpPr>
          <p:nvPr>
            <p:ph type="body" sz="quarter" idx="20" hasCustomPrompt="1"/>
          </p:nvPr>
        </p:nvSpPr>
        <p:spPr>
          <a:xfrm>
            <a:off x="621965" y="4226952"/>
            <a:ext cx="3489235" cy="182881"/>
          </a:xfrm>
          <a:prstGeom prst="rect">
            <a:avLst/>
          </a:prstGeom>
        </p:spPr>
        <p:txBody>
          <a:bodyPr lIns="0" tIns="0" rIns="0" bIns="0"/>
          <a:lstStyle>
            <a:lvl1pPr marL="0" indent="0">
              <a:buFont typeface="Arial" panose="020B0604020202020204" pitchFamily="34" charset="0"/>
              <a:buNone/>
              <a:defRPr sz="16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a:t>
            </a:r>
          </a:p>
        </p:txBody>
      </p:sp>
      <p:sp>
        <p:nvSpPr>
          <p:cNvPr id="11" name="Text Placeholder 2">
            <a:extLst>
              <a:ext uri="{FF2B5EF4-FFF2-40B4-BE49-F238E27FC236}">
                <a16:creationId xmlns:a16="http://schemas.microsoft.com/office/drawing/2014/main" id="{80F1C889-3D11-B94B-8DC7-F979FE6EE152}"/>
              </a:ext>
            </a:extLst>
          </p:cNvPr>
          <p:cNvSpPr>
            <a:spLocks noGrp="1"/>
          </p:cNvSpPr>
          <p:nvPr>
            <p:ph type="body" sz="quarter" idx="21" hasCustomPrompt="1"/>
          </p:nvPr>
        </p:nvSpPr>
        <p:spPr>
          <a:xfrm>
            <a:off x="621965" y="4630179"/>
            <a:ext cx="3489235"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et dolore.</a:t>
            </a:r>
          </a:p>
          <a:p>
            <a:pPr lvl="0"/>
            <a:endParaRPr lang="en-GB" dirty="0"/>
          </a:p>
        </p:txBody>
      </p:sp>
      <p:sp>
        <p:nvSpPr>
          <p:cNvPr id="12" name="Text Placeholder 2">
            <a:extLst>
              <a:ext uri="{FF2B5EF4-FFF2-40B4-BE49-F238E27FC236}">
                <a16:creationId xmlns:a16="http://schemas.microsoft.com/office/drawing/2014/main" id="{ED42BE5F-6F6F-F37B-C64E-3CA0471064D5}"/>
              </a:ext>
            </a:extLst>
          </p:cNvPr>
          <p:cNvSpPr>
            <a:spLocks noGrp="1"/>
          </p:cNvSpPr>
          <p:nvPr>
            <p:ph type="body" sz="quarter" idx="14" hasCustomPrompt="1"/>
          </p:nvPr>
        </p:nvSpPr>
        <p:spPr>
          <a:xfrm>
            <a:off x="625928" y="431801"/>
            <a:ext cx="3489235" cy="304800"/>
          </a:xfrm>
          <a:prstGeom prst="rect">
            <a:avLst/>
          </a:prstGeom>
        </p:spPr>
        <p:txBody>
          <a:bodyPr lIns="0" tIns="0" rIns="0" bIns="0"/>
          <a:lstStyle>
            <a:lvl1pPr marL="0" indent="0">
              <a:spcBef>
                <a:spcPts val="0"/>
              </a:spcBef>
              <a:buFont typeface="Arial" panose="020B0604020202020204" pitchFamily="34" charset="0"/>
              <a:buNone/>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
        <p:nvSpPr>
          <p:cNvPr id="15" name="Text Placeholder 2">
            <a:extLst>
              <a:ext uri="{FF2B5EF4-FFF2-40B4-BE49-F238E27FC236}">
                <a16:creationId xmlns:a16="http://schemas.microsoft.com/office/drawing/2014/main" id="{07CC7059-5853-40FD-F640-AA28414874BB}"/>
              </a:ext>
            </a:extLst>
          </p:cNvPr>
          <p:cNvSpPr>
            <a:spLocks noGrp="1"/>
          </p:cNvSpPr>
          <p:nvPr>
            <p:ph type="body" sz="quarter" idx="15" hasCustomPrompt="1"/>
          </p:nvPr>
        </p:nvSpPr>
        <p:spPr>
          <a:xfrm>
            <a:off x="621965" y="2812144"/>
            <a:ext cx="3489235"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a:t>
            </a:r>
            <a:r>
              <a:rPr lang="en-GB" dirty="0" err="1"/>
              <a:t>labore</a:t>
            </a:r>
            <a:r>
              <a:rPr lang="en-GB" dirty="0"/>
              <a:t>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et dolore.</a:t>
            </a:r>
          </a:p>
          <a:p>
            <a:pPr lvl="0"/>
            <a:endParaRPr lang="en-GB" dirty="0"/>
          </a:p>
        </p:txBody>
      </p:sp>
      <p:sp>
        <p:nvSpPr>
          <p:cNvPr id="16" name="Text Placeholder 2">
            <a:extLst>
              <a:ext uri="{FF2B5EF4-FFF2-40B4-BE49-F238E27FC236}">
                <a16:creationId xmlns:a16="http://schemas.microsoft.com/office/drawing/2014/main" id="{D5C82917-3C59-E329-4092-6FE5AC7EED56}"/>
              </a:ext>
            </a:extLst>
          </p:cNvPr>
          <p:cNvSpPr>
            <a:spLocks noGrp="1"/>
          </p:cNvSpPr>
          <p:nvPr>
            <p:ph type="body" sz="quarter" idx="16" hasCustomPrompt="1"/>
          </p:nvPr>
        </p:nvSpPr>
        <p:spPr>
          <a:xfrm>
            <a:off x="621965" y="2382521"/>
            <a:ext cx="3489235" cy="182881"/>
          </a:xfrm>
          <a:prstGeom prst="rect">
            <a:avLst/>
          </a:prstGeom>
        </p:spPr>
        <p:txBody>
          <a:bodyPr lIns="0" tIns="0" rIns="0" bIns="0"/>
          <a:lstStyle>
            <a:lvl1pPr marL="0" indent="0">
              <a:buFont typeface="Arial" panose="020B0604020202020204" pitchFamily="34" charset="0"/>
              <a:buNone/>
              <a:defRPr sz="16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a:t>
            </a:r>
          </a:p>
        </p:txBody>
      </p:sp>
      <p:sp>
        <p:nvSpPr>
          <p:cNvPr id="17" name="Title 1">
            <a:extLst>
              <a:ext uri="{FF2B5EF4-FFF2-40B4-BE49-F238E27FC236}">
                <a16:creationId xmlns:a16="http://schemas.microsoft.com/office/drawing/2014/main" id="{2D1E7E73-3E89-BA10-DC01-7E300E996439}"/>
              </a:ext>
            </a:extLst>
          </p:cNvPr>
          <p:cNvSpPr>
            <a:spLocks noGrp="1"/>
          </p:cNvSpPr>
          <p:nvPr>
            <p:ph type="ctrTitle" hasCustomPrompt="1"/>
          </p:nvPr>
        </p:nvSpPr>
        <p:spPr>
          <a:xfrm>
            <a:off x="621967" y="1766048"/>
            <a:ext cx="3489235" cy="443753"/>
          </a:xfrm>
          <a:prstGeom prst="rect">
            <a:avLst/>
          </a:prstGeom>
        </p:spPr>
        <p:txBody>
          <a:bodyPr lIns="0" tIns="0" rIns="0" bIns="0" anchor="b"/>
          <a:lstStyle>
            <a:lvl1pPr marL="0" indent="0" algn="l">
              <a:lnSpc>
                <a:spcPct val="100000"/>
              </a:lnSpc>
              <a:buFont typeface="Arial" panose="020B0604020202020204" pitchFamily="34" charset="0"/>
              <a:buNone/>
              <a:defRPr sz="3200" b="0" i="0" spc="0" baseline="0">
                <a:solidFill>
                  <a:schemeClr val="bg1"/>
                </a:solidFill>
                <a:latin typeface="CiscoSansTT ExtraLight" panose="020B0303020201020303" pitchFamily="34" charset="0"/>
                <a:cs typeface="CiscoSansTT ExtraLight" panose="020B0303020201020303" pitchFamily="34" charset="0"/>
              </a:defRPr>
            </a:lvl1pPr>
          </a:lstStyle>
          <a:p>
            <a:r>
              <a:rPr lang="en-GB" dirty="0"/>
              <a:t>Heading</a:t>
            </a:r>
            <a:endParaRPr lang="en-US" dirty="0"/>
          </a:p>
        </p:txBody>
      </p:sp>
    </p:spTree>
    <p:extLst>
      <p:ext uri="{BB962C8B-B14F-4D97-AF65-F5344CB8AC3E}">
        <p14:creationId xmlns:p14="http://schemas.microsoft.com/office/powerpoint/2010/main" val="205253001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ky Text Left 2">
    <p:bg>
      <p:bgPr>
        <a:solidFill>
          <a:schemeClr val="accent1"/>
        </a:solidFill>
        <a:effectLst/>
      </p:bgPr>
    </p:bg>
    <p:spTree>
      <p:nvGrpSpPr>
        <p:cNvPr id="1" name=""/>
        <p:cNvGrpSpPr/>
        <p:nvPr/>
      </p:nvGrpSpPr>
      <p:grpSpPr>
        <a:xfrm>
          <a:off x="0" y="0"/>
          <a:ext cx="0" cy="0"/>
          <a:chOff x="0" y="0"/>
          <a:chExt cx="0" cy="0"/>
        </a:xfrm>
      </p:grpSpPr>
      <p:sp>
        <p:nvSpPr>
          <p:cNvPr id="20" name="Text Placeholder 2">
            <a:extLst>
              <a:ext uri="{FF2B5EF4-FFF2-40B4-BE49-F238E27FC236}">
                <a16:creationId xmlns:a16="http://schemas.microsoft.com/office/drawing/2014/main" id="{D74462BA-6EBC-1140-992B-557518B13645}"/>
              </a:ext>
            </a:extLst>
          </p:cNvPr>
          <p:cNvSpPr>
            <a:spLocks noGrp="1"/>
          </p:cNvSpPr>
          <p:nvPr>
            <p:ph type="body" sz="quarter" idx="20" hasCustomPrompt="1"/>
          </p:nvPr>
        </p:nvSpPr>
        <p:spPr>
          <a:xfrm>
            <a:off x="621965" y="4226952"/>
            <a:ext cx="3489235" cy="182881"/>
          </a:xfrm>
          <a:prstGeom prst="rect">
            <a:avLst/>
          </a:prstGeom>
        </p:spPr>
        <p:txBody>
          <a:bodyPr lIns="0" tIns="0" rIns="0" bIns="0"/>
          <a:lstStyle>
            <a:lvl1pPr marL="0" indent="0">
              <a:buFont typeface="Arial" panose="020B0604020202020204" pitchFamily="34" charset="0"/>
              <a:buNone/>
              <a:defRPr sz="1600" b="0" i="0" baseline="0">
                <a:solidFill>
                  <a:schemeClr val="bg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a:t>
            </a:r>
          </a:p>
        </p:txBody>
      </p:sp>
      <p:sp>
        <p:nvSpPr>
          <p:cNvPr id="11" name="Text Placeholder 2">
            <a:extLst>
              <a:ext uri="{FF2B5EF4-FFF2-40B4-BE49-F238E27FC236}">
                <a16:creationId xmlns:a16="http://schemas.microsoft.com/office/drawing/2014/main" id="{80F1C889-3D11-B94B-8DC7-F979FE6EE152}"/>
              </a:ext>
            </a:extLst>
          </p:cNvPr>
          <p:cNvSpPr>
            <a:spLocks noGrp="1"/>
          </p:cNvSpPr>
          <p:nvPr>
            <p:ph type="body" sz="quarter" idx="21" hasCustomPrompt="1"/>
          </p:nvPr>
        </p:nvSpPr>
        <p:spPr>
          <a:xfrm>
            <a:off x="621965" y="4630179"/>
            <a:ext cx="3489235"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bg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et dolore.</a:t>
            </a:r>
          </a:p>
          <a:p>
            <a:pPr lvl="0"/>
            <a:endParaRPr lang="en-GB" dirty="0"/>
          </a:p>
        </p:txBody>
      </p:sp>
      <p:sp>
        <p:nvSpPr>
          <p:cNvPr id="12" name="Text Placeholder 2">
            <a:extLst>
              <a:ext uri="{FF2B5EF4-FFF2-40B4-BE49-F238E27FC236}">
                <a16:creationId xmlns:a16="http://schemas.microsoft.com/office/drawing/2014/main" id="{ED42BE5F-6F6F-F37B-C64E-3CA0471064D5}"/>
              </a:ext>
            </a:extLst>
          </p:cNvPr>
          <p:cNvSpPr>
            <a:spLocks noGrp="1"/>
          </p:cNvSpPr>
          <p:nvPr>
            <p:ph type="body" sz="quarter" idx="14" hasCustomPrompt="1"/>
          </p:nvPr>
        </p:nvSpPr>
        <p:spPr>
          <a:xfrm>
            <a:off x="625928" y="431801"/>
            <a:ext cx="3489235" cy="304800"/>
          </a:xfrm>
          <a:prstGeom prst="rect">
            <a:avLst/>
          </a:prstGeom>
        </p:spPr>
        <p:txBody>
          <a:bodyPr lIns="0" tIns="0" rIns="0" bIns="0"/>
          <a:lstStyle>
            <a:lvl1pPr marL="0" indent="0">
              <a:spcBef>
                <a:spcPts val="0"/>
              </a:spcBef>
              <a:buFont typeface="Arial" panose="020B0604020202020204" pitchFamily="34" charset="0"/>
              <a:buNone/>
              <a:defRPr sz="1300" b="0" i="0" baseline="0">
                <a:solidFill>
                  <a:schemeClr val="bg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
        <p:nvSpPr>
          <p:cNvPr id="15" name="Text Placeholder 2">
            <a:extLst>
              <a:ext uri="{FF2B5EF4-FFF2-40B4-BE49-F238E27FC236}">
                <a16:creationId xmlns:a16="http://schemas.microsoft.com/office/drawing/2014/main" id="{07CC7059-5853-40FD-F640-AA28414874BB}"/>
              </a:ext>
            </a:extLst>
          </p:cNvPr>
          <p:cNvSpPr>
            <a:spLocks noGrp="1"/>
          </p:cNvSpPr>
          <p:nvPr>
            <p:ph type="body" sz="quarter" idx="15" hasCustomPrompt="1"/>
          </p:nvPr>
        </p:nvSpPr>
        <p:spPr>
          <a:xfrm>
            <a:off x="621965" y="2812144"/>
            <a:ext cx="3489235"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bg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a:t>
            </a:r>
            <a:r>
              <a:rPr lang="en-GB" dirty="0" err="1"/>
              <a:t>labore</a:t>
            </a:r>
            <a:r>
              <a:rPr lang="en-GB" dirty="0"/>
              <a:t>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et dolore.</a:t>
            </a:r>
          </a:p>
          <a:p>
            <a:pPr lvl="0"/>
            <a:endParaRPr lang="en-GB" dirty="0"/>
          </a:p>
        </p:txBody>
      </p:sp>
      <p:sp>
        <p:nvSpPr>
          <p:cNvPr id="16" name="Text Placeholder 2">
            <a:extLst>
              <a:ext uri="{FF2B5EF4-FFF2-40B4-BE49-F238E27FC236}">
                <a16:creationId xmlns:a16="http://schemas.microsoft.com/office/drawing/2014/main" id="{D5C82917-3C59-E329-4092-6FE5AC7EED56}"/>
              </a:ext>
            </a:extLst>
          </p:cNvPr>
          <p:cNvSpPr>
            <a:spLocks noGrp="1"/>
          </p:cNvSpPr>
          <p:nvPr>
            <p:ph type="body" sz="quarter" idx="16" hasCustomPrompt="1"/>
          </p:nvPr>
        </p:nvSpPr>
        <p:spPr>
          <a:xfrm>
            <a:off x="621965" y="2382521"/>
            <a:ext cx="3489235" cy="182881"/>
          </a:xfrm>
          <a:prstGeom prst="rect">
            <a:avLst/>
          </a:prstGeom>
        </p:spPr>
        <p:txBody>
          <a:bodyPr lIns="0" tIns="0" rIns="0" bIns="0"/>
          <a:lstStyle>
            <a:lvl1pPr marL="0" indent="0">
              <a:buFont typeface="Arial" panose="020B0604020202020204" pitchFamily="34" charset="0"/>
              <a:buNone/>
              <a:defRPr sz="1600" b="0" i="0" baseline="0">
                <a:solidFill>
                  <a:schemeClr val="bg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a:t>
            </a:r>
          </a:p>
        </p:txBody>
      </p:sp>
      <p:sp>
        <p:nvSpPr>
          <p:cNvPr id="17" name="Title 1">
            <a:extLst>
              <a:ext uri="{FF2B5EF4-FFF2-40B4-BE49-F238E27FC236}">
                <a16:creationId xmlns:a16="http://schemas.microsoft.com/office/drawing/2014/main" id="{2D1E7E73-3E89-BA10-DC01-7E300E996439}"/>
              </a:ext>
            </a:extLst>
          </p:cNvPr>
          <p:cNvSpPr>
            <a:spLocks noGrp="1"/>
          </p:cNvSpPr>
          <p:nvPr>
            <p:ph type="ctrTitle" hasCustomPrompt="1"/>
          </p:nvPr>
        </p:nvSpPr>
        <p:spPr>
          <a:xfrm>
            <a:off x="621967" y="1766048"/>
            <a:ext cx="3489235" cy="443753"/>
          </a:xfrm>
          <a:prstGeom prst="rect">
            <a:avLst/>
          </a:prstGeom>
        </p:spPr>
        <p:txBody>
          <a:bodyPr lIns="0" tIns="0" rIns="0" bIns="0" anchor="b"/>
          <a:lstStyle>
            <a:lvl1pPr marL="0" indent="0" algn="l">
              <a:lnSpc>
                <a:spcPct val="100000"/>
              </a:lnSpc>
              <a:buFont typeface="Arial" panose="020B0604020202020204" pitchFamily="34" charset="0"/>
              <a:buNone/>
              <a:defRPr sz="3200" b="0" i="0" spc="0" baseline="0">
                <a:solidFill>
                  <a:schemeClr val="bg1"/>
                </a:solidFill>
                <a:latin typeface="CiscoSansTT ExtraLight" panose="020B0303020201020303" pitchFamily="34" charset="0"/>
                <a:cs typeface="CiscoSansTT ExtraLight" panose="020B0303020201020303" pitchFamily="34" charset="0"/>
              </a:defRPr>
            </a:lvl1pPr>
          </a:lstStyle>
          <a:p>
            <a:r>
              <a:rPr lang="en-GB" dirty="0"/>
              <a:t>Heading</a:t>
            </a:r>
            <a:endParaRPr lang="en-US" dirty="0"/>
          </a:p>
        </p:txBody>
      </p:sp>
    </p:spTree>
    <p:extLst>
      <p:ext uri="{BB962C8B-B14F-4D97-AF65-F5344CB8AC3E}">
        <p14:creationId xmlns:p14="http://schemas.microsoft.com/office/powerpoint/2010/main" val="311061927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ext Two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32E8BD34-9749-B741-B93E-2D7E0CB595D9}"/>
              </a:ext>
            </a:extLst>
          </p:cNvPr>
          <p:cNvSpPr>
            <a:spLocks noGrp="1"/>
          </p:cNvSpPr>
          <p:nvPr>
            <p:ph type="body" sz="quarter" idx="19" hasCustomPrompt="1"/>
          </p:nvPr>
        </p:nvSpPr>
        <p:spPr>
          <a:xfrm>
            <a:off x="6407661" y="1766048"/>
            <a:ext cx="5165819" cy="443754"/>
          </a:xfrm>
          <a:prstGeom prst="rect">
            <a:avLst/>
          </a:prstGeom>
        </p:spPr>
        <p:txBody>
          <a:bodyPr lIns="0" tIns="0" rIns="0" bIns="0" anchor="b" anchorCtr="0"/>
          <a:lstStyle>
            <a:lvl1pPr marL="0" indent="0">
              <a:lnSpc>
                <a:spcPct val="100000"/>
              </a:lnSpc>
              <a:spcBef>
                <a:spcPts val="0"/>
              </a:spcBef>
              <a:buNone/>
              <a:defRPr sz="3200" b="0" i="0">
                <a:solidFill>
                  <a:schemeClr val="bg1"/>
                </a:solidFill>
                <a:latin typeface="CiscoSansTT ExtraLight" panose="020B0303020201020303" pitchFamily="34" charset="0"/>
                <a:cs typeface="CiscoSansTT ExtraLight" panose="020B0303020201020303" pitchFamily="34" charset="0"/>
              </a:defRPr>
            </a:lvl1pPr>
          </a:lstStyle>
          <a:p>
            <a:r>
              <a:rPr lang="en-GB" dirty="0"/>
              <a:t>Heading</a:t>
            </a:r>
          </a:p>
        </p:txBody>
      </p:sp>
      <p:sp>
        <p:nvSpPr>
          <p:cNvPr id="26" name="Text Placeholder 2">
            <a:extLst>
              <a:ext uri="{FF2B5EF4-FFF2-40B4-BE49-F238E27FC236}">
                <a16:creationId xmlns:a16="http://schemas.microsoft.com/office/drawing/2014/main" id="{35059BF6-2F19-7F49-9CBE-82197BDDFC8C}"/>
              </a:ext>
            </a:extLst>
          </p:cNvPr>
          <p:cNvSpPr>
            <a:spLocks noGrp="1"/>
          </p:cNvSpPr>
          <p:nvPr>
            <p:ph type="body" sz="quarter" idx="24" hasCustomPrompt="1"/>
          </p:nvPr>
        </p:nvSpPr>
        <p:spPr>
          <a:xfrm>
            <a:off x="6410937" y="2382521"/>
            <a:ext cx="5169260" cy="182881"/>
          </a:xfrm>
          <a:prstGeom prst="rect">
            <a:avLst/>
          </a:prstGeom>
        </p:spPr>
        <p:txBody>
          <a:bodyPr lIns="0" tIns="0" rIns="0" bIns="0"/>
          <a:lstStyle>
            <a:lvl1pPr marL="0" indent="0">
              <a:spcBef>
                <a:spcPts val="0"/>
              </a:spcBef>
              <a:buFont typeface="Arial" panose="020B0604020202020204" pitchFamily="34" charset="0"/>
              <a:buNone/>
              <a:defRPr sz="16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a:t>
            </a:r>
          </a:p>
        </p:txBody>
      </p:sp>
      <p:sp>
        <p:nvSpPr>
          <p:cNvPr id="18" name="Text Placeholder 2">
            <a:extLst>
              <a:ext uri="{FF2B5EF4-FFF2-40B4-BE49-F238E27FC236}">
                <a16:creationId xmlns:a16="http://schemas.microsoft.com/office/drawing/2014/main" id="{65873738-C849-95A4-C52A-CD496785A3AA}"/>
              </a:ext>
            </a:extLst>
          </p:cNvPr>
          <p:cNvSpPr>
            <a:spLocks noGrp="1"/>
          </p:cNvSpPr>
          <p:nvPr>
            <p:ph type="body" sz="quarter" idx="27" hasCustomPrompt="1"/>
          </p:nvPr>
        </p:nvSpPr>
        <p:spPr>
          <a:xfrm>
            <a:off x="6410937" y="2812142"/>
            <a:ext cx="5169260" cy="1292187"/>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a:t>
            </a:r>
          </a:p>
          <a:p>
            <a:pPr lvl="0"/>
            <a:endParaRPr lang="en-GB" dirty="0"/>
          </a:p>
        </p:txBody>
      </p:sp>
      <p:sp>
        <p:nvSpPr>
          <p:cNvPr id="21" name="Title 1">
            <a:extLst>
              <a:ext uri="{FF2B5EF4-FFF2-40B4-BE49-F238E27FC236}">
                <a16:creationId xmlns:a16="http://schemas.microsoft.com/office/drawing/2014/main" id="{96FF2EC3-7B94-61AD-89EE-6563C3D30D5B}"/>
              </a:ext>
            </a:extLst>
          </p:cNvPr>
          <p:cNvSpPr>
            <a:spLocks noGrp="1"/>
          </p:cNvSpPr>
          <p:nvPr>
            <p:ph type="ctrTitle" hasCustomPrompt="1"/>
          </p:nvPr>
        </p:nvSpPr>
        <p:spPr>
          <a:xfrm>
            <a:off x="621966" y="1766048"/>
            <a:ext cx="5169260" cy="443753"/>
          </a:xfrm>
          <a:prstGeom prst="rect">
            <a:avLst/>
          </a:prstGeom>
        </p:spPr>
        <p:txBody>
          <a:bodyPr lIns="0" tIns="0" rIns="0" bIns="0" anchor="b"/>
          <a:lstStyle>
            <a:lvl1pPr marL="0" indent="0" algn="l">
              <a:lnSpc>
                <a:spcPct val="100000"/>
              </a:lnSpc>
              <a:buFont typeface="Arial" panose="020B0604020202020204" pitchFamily="34" charset="0"/>
              <a:buNone/>
              <a:defRPr sz="3200" b="0" i="0" spc="0" baseline="0">
                <a:solidFill>
                  <a:schemeClr val="bg1"/>
                </a:solidFill>
                <a:latin typeface="CiscoSansTT ExtraLight" panose="020B0303020201020303" pitchFamily="34" charset="0"/>
                <a:cs typeface="CiscoSansTT ExtraLight" panose="020B0303020201020303" pitchFamily="34" charset="0"/>
              </a:defRPr>
            </a:lvl1pPr>
          </a:lstStyle>
          <a:p>
            <a:r>
              <a:rPr lang="en-GB" dirty="0"/>
              <a:t>Heading</a:t>
            </a:r>
            <a:endParaRPr lang="en-US" dirty="0"/>
          </a:p>
        </p:txBody>
      </p:sp>
      <p:sp>
        <p:nvSpPr>
          <p:cNvPr id="22" name="Text Placeholder 2">
            <a:extLst>
              <a:ext uri="{FF2B5EF4-FFF2-40B4-BE49-F238E27FC236}">
                <a16:creationId xmlns:a16="http://schemas.microsoft.com/office/drawing/2014/main" id="{D19CCA2B-1CE2-77CF-F749-DC772E2A717C}"/>
              </a:ext>
            </a:extLst>
          </p:cNvPr>
          <p:cNvSpPr>
            <a:spLocks noGrp="1"/>
          </p:cNvSpPr>
          <p:nvPr>
            <p:ph type="body" sz="quarter" idx="15" hasCustomPrompt="1"/>
          </p:nvPr>
        </p:nvSpPr>
        <p:spPr>
          <a:xfrm>
            <a:off x="621966" y="2812142"/>
            <a:ext cx="5169260" cy="1292187"/>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a:t>
            </a:r>
          </a:p>
          <a:p>
            <a:pPr lvl="0"/>
            <a:endParaRPr lang="en-GB" dirty="0"/>
          </a:p>
        </p:txBody>
      </p:sp>
      <p:sp>
        <p:nvSpPr>
          <p:cNvPr id="13" name="Text Placeholder 2">
            <a:extLst>
              <a:ext uri="{FF2B5EF4-FFF2-40B4-BE49-F238E27FC236}">
                <a16:creationId xmlns:a16="http://schemas.microsoft.com/office/drawing/2014/main" id="{A8B70A03-DFE5-BAFE-E792-E9F9971D5DDA}"/>
              </a:ext>
            </a:extLst>
          </p:cNvPr>
          <p:cNvSpPr>
            <a:spLocks noGrp="1"/>
          </p:cNvSpPr>
          <p:nvPr>
            <p:ph type="body" sz="quarter" idx="28" hasCustomPrompt="1"/>
          </p:nvPr>
        </p:nvSpPr>
        <p:spPr>
          <a:xfrm>
            <a:off x="621965" y="2382521"/>
            <a:ext cx="5169260" cy="182881"/>
          </a:xfrm>
          <a:prstGeom prst="rect">
            <a:avLst/>
          </a:prstGeom>
        </p:spPr>
        <p:txBody>
          <a:bodyPr lIns="0" tIns="0" rIns="0" bIns="0"/>
          <a:lstStyle>
            <a:lvl1pPr marL="0" indent="0">
              <a:spcBef>
                <a:spcPts val="0"/>
              </a:spcBef>
              <a:buFont typeface="Arial" panose="020B0604020202020204" pitchFamily="34" charset="0"/>
              <a:buNone/>
              <a:defRPr sz="16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a:t>
            </a:r>
          </a:p>
        </p:txBody>
      </p:sp>
      <p:sp>
        <p:nvSpPr>
          <p:cNvPr id="10" name="Text Placeholder 2">
            <a:extLst>
              <a:ext uri="{FF2B5EF4-FFF2-40B4-BE49-F238E27FC236}">
                <a16:creationId xmlns:a16="http://schemas.microsoft.com/office/drawing/2014/main" id="{492B656F-A7D0-42FB-D9A5-80362B0197F2}"/>
              </a:ext>
            </a:extLst>
          </p:cNvPr>
          <p:cNvSpPr>
            <a:spLocks noGrp="1"/>
          </p:cNvSpPr>
          <p:nvPr>
            <p:ph type="body" sz="quarter" idx="14" hasCustomPrompt="1"/>
          </p:nvPr>
        </p:nvSpPr>
        <p:spPr>
          <a:xfrm>
            <a:off x="625928" y="431801"/>
            <a:ext cx="3489235" cy="304800"/>
          </a:xfrm>
          <a:prstGeom prst="rect">
            <a:avLst/>
          </a:prstGeom>
        </p:spPr>
        <p:txBody>
          <a:bodyPr lIns="0" tIns="0" rIns="0" bIns="0"/>
          <a:lstStyle>
            <a:lvl1pPr marL="0" indent="0">
              <a:spcBef>
                <a:spcPts val="0"/>
              </a:spcBef>
              <a:buFont typeface="Arial" panose="020B0604020202020204" pitchFamily="34" charset="0"/>
              <a:buNone/>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Tree>
    <p:extLst>
      <p:ext uri="{BB962C8B-B14F-4D97-AF65-F5344CB8AC3E}">
        <p14:creationId xmlns:p14="http://schemas.microsoft.com/office/powerpoint/2010/main" val="159784008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ext Three Column">
    <p:spTree>
      <p:nvGrpSpPr>
        <p:cNvPr id="1" name=""/>
        <p:cNvGrpSpPr/>
        <p:nvPr/>
      </p:nvGrpSpPr>
      <p:grpSpPr>
        <a:xfrm>
          <a:off x="0" y="0"/>
          <a:ext cx="0" cy="0"/>
          <a:chOff x="0" y="0"/>
          <a:chExt cx="0" cy="0"/>
        </a:xfrm>
      </p:grpSpPr>
      <p:sp>
        <p:nvSpPr>
          <p:cNvPr id="17" name="Text Placeholder 2">
            <a:extLst>
              <a:ext uri="{FF2B5EF4-FFF2-40B4-BE49-F238E27FC236}">
                <a16:creationId xmlns:a16="http://schemas.microsoft.com/office/drawing/2014/main" id="{B27A1D91-B0C5-82DE-7D46-53E481769CC7}"/>
              </a:ext>
            </a:extLst>
          </p:cNvPr>
          <p:cNvSpPr>
            <a:spLocks noGrp="1"/>
          </p:cNvSpPr>
          <p:nvPr>
            <p:ph type="body" sz="quarter" idx="16" hasCustomPrompt="1"/>
          </p:nvPr>
        </p:nvSpPr>
        <p:spPr>
          <a:xfrm>
            <a:off x="632125" y="2382521"/>
            <a:ext cx="3489235" cy="182881"/>
          </a:xfrm>
          <a:prstGeom prst="rect">
            <a:avLst/>
          </a:prstGeom>
        </p:spPr>
        <p:txBody>
          <a:bodyPr lIns="0" tIns="0" rIns="0" bIns="0"/>
          <a:lstStyle>
            <a:lvl1pPr marL="0" indent="0">
              <a:buFont typeface="Arial" panose="020B0604020202020204" pitchFamily="34" charset="0"/>
              <a:buNone/>
              <a:defRPr sz="16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a:t>
            </a:r>
          </a:p>
        </p:txBody>
      </p:sp>
      <p:sp>
        <p:nvSpPr>
          <p:cNvPr id="18" name="Text Placeholder 2">
            <a:extLst>
              <a:ext uri="{FF2B5EF4-FFF2-40B4-BE49-F238E27FC236}">
                <a16:creationId xmlns:a16="http://schemas.microsoft.com/office/drawing/2014/main" id="{56024974-A0B0-7C6B-9AD0-E630E95DA949}"/>
              </a:ext>
            </a:extLst>
          </p:cNvPr>
          <p:cNvSpPr>
            <a:spLocks noGrp="1"/>
          </p:cNvSpPr>
          <p:nvPr>
            <p:ph type="body" sz="quarter" idx="15" hasCustomPrompt="1"/>
          </p:nvPr>
        </p:nvSpPr>
        <p:spPr>
          <a:xfrm>
            <a:off x="632125" y="2812144"/>
            <a:ext cx="3489235"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a:t>
            </a:r>
            <a:r>
              <a:rPr lang="en-GB" dirty="0" err="1"/>
              <a:t>labore</a:t>
            </a:r>
            <a:r>
              <a:rPr lang="en-GB" dirty="0"/>
              <a:t>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et dolore.</a:t>
            </a:r>
          </a:p>
          <a:p>
            <a:pPr lvl="0"/>
            <a:endParaRPr lang="en-GB" dirty="0"/>
          </a:p>
        </p:txBody>
      </p:sp>
      <p:sp>
        <p:nvSpPr>
          <p:cNvPr id="21" name="Text Placeholder 2">
            <a:extLst>
              <a:ext uri="{FF2B5EF4-FFF2-40B4-BE49-F238E27FC236}">
                <a16:creationId xmlns:a16="http://schemas.microsoft.com/office/drawing/2014/main" id="{45F39481-2908-3822-701D-5FF87E1F03A5}"/>
              </a:ext>
            </a:extLst>
          </p:cNvPr>
          <p:cNvSpPr>
            <a:spLocks noGrp="1"/>
          </p:cNvSpPr>
          <p:nvPr>
            <p:ph type="body" sz="quarter" idx="17" hasCustomPrompt="1"/>
          </p:nvPr>
        </p:nvSpPr>
        <p:spPr>
          <a:xfrm>
            <a:off x="8093165" y="2382521"/>
            <a:ext cx="3489235" cy="182881"/>
          </a:xfrm>
          <a:prstGeom prst="rect">
            <a:avLst/>
          </a:prstGeom>
        </p:spPr>
        <p:txBody>
          <a:bodyPr lIns="0" tIns="0" rIns="0" bIns="0"/>
          <a:lstStyle>
            <a:lvl1pPr marL="0" indent="0">
              <a:buFont typeface="Arial" panose="020B0604020202020204" pitchFamily="34" charset="0"/>
              <a:buNone/>
              <a:defRPr sz="16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a:t>
            </a:r>
          </a:p>
        </p:txBody>
      </p:sp>
      <p:sp>
        <p:nvSpPr>
          <p:cNvPr id="22" name="Text Placeholder 2">
            <a:extLst>
              <a:ext uri="{FF2B5EF4-FFF2-40B4-BE49-F238E27FC236}">
                <a16:creationId xmlns:a16="http://schemas.microsoft.com/office/drawing/2014/main" id="{8390454E-C6EF-BF2D-F598-5D31E91A5C5B}"/>
              </a:ext>
            </a:extLst>
          </p:cNvPr>
          <p:cNvSpPr>
            <a:spLocks noGrp="1"/>
          </p:cNvSpPr>
          <p:nvPr>
            <p:ph type="body" sz="quarter" idx="18" hasCustomPrompt="1"/>
          </p:nvPr>
        </p:nvSpPr>
        <p:spPr>
          <a:xfrm>
            <a:off x="8093165" y="2812144"/>
            <a:ext cx="3489235"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a:t>
            </a:r>
            <a:r>
              <a:rPr lang="en-GB" dirty="0" err="1"/>
              <a:t>labore</a:t>
            </a:r>
            <a:r>
              <a:rPr lang="en-GB" dirty="0"/>
              <a:t>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et dolore.</a:t>
            </a:r>
          </a:p>
          <a:p>
            <a:pPr lvl="0"/>
            <a:endParaRPr lang="en-GB" dirty="0"/>
          </a:p>
        </p:txBody>
      </p:sp>
      <p:sp>
        <p:nvSpPr>
          <p:cNvPr id="27" name="Text Placeholder 2">
            <a:extLst>
              <a:ext uri="{FF2B5EF4-FFF2-40B4-BE49-F238E27FC236}">
                <a16:creationId xmlns:a16="http://schemas.microsoft.com/office/drawing/2014/main" id="{3BD0ABDF-0D5E-A765-9F69-3BC9541847C2}"/>
              </a:ext>
            </a:extLst>
          </p:cNvPr>
          <p:cNvSpPr>
            <a:spLocks noGrp="1"/>
          </p:cNvSpPr>
          <p:nvPr>
            <p:ph type="body" sz="quarter" idx="19" hasCustomPrompt="1"/>
          </p:nvPr>
        </p:nvSpPr>
        <p:spPr>
          <a:xfrm>
            <a:off x="4362645" y="2382521"/>
            <a:ext cx="3489235" cy="182881"/>
          </a:xfrm>
          <a:prstGeom prst="rect">
            <a:avLst/>
          </a:prstGeom>
        </p:spPr>
        <p:txBody>
          <a:bodyPr lIns="0" tIns="0" rIns="0" bIns="0"/>
          <a:lstStyle>
            <a:lvl1pPr marL="0" indent="0">
              <a:buFont typeface="Arial" panose="020B0604020202020204" pitchFamily="34" charset="0"/>
              <a:buNone/>
              <a:defRPr sz="16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a:t>
            </a:r>
          </a:p>
        </p:txBody>
      </p:sp>
      <p:sp>
        <p:nvSpPr>
          <p:cNvPr id="29" name="Text Placeholder 2">
            <a:extLst>
              <a:ext uri="{FF2B5EF4-FFF2-40B4-BE49-F238E27FC236}">
                <a16:creationId xmlns:a16="http://schemas.microsoft.com/office/drawing/2014/main" id="{57A872EF-F192-39C4-B234-D15D6561B47C}"/>
              </a:ext>
            </a:extLst>
          </p:cNvPr>
          <p:cNvSpPr>
            <a:spLocks noGrp="1"/>
          </p:cNvSpPr>
          <p:nvPr>
            <p:ph type="body" sz="quarter" idx="20" hasCustomPrompt="1"/>
          </p:nvPr>
        </p:nvSpPr>
        <p:spPr>
          <a:xfrm>
            <a:off x="4362645" y="2812144"/>
            <a:ext cx="3489235"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a:t>
            </a:r>
            <a:r>
              <a:rPr lang="en-GB" dirty="0" err="1"/>
              <a:t>labore</a:t>
            </a:r>
            <a:r>
              <a:rPr lang="en-GB" dirty="0"/>
              <a:t>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et dolore.</a:t>
            </a:r>
          </a:p>
          <a:p>
            <a:pPr lvl="0"/>
            <a:endParaRPr lang="en-GB" dirty="0"/>
          </a:p>
        </p:txBody>
      </p:sp>
      <p:sp>
        <p:nvSpPr>
          <p:cNvPr id="30" name="Text Placeholder 6">
            <a:extLst>
              <a:ext uri="{FF2B5EF4-FFF2-40B4-BE49-F238E27FC236}">
                <a16:creationId xmlns:a16="http://schemas.microsoft.com/office/drawing/2014/main" id="{3EB9F6D8-47DF-1F5B-55DF-071309C37FDE}"/>
              </a:ext>
            </a:extLst>
          </p:cNvPr>
          <p:cNvSpPr>
            <a:spLocks noGrp="1"/>
          </p:cNvSpPr>
          <p:nvPr>
            <p:ph type="body" sz="quarter" idx="21" hasCustomPrompt="1"/>
          </p:nvPr>
        </p:nvSpPr>
        <p:spPr>
          <a:xfrm>
            <a:off x="4359392" y="1766048"/>
            <a:ext cx="3486912" cy="443754"/>
          </a:xfrm>
          <a:prstGeom prst="rect">
            <a:avLst/>
          </a:prstGeom>
        </p:spPr>
        <p:txBody>
          <a:bodyPr lIns="0" tIns="0" rIns="0" bIns="0" anchor="b" anchorCtr="0"/>
          <a:lstStyle>
            <a:lvl1pPr marL="0" indent="0">
              <a:lnSpc>
                <a:spcPts val="3467"/>
              </a:lnSpc>
              <a:spcBef>
                <a:spcPts val="0"/>
              </a:spcBef>
              <a:buNone/>
              <a:defRPr sz="3200" b="0" i="0">
                <a:solidFill>
                  <a:schemeClr val="bg1"/>
                </a:solidFill>
                <a:latin typeface="CiscoSansTT ExtraLight" panose="020B0303020201020303" pitchFamily="34" charset="0"/>
                <a:cs typeface="CiscoSansTT ExtraLight" panose="020B0303020201020303" pitchFamily="34" charset="0"/>
              </a:defRPr>
            </a:lvl1pPr>
          </a:lstStyle>
          <a:p>
            <a:r>
              <a:rPr lang="en-GB" dirty="0"/>
              <a:t>Heading</a:t>
            </a:r>
          </a:p>
        </p:txBody>
      </p:sp>
      <p:sp>
        <p:nvSpPr>
          <p:cNvPr id="31" name="Text Placeholder 6">
            <a:extLst>
              <a:ext uri="{FF2B5EF4-FFF2-40B4-BE49-F238E27FC236}">
                <a16:creationId xmlns:a16="http://schemas.microsoft.com/office/drawing/2014/main" id="{1B9F0F59-8C07-4391-070A-F127239E51B0}"/>
              </a:ext>
            </a:extLst>
          </p:cNvPr>
          <p:cNvSpPr>
            <a:spLocks noGrp="1"/>
          </p:cNvSpPr>
          <p:nvPr>
            <p:ph type="body" sz="quarter" idx="22" hasCustomPrompt="1"/>
          </p:nvPr>
        </p:nvSpPr>
        <p:spPr>
          <a:xfrm>
            <a:off x="8096015" y="1766048"/>
            <a:ext cx="3486912" cy="443754"/>
          </a:xfrm>
          <a:prstGeom prst="rect">
            <a:avLst/>
          </a:prstGeom>
        </p:spPr>
        <p:txBody>
          <a:bodyPr lIns="0" tIns="0" rIns="0" bIns="0" anchor="b" anchorCtr="0"/>
          <a:lstStyle>
            <a:lvl1pPr marL="0" indent="0">
              <a:lnSpc>
                <a:spcPts val="3467"/>
              </a:lnSpc>
              <a:spcBef>
                <a:spcPts val="0"/>
              </a:spcBef>
              <a:buNone/>
              <a:defRPr sz="3200" b="0" i="0">
                <a:solidFill>
                  <a:schemeClr val="bg1"/>
                </a:solidFill>
                <a:latin typeface="CiscoSansTT ExtraLight" panose="020B0303020201020303" pitchFamily="34" charset="0"/>
                <a:cs typeface="CiscoSansTT ExtraLight" panose="020B0303020201020303" pitchFamily="34" charset="0"/>
              </a:defRPr>
            </a:lvl1pPr>
          </a:lstStyle>
          <a:p>
            <a:r>
              <a:rPr lang="en-GB" dirty="0"/>
              <a:t>Heading</a:t>
            </a:r>
          </a:p>
        </p:txBody>
      </p:sp>
      <p:sp>
        <p:nvSpPr>
          <p:cNvPr id="13" name="Title 1">
            <a:extLst>
              <a:ext uri="{FF2B5EF4-FFF2-40B4-BE49-F238E27FC236}">
                <a16:creationId xmlns:a16="http://schemas.microsoft.com/office/drawing/2014/main" id="{BE2AD77B-1466-B731-C28A-2731D668CCBE}"/>
              </a:ext>
            </a:extLst>
          </p:cNvPr>
          <p:cNvSpPr>
            <a:spLocks noGrp="1"/>
          </p:cNvSpPr>
          <p:nvPr>
            <p:ph type="ctrTitle" hasCustomPrompt="1"/>
          </p:nvPr>
        </p:nvSpPr>
        <p:spPr>
          <a:xfrm>
            <a:off x="632127" y="1766048"/>
            <a:ext cx="3489235" cy="443753"/>
          </a:xfrm>
          <a:prstGeom prst="rect">
            <a:avLst/>
          </a:prstGeom>
        </p:spPr>
        <p:txBody>
          <a:bodyPr lIns="0" tIns="0" rIns="0" bIns="0" anchor="b"/>
          <a:lstStyle>
            <a:lvl1pPr marL="0" indent="0" algn="l">
              <a:lnSpc>
                <a:spcPct val="100000"/>
              </a:lnSpc>
              <a:buFont typeface="Arial" panose="020B0604020202020204" pitchFamily="34" charset="0"/>
              <a:buNone/>
              <a:defRPr sz="3200" b="0" i="0" spc="0" baseline="0">
                <a:solidFill>
                  <a:schemeClr val="bg1"/>
                </a:solidFill>
                <a:latin typeface="CiscoSansTT ExtraLight" panose="020B0303020201020303" pitchFamily="34" charset="0"/>
                <a:cs typeface="CiscoSansTT ExtraLight" panose="020B0303020201020303" pitchFamily="34" charset="0"/>
              </a:defRPr>
            </a:lvl1pPr>
          </a:lstStyle>
          <a:p>
            <a:r>
              <a:rPr lang="en-GB" dirty="0"/>
              <a:t>Heading</a:t>
            </a:r>
            <a:endParaRPr lang="en-US" dirty="0"/>
          </a:p>
        </p:txBody>
      </p:sp>
      <p:sp>
        <p:nvSpPr>
          <p:cNvPr id="14" name="Text Placeholder 2">
            <a:extLst>
              <a:ext uri="{FF2B5EF4-FFF2-40B4-BE49-F238E27FC236}">
                <a16:creationId xmlns:a16="http://schemas.microsoft.com/office/drawing/2014/main" id="{D81B37B4-1168-CDEB-FB62-4B4E3C4E0ADA}"/>
              </a:ext>
            </a:extLst>
          </p:cNvPr>
          <p:cNvSpPr>
            <a:spLocks noGrp="1"/>
          </p:cNvSpPr>
          <p:nvPr>
            <p:ph type="body" sz="quarter" idx="14" hasCustomPrompt="1"/>
          </p:nvPr>
        </p:nvSpPr>
        <p:spPr>
          <a:xfrm>
            <a:off x="625928" y="431801"/>
            <a:ext cx="3489235" cy="304800"/>
          </a:xfrm>
          <a:prstGeom prst="rect">
            <a:avLst/>
          </a:prstGeom>
        </p:spPr>
        <p:txBody>
          <a:bodyPr lIns="0" tIns="0" rIns="0" bIns="0"/>
          <a:lstStyle>
            <a:lvl1pPr marL="0" indent="0">
              <a:spcBef>
                <a:spcPts val="0"/>
              </a:spcBef>
              <a:buFont typeface="Arial" panose="020B0604020202020204" pitchFamily="34" charset="0"/>
              <a:buNone/>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Tree>
    <p:extLst>
      <p:ext uri="{BB962C8B-B14F-4D97-AF65-F5344CB8AC3E}">
        <p14:creationId xmlns:p14="http://schemas.microsoft.com/office/powerpoint/2010/main" val="250833020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ext Two Column Icons">
    <p:spTree>
      <p:nvGrpSpPr>
        <p:cNvPr id="1" name=""/>
        <p:cNvGrpSpPr/>
        <p:nvPr/>
      </p:nvGrpSpPr>
      <p:grpSpPr>
        <a:xfrm>
          <a:off x="0" y="0"/>
          <a:ext cx="0" cy="0"/>
          <a:chOff x="0" y="0"/>
          <a:chExt cx="0" cy="0"/>
        </a:xfrm>
      </p:grpSpPr>
      <p:sp>
        <p:nvSpPr>
          <p:cNvPr id="21" name="Picture Placeholder 2">
            <a:extLst>
              <a:ext uri="{FF2B5EF4-FFF2-40B4-BE49-F238E27FC236}">
                <a16:creationId xmlns:a16="http://schemas.microsoft.com/office/drawing/2014/main" id="{E02DD01B-53E6-C542-A933-2D42DD0D2C62}"/>
              </a:ext>
            </a:extLst>
          </p:cNvPr>
          <p:cNvSpPr>
            <a:spLocks noGrp="1"/>
          </p:cNvSpPr>
          <p:nvPr>
            <p:ph type="pic" sz="quarter" idx="24" hasCustomPrompt="1"/>
          </p:nvPr>
        </p:nvSpPr>
        <p:spPr>
          <a:xfrm>
            <a:off x="632127" y="1607671"/>
            <a:ext cx="1024772" cy="957729"/>
          </a:xfrm>
          <a:prstGeom prst="rect">
            <a:avLst/>
          </a:prstGeom>
          <a:noFill/>
        </p:spPr>
        <p:txBody>
          <a:bodyPr vert="horz" lIns="91420" tIns="45710" rIns="91420" bIns="45710" anchor="ctr"/>
          <a:lstStyle>
            <a:lvl1pPr marL="0" indent="0" algn="ctr">
              <a:buNone/>
              <a:defRPr sz="1333" b="0" i="0" baseline="0">
                <a:solidFill>
                  <a:schemeClr val="tx1"/>
                </a:solidFill>
                <a:latin typeface="CiscoSansTT ExtraLight" panose="020B0303020201020303" pitchFamily="34" charset="0"/>
                <a:cs typeface="CiscoSans ExtraLight"/>
              </a:defRPr>
            </a:lvl1pPr>
          </a:lstStyle>
          <a:p>
            <a:pPr lvl="0"/>
            <a:r>
              <a:rPr lang="en-US" noProof="0" dirty="0"/>
              <a:t>Click to add marketing icon</a:t>
            </a:r>
          </a:p>
        </p:txBody>
      </p:sp>
      <p:sp>
        <p:nvSpPr>
          <p:cNvPr id="16" name="Text Placeholder 2">
            <a:extLst>
              <a:ext uri="{FF2B5EF4-FFF2-40B4-BE49-F238E27FC236}">
                <a16:creationId xmlns:a16="http://schemas.microsoft.com/office/drawing/2014/main" id="{17EBF19C-49E3-D24F-8832-1A12184F6688}"/>
              </a:ext>
            </a:extLst>
          </p:cNvPr>
          <p:cNvSpPr>
            <a:spLocks noGrp="1"/>
          </p:cNvSpPr>
          <p:nvPr>
            <p:ph type="body" sz="quarter" idx="15" hasCustomPrompt="1"/>
          </p:nvPr>
        </p:nvSpPr>
        <p:spPr>
          <a:xfrm>
            <a:off x="623679" y="3668310"/>
            <a:ext cx="5178612" cy="1315357"/>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a:t>
            </a:r>
          </a:p>
          <a:p>
            <a:pPr lvl="0"/>
            <a:endParaRPr lang="en-GB" dirty="0"/>
          </a:p>
        </p:txBody>
      </p:sp>
      <p:sp>
        <p:nvSpPr>
          <p:cNvPr id="26" name="Text Placeholder 6">
            <a:extLst>
              <a:ext uri="{FF2B5EF4-FFF2-40B4-BE49-F238E27FC236}">
                <a16:creationId xmlns:a16="http://schemas.microsoft.com/office/drawing/2014/main" id="{3148D23F-4FB0-0283-D700-8A06DCABC281}"/>
              </a:ext>
            </a:extLst>
          </p:cNvPr>
          <p:cNvSpPr>
            <a:spLocks noGrp="1"/>
          </p:cNvSpPr>
          <p:nvPr>
            <p:ph type="body" sz="quarter" idx="25" hasCustomPrompt="1"/>
          </p:nvPr>
        </p:nvSpPr>
        <p:spPr>
          <a:xfrm>
            <a:off x="6390621" y="2938820"/>
            <a:ext cx="5178611" cy="482748"/>
          </a:xfrm>
          <a:prstGeom prst="rect">
            <a:avLst/>
          </a:prstGeom>
        </p:spPr>
        <p:txBody>
          <a:bodyPr lIns="0" tIns="0" rIns="0" bIns="0" anchor="b" anchorCtr="0"/>
          <a:lstStyle>
            <a:lvl1pPr marL="0" indent="0">
              <a:lnSpc>
                <a:spcPct val="100000"/>
              </a:lnSpc>
              <a:spcBef>
                <a:spcPts val="0"/>
              </a:spcBef>
              <a:buNone/>
              <a:defRPr sz="3200" b="0" i="0">
                <a:solidFill>
                  <a:schemeClr val="bg1"/>
                </a:solidFill>
                <a:latin typeface="CiscoSansTT ExtraLight" panose="020B0303020201020303" pitchFamily="34" charset="0"/>
                <a:cs typeface="CiscoSansTT ExtraLight" panose="020B0303020201020303" pitchFamily="34" charset="0"/>
              </a:defRPr>
            </a:lvl1pPr>
          </a:lstStyle>
          <a:p>
            <a:r>
              <a:rPr lang="en-GB" dirty="0"/>
              <a:t>Heading</a:t>
            </a:r>
          </a:p>
        </p:txBody>
      </p:sp>
      <p:sp>
        <p:nvSpPr>
          <p:cNvPr id="27" name="Picture Placeholder 2">
            <a:extLst>
              <a:ext uri="{FF2B5EF4-FFF2-40B4-BE49-F238E27FC236}">
                <a16:creationId xmlns:a16="http://schemas.microsoft.com/office/drawing/2014/main" id="{C5C6BDEC-E33F-4C34-5403-6A238AB80D5E}"/>
              </a:ext>
            </a:extLst>
          </p:cNvPr>
          <p:cNvSpPr>
            <a:spLocks noGrp="1"/>
          </p:cNvSpPr>
          <p:nvPr>
            <p:ph type="pic" sz="quarter" idx="26" hasCustomPrompt="1"/>
          </p:nvPr>
        </p:nvSpPr>
        <p:spPr>
          <a:xfrm>
            <a:off x="6399978" y="1607671"/>
            <a:ext cx="1024772" cy="957729"/>
          </a:xfrm>
          <a:prstGeom prst="rect">
            <a:avLst/>
          </a:prstGeom>
          <a:noFill/>
        </p:spPr>
        <p:txBody>
          <a:bodyPr vert="horz" lIns="91420" tIns="45710" rIns="91420" bIns="45710" anchor="ctr"/>
          <a:lstStyle>
            <a:lvl1pPr marL="0" indent="0" algn="ctr">
              <a:buNone/>
              <a:defRPr sz="1333" b="0" i="0" baseline="0">
                <a:solidFill>
                  <a:schemeClr val="tx1"/>
                </a:solidFill>
                <a:latin typeface="CiscoSansTT ExtraLight" panose="020B0303020201020303" pitchFamily="34" charset="0"/>
                <a:cs typeface="CiscoSans ExtraLight"/>
              </a:defRPr>
            </a:lvl1pPr>
          </a:lstStyle>
          <a:p>
            <a:pPr lvl="0"/>
            <a:r>
              <a:rPr lang="en-US" noProof="0" dirty="0"/>
              <a:t>Click to add marketing icon</a:t>
            </a:r>
          </a:p>
        </p:txBody>
      </p:sp>
      <p:sp>
        <p:nvSpPr>
          <p:cNvPr id="28" name="Text Placeholder 2">
            <a:extLst>
              <a:ext uri="{FF2B5EF4-FFF2-40B4-BE49-F238E27FC236}">
                <a16:creationId xmlns:a16="http://schemas.microsoft.com/office/drawing/2014/main" id="{2136F578-A3CF-9005-0901-E724D7D5226F}"/>
              </a:ext>
            </a:extLst>
          </p:cNvPr>
          <p:cNvSpPr>
            <a:spLocks noGrp="1"/>
          </p:cNvSpPr>
          <p:nvPr>
            <p:ph type="body" sz="quarter" idx="27" hasCustomPrompt="1"/>
          </p:nvPr>
        </p:nvSpPr>
        <p:spPr>
          <a:xfrm>
            <a:off x="6399977" y="3668310"/>
            <a:ext cx="5178612" cy="1315357"/>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a:t>
            </a:r>
          </a:p>
          <a:p>
            <a:pPr lvl="0"/>
            <a:endParaRPr lang="en-GB" dirty="0"/>
          </a:p>
        </p:txBody>
      </p:sp>
      <p:sp>
        <p:nvSpPr>
          <p:cNvPr id="9" name="Text Placeholder 6">
            <a:extLst>
              <a:ext uri="{FF2B5EF4-FFF2-40B4-BE49-F238E27FC236}">
                <a16:creationId xmlns:a16="http://schemas.microsoft.com/office/drawing/2014/main" id="{ADFE46B3-A8B5-C645-B495-DA6D53180536}"/>
              </a:ext>
            </a:extLst>
          </p:cNvPr>
          <p:cNvSpPr>
            <a:spLocks noGrp="1"/>
          </p:cNvSpPr>
          <p:nvPr>
            <p:ph type="body" sz="quarter" idx="23" hasCustomPrompt="1"/>
          </p:nvPr>
        </p:nvSpPr>
        <p:spPr>
          <a:xfrm>
            <a:off x="621758" y="2938820"/>
            <a:ext cx="5178611" cy="482748"/>
          </a:xfrm>
          <a:prstGeom prst="rect">
            <a:avLst/>
          </a:prstGeom>
        </p:spPr>
        <p:txBody>
          <a:bodyPr lIns="0" tIns="0" rIns="0" bIns="0" anchor="b" anchorCtr="0"/>
          <a:lstStyle>
            <a:lvl1pPr marL="0" indent="0">
              <a:lnSpc>
                <a:spcPct val="100000"/>
              </a:lnSpc>
              <a:spcBef>
                <a:spcPts val="0"/>
              </a:spcBef>
              <a:buNone/>
              <a:defRPr sz="3200" b="0" i="0">
                <a:solidFill>
                  <a:schemeClr val="bg1"/>
                </a:solidFill>
                <a:latin typeface="CiscoSansTT ExtraLight" panose="020B0303020201020303" pitchFamily="34" charset="0"/>
                <a:cs typeface="CiscoSansTT ExtraLight" panose="020B0303020201020303" pitchFamily="34" charset="0"/>
              </a:defRPr>
            </a:lvl1pPr>
          </a:lstStyle>
          <a:p>
            <a:r>
              <a:rPr lang="en-GB" dirty="0"/>
              <a:t>Heading</a:t>
            </a:r>
          </a:p>
        </p:txBody>
      </p:sp>
      <p:sp>
        <p:nvSpPr>
          <p:cNvPr id="10" name="Text Placeholder 2">
            <a:extLst>
              <a:ext uri="{FF2B5EF4-FFF2-40B4-BE49-F238E27FC236}">
                <a16:creationId xmlns:a16="http://schemas.microsoft.com/office/drawing/2014/main" id="{0D0EB105-4FE7-7E30-8C23-A63566AB41F9}"/>
              </a:ext>
            </a:extLst>
          </p:cNvPr>
          <p:cNvSpPr>
            <a:spLocks noGrp="1"/>
          </p:cNvSpPr>
          <p:nvPr>
            <p:ph type="body" sz="quarter" idx="14" hasCustomPrompt="1"/>
          </p:nvPr>
        </p:nvSpPr>
        <p:spPr>
          <a:xfrm>
            <a:off x="625928" y="431801"/>
            <a:ext cx="3489235" cy="304800"/>
          </a:xfrm>
          <a:prstGeom prst="rect">
            <a:avLst/>
          </a:prstGeom>
        </p:spPr>
        <p:txBody>
          <a:bodyPr lIns="0" tIns="0" rIns="0" bIns="0"/>
          <a:lstStyle>
            <a:lvl1pPr marL="0" indent="0">
              <a:spcBef>
                <a:spcPts val="0"/>
              </a:spcBef>
              <a:buFont typeface="Arial" panose="020B0604020202020204" pitchFamily="34" charset="0"/>
              <a:buNone/>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Tree>
    <p:extLst>
      <p:ext uri="{BB962C8B-B14F-4D97-AF65-F5344CB8AC3E}">
        <p14:creationId xmlns:p14="http://schemas.microsoft.com/office/powerpoint/2010/main" val="358930841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ext Three Column Icons">
    <p:spTree>
      <p:nvGrpSpPr>
        <p:cNvPr id="1" name=""/>
        <p:cNvGrpSpPr/>
        <p:nvPr/>
      </p:nvGrpSpPr>
      <p:grpSpPr>
        <a:xfrm>
          <a:off x="0" y="0"/>
          <a:ext cx="0" cy="0"/>
          <a:chOff x="0" y="0"/>
          <a:chExt cx="0" cy="0"/>
        </a:xfrm>
      </p:grpSpPr>
      <p:sp>
        <p:nvSpPr>
          <p:cNvPr id="17" name="Text Placeholder 6">
            <a:extLst>
              <a:ext uri="{FF2B5EF4-FFF2-40B4-BE49-F238E27FC236}">
                <a16:creationId xmlns:a16="http://schemas.microsoft.com/office/drawing/2014/main" id="{96CA1346-1D62-4F41-BA11-B3EEBA6B5192}"/>
              </a:ext>
            </a:extLst>
          </p:cNvPr>
          <p:cNvSpPr>
            <a:spLocks noGrp="1"/>
          </p:cNvSpPr>
          <p:nvPr>
            <p:ph type="body" sz="quarter" idx="20" hasCustomPrompt="1"/>
          </p:nvPr>
        </p:nvSpPr>
        <p:spPr>
          <a:xfrm>
            <a:off x="4340226" y="2946254"/>
            <a:ext cx="3511549" cy="482748"/>
          </a:xfrm>
          <a:prstGeom prst="rect">
            <a:avLst/>
          </a:prstGeom>
        </p:spPr>
        <p:txBody>
          <a:bodyPr lIns="0" tIns="0" rIns="0" bIns="0" anchor="b" anchorCtr="0"/>
          <a:lstStyle>
            <a:lvl1pPr marL="0" indent="0">
              <a:lnSpc>
                <a:spcPct val="100000"/>
              </a:lnSpc>
              <a:spcBef>
                <a:spcPts val="0"/>
              </a:spcBef>
              <a:buNone/>
              <a:defRPr sz="3200" b="0" i="0">
                <a:solidFill>
                  <a:schemeClr val="tx1"/>
                </a:solidFill>
                <a:latin typeface="CiscoSansTT ExtraLight" panose="020B0303020201020303" pitchFamily="34" charset="0"/>
                <a:cs typeface="CiscoSansTT ExtraLight" panose="020B0303020201020303" pitchFamily="34" charset="0"/>
              </a:defRPr>
            </a:lvl1pPr>
          </a:lstStyle>
          <a:p>
            <a:r>
              <a:rPr lang="en-GB" dirty="0"/>
              <a:t>Heading</a:t>
            </a:r>
          </a:p>
        </p:txBody>
      </p:sp>
      <p:sp>
        <p:nvSpPr>
          <p:cNvPr id="18" name="Text Placeholder 6">
            <a:extLst>
              <a:ext uri="{FF2B5EF4-FFF2-40B4-BE49-F238E27FC236}">
                <a16:creationId xmlns:a16="http://schemas.microsoft.com/office/drawing/2014/main" id="{53E5B521-5917-164E-BF18-105160A01CA5}"/>
              </a:ext>
            </a:extLst>
          </p:cNvPr>
          <p:cNvSpPr>
            <a:spLocks noGrp="1"/>
          </p:cNvSpPr>
          <p:nvPr>
            <p:ph type="body" sz="quarter" idx="22" hasCustomPrompt="1"/>
          </p:nvPr>
        </p:nvSpPr>
        <p:spPr>
          <a:xfrm>
            <a:off x="8076847" y="2946254"/>
            <a:ext cx="3511549" cy="482748"/>
          </a:xfrm>
          <a:prstGeom prst="rect">
            <a:avLst/>
          </a:prstGeom>
        </p:spPr>
        <p:txBody>
          <a:bodyPr lIns="0" tIns="0" rIns="0" bIns="0" anchor="b" anchorCtr="0"/>
          <a:lstStyle>
            <a:lvl1pPr marL="0" indent="0">
              <a:lnSpc>
                <a:spcPct val="100000"/>
              </a:lnSpc>
              <a:spcBef>
                <a:spcPts val="0"/>
              </a:spcBef>
              <a:buNone/>
              <a:defRPr sz="3200" b="0" i="0">
                <a:solidFill>
                  <a:schemeClr val="tx1"/>
                </a:solidFill>
                <a:latin typeface="CiscoSansTT ExtraLight" panose="020B0303020201020303" pitchFamily="34" charset="0"/>
                <a:cs typeface="CiscoSansTT ExtraLight" panose="020B0303020201020303" pitchFamily="34" charset="0"/>
              </a:defRPr>
            </a:lvl1pPr>
          </a:lstStyle>
          <a:p>
            <a:r>
              <a:rPr lang="en-GB" dirty="0"/>
              <a:t>Heading</a:t>
            </a:r>
          </a:p>
        </p:txBody>
      </p:sp>
      <p:sp>
        <p:nvSpPr>
          <p:cNvPr id="19" name="Text Placeholder 6">
            <a:extLst>
              <a:ext uri="{FF2B5EF4-FFF2-40B4-BE49-F238E27FC236}">
                <a16:creationId xmlns:a16="http://schemas.microsoft.com/office/drawing/2014/main" id="{0721738F-FD2D-4146-A62E-4ECD6E8AF6FC}"/>
              </a:ext>
            </a:extLst>
          </p:cNvPr>
          <p:cNvSpPr>
            <a:spLocks noGrp="1"/>
          </p:cNvSpPr>
          <p:nvPr>
            <p:ph type="body" sz="quarter" idx="23" hasCustomPrompt="1"/>
          </p:nvPr>
        </p:nvSpPr>
        <p:spPr>
          <a:xfrm>
            <a:off x="622771" y="2946254"/>
            <a:ext cx="3511549" cy="482748"/>
          </a:xfrm>
          <a:prstGeom prst="rect">
            <a:avLst/>
          </a:prstGeom>
        </p:spPr>
        <p:txBody>
          <a:bodyPr lIns="0" tIns="0" rIns="0" bIns="0" anchor="b" anchorCtr="0"/>
          <a:lstStyle>
            <a:lvl1pPr marL="0" indent="0">
              <a:lnSpc>
                <a:spcPct val="100000"/>
              </a:lnSpc>
              <a:spcBef>
                <a:spcPts val="0"/>
              </a:spcBef>
              <a:buNone/>
              <a:defRPr sz="3200" b="0" i="0">
                <a:solidFill>
                  <a:schemeClr val="tx1"/>
                </a:solidFill>
                <a:latin typeface="CiscoSansTT ExtraLight" panose="020B0303020201020303" pitchFamily="34" charset="0"/>
                <a:cs typeface="CiscoSansTT ExtraLight" panose="020B0303020201020303" pitchFamily="34" charset="0"/>
              </a:defRPr>
            </a:lvl1pPr>
          </a:lstStyle>
          <a:p>
            <a:r>
              <a:rPr lang="en-GB" dirty="0"/>
              <a:t>Heading</a:t>
            </a:r>
          </a:p>
        </p:txBody>
      </p:sp>
      <p:sp>
        <p:nvSpPr>
          <p:cNvPr id="20" name="Picture Placeholder 2">
            <a:extLst>
              <a:ext uri="{FF2B5EF4-FFF2-40B4-BE49-F238E27FC236}">
                <a16:creationId xmlns:a16="http://schemas.microsoft.com/office/drawing/2014/main" id="{8143D29F-44CB-0E44-8852-5377E5E8F518}"/>
              </a:ext>
            </a:extLst>
          </p:cNvPr>
          <p:cNvSpPr>
            <a:spLocks noGrp="1"/>
          </p:cNvSpPr>
          <p:nvPr>
            <p:ph type="pic" sz="quarter" idx="10" hasCustomPrompt="1"/>
          </p:nvPr>
        </p:nvSpPr>
        <p:spPr>
          <a:xfrm>
            <a:off x="4359394" y="1607671"/>
            <a:ext cx="1024772" cy="957729"/>
          </a:xfrm>
          <a:prstGeom prst="rect">
            <a:avLst/>
          </a:prstGeom>
          <a:noFill/>
        </p:spPr>
        <p:txBody>
          <a:bodyPr vert="horz" lIns="91420" tIns="45710" rIns="91420" bIns="45710" anchor="ctr"/>
          <a:lstStyle>
            <a:lvl1pPr marL="0" indent="0" algn="ctr">
              <a:buNone/>
              <a:defRPr sz="1333" b="0" i="0" baseline="0">
                <a:solidFill>
                  <a:schemeClr val="tx1"/>
                </a:solidFill>
                <a:latin typeface="CiscoSansTT ExtraLight" panose="020B0303020201020303" pitchFamily="34" charset="0"/>
                <a:cs typeface="CiscoSans ExtraLight"/>
              </a:defRPr>
            </a:lvl1pPr>
          </a:lstStyle>
          <a:p>
            <a:pPr lvl="0"/>
            <a:r>
              <a:rPr lang="en-US" noProof="0" dirty="0"/>
              <a:t>Click to add marketing icon</a:t>
            </a:r>
          </a:p>
        </p:txBody>
      </p:sp>
      <p:sp>
        <p:nvSpPr>
          <p:cNvPr id="21" name="Picture Placeholder 2">
            <a:extLst>
              <a:ext uri="{FF2B5EF4-FFF2-40B4-BE49-F238E27FC236}">
                <a16:creationId xmlns:a16="http://schemas.microsoft.com/office/drawing/2014/main" id="{E02DD01B-53E6-C542-A933-2D42DD0D2C62}"/>
              </a:ext>
            </a:extLst>
          </p:cNvPr>
          <p:cNvSpPr>
            <a:spLocks noGrp="1"/>
          </p:cNvSpPr>
          <p:nvPr>
            <p:ph type="pic" sz="quarter" idx="24" hasCustomPrompt="1"/>
          </p:nvPr>
        </p:nvSpPr>
        <p:spPr>
          <a:xfrm>
            <a:off x="632127" y="1607671"/>
            <a:ext cx="1024772" cy="957729"/>
          </a:xfrm>
          <a:prstGeom prst="rect">
            <a:avLst/>
          </a:prstGeom>
          <a:noFill/>
        </p:spPr>
        <p:txBody>
          <a:bodyPr vert="horz" lIns="91420" tIns="45710" rIns="91420" bIns="45710" anchor="ctr"/>
          <a:lstStyle>
            <a:lvl1pPr marL="0" indent="0" algn="ctr">
              <a:buNone/>
              <a:defRPr sz="1333" b="0" i="0" baseline="0">
                <a:solidFill>
                  <a:schemeClr val="tx1"/>
                </a:solidFill>
                <a:latin typeface="CiscoSansTT ExtraLight" panose="020B0303020201020303" pitchFamily="34" charset="0"/>
                <a:cs typeface="CiscoSans ExtraLight"/>
              </a:defRPr>
            </a:lvl1pPr>
          </a:lstStyle>
          <a:p>
            <a:pPr lvl="0"/>
            <a:r>
              <a:rPr lang="en-US" noProof="0" dirty="0"/>
              <a:t>Click to add marketing icon</a:t>
            </a:r>
          </a:p>
        </p:txBody>
      </p:sp>
      <p:sp>
        <p:nvSpPr>
          <p:cNvPr id="22" name="Picture Placeholder 2">
            <a:extLst>
              <a:ext uri="{FF2B5EF4-FFF2-40B4-BE49-F238E27FC236}">
                <a16:creationId xmlns:a16="http://schemas.microsoft.com/office/drawing/2014/main" id="{EE6224FA-C881-7942-88CA-85C557540C4C}"/>
              </a:ext>
            </a:extLst>
          </p:cNvPr>
          <p:cNvSpPr>
            <a:spLocks noGrp="1"/>
          </p:cNvSpPr>
          <p:nvPr>
            <p:ph type="pic" sz="quarter" idx="25" hasCustomPrompt="1"/>
          </p:nvPr>
        </p:nvSpPr>
        <p:spPr>
          <a:xfrm>
            <a:off x="8086661" y="1607671"/>
            <a:ext cx="1024772" cy="957729"/>
          </a:xfrm>
          <a:prstGeom prst="rect">
            <a:avLst/>
          </a:prstGeom>
          <a:noFill/>
        </p:spPr>
        <p:txBody>
          <a:bodyPr vert="horz" lIns="91420" tIns="45710" rIns="91420" bIns="45710" anchor="ctr"/>
          <a:lstStyle>
            <a:lvl1pPr marL="0" indent="0" algn="ctr">
              <a:buNone/>
              <a:defRPr sz="1333" b="0" i="0" baseline="0">
                <a:solidFill>
                  <a:schemeClr val="tx1"/>
                </a:solidFill>
                <a:latin typeface="CiscoSansTT ExtraLight" panose="020B0303020201020303" pitchFamily="34" charset="0"/>
                <a:cs typeface="CiscoSans ExtraLight"/>
              </a:defRPr>
            </a:lvl1pPr>
          </a:lstStyle>
          <a:p>
            <a:pPr lvl="0"/>
            <a:r>
              <a:rPr lang="en-US" noProof="0" dirty="0"/>
              <a:t>Click to add marketing icon</a:t>
            </a:r>
          </a:p>
        </p:txBody>
      </p:sp>
      <p:sp>
        <p:nvSpPr>
          <p:cNvPr id="16" name="Text Placeholder 2">
            <a:extLst>
              <a:ext uri="{FF2B5EF4-FFF2-40B4-BE49-F238E27FC236}">
                <a16:creationId xmlns:a16="http://schemas.microsoft.com/office/drawing/2014/main" id="{17EBF19C-49E3-D24F-8832-1A12184F6688}"/>
              </a:ext>
            </a:extLst>
          </p:cNvPr>
          <p:cNvSpPr>
            <a:spLocks noGrp="1"/>
          </p:cNvSpPr>
          <p:nvPr>
            <p:ph type="body" sz="quarter" idx="15" hasCustomPrompt="1"/>
          </p:nvPr>
        </p:nvSpPr>
        <p:spPr>
          <a:xfrm>
            <a:off x="632125" y="3675743"/>
            <a:ext cx="3489235"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et dolore.</a:t>
            </a:r>
          </a:p>
          <a:p>
            <a:pPr lvl="0"/>
            <a:endParaRPr lang="en-GB" dirty="0"/>
          </a:p>
        </p:txBody>
      </p:sp>
      <p:sp>
        <p:nvSpPr>
          <p:cNvPr id="23" name="Text Placeholder 2">
            <a:extLst>
              <a:ext uri="{FF2B5EF4-FFF2-40B4-BE49-F238E27FC236}">
                <a16:creationId xmlns:a16="http://schemas.microsoft.com/office/drawing/2014/main" id="{A1125D49-7617-524D-93FF-568220A243A4}"/>
              </a:ext>
            </a:extLst>
          </p:cNvPr>
          <p:cNvSpPr>
            <a:spLocks noGrp="1"/>
          </p:cNvSpPr>
          <p:nvPr>
            <p:ph type="body" sz="quarter" idx="29" hasCustomPrompt="1"/>
          </p:nvPr>
        </p:nvSpPr>
        <p:spPr>
          <a:xfrm>
            <a:off x="4350253" y="3675743"/>
            <a:ext cx="3489235"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et dolore.</a:t>
            </a:r>
          </a:p>
          <a:p>
            <a:pPr lvl="0"/>
            <a:endParaRPr lang="en-GB" dirty="0"/>
          </a:p>
        </p:txBody>
      </p:sp>
      <p:sp>
        <p:nvSpPr>
          <p:cNvPr id="24" name="Text Placeholder 2">
            <a:extLst>
              <a:ext uri="{FF2B5EF4-FFF2-40B4-BE49-F238E27FC236}">
                <a16:creationId xmlns:a16="http://schemas.microsoft.com/office/drawing/2014/main" id="{32FC023A-9146-A042-BD74-7CC8EF53A068}"/>
              </a:ext>
            </a:extLst>
          </p:cNvPr>
          <p:cNvSpPr>
            <a:spLocks noGrp="1"/>
          </p:cNvSpPr>
          <p:nvPr>
            <p:ph type="body" sz="quarter" idx="30" hasCustomPrompt="1"/>
          </p:nvPr>
        </p:nvSpPr>
        <p:spPr>
          <a:xfrm>
            <a:off x="8102968" y="3675743"/>
            <a:ext cx="3489235"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et dolore.</a:t>
            </a:r>
          </a:p>
          <a:p>
            <a:pPr lvl="0"/>
            <a:endParaRPr lang="en-GB" dirty="0"/>
          </a:p>
        </p:txBody>
      </p:sp>
      <p:sp>
        <p:nvSpPr>
          <p:cNvPr id="13" name="Text Placeholder 2">
            <a:extLst>
              <a:ext uri="{FF2B5EF4-FFF2-40B4-BE49-F238E27FC236}">
                <a16:creationId xmlns:a16="http://schemas.microsoft.com/office/drawing/2014/main" id="{3B88B2C6-7B71-2E10-C2D7-2073ED166CFF}"/>
              </a:ext>
            </a:extLst>
          </p:cNvPr>
          <p:cNvSpPr>
            <a:spLocks noGrp="1"/>
          </p:cNvSpPr>
          <p:nvPr>
            <p:ph type="body" sz="quarter" idx="14" hasCustomPrompt="1"/>
          </p:nvPr>
        </p:nvSpPr>
        <p:spPr>
          <a:xfrm>
            <a:off x="625928" y="431801"/>
            <a:ext cx="3489235" cy="304800"/>
          </a:xfrm>
          <a:prstGeom prst="rect">
            <a:avLst/>
          </a:prstGeom>
        </p:spPr>
        <p:txBody>
          <a:bodyPr lIns="0" tIns="0" rIns="0" bIns="0"/>
          <a:lstStyle>
            <a:lvl1pPr marL="0" indent="0">
              <a:spcBef>
                <a:spcPts val="0"/>
              </a:spcBef>
              <a:buFont typeface="Arial" panose="020B0604020202020204" pitchFamily="34" charset="0"/>
              <a:buNone/>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Tree>
    <p:extLst>
      <p:ext uri="{BB962C8B-B14F-4D97-AF65-F5344CB8AC3E}">
        <p14:creationId xmlns:p14="http://schemas.microsoft.com/office/powerpoint/2010/main" val="30053646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ky Text Three Column Icons">
    <p:bg>
      <p:bgPr>
        <a:solidFill>
          <a:schemeClr val="accent1"/>
        </a:solidFill>
        <a:effectLst/>
      </p:bgPr>
    </p:bg>
    <p:spTree>
      <p:nvGrpSpPr>
        <p:cNvPr id="1" name=""/>
        <p:cNvGrpSpPr/>
        <p:nvPr/>
      </p:nvGrpSpPr>
      <p:grpSpPr>
        <a:xfrm>
          <a:off x="0" y="0"/>
          <a:ext cx="0" cy="0"/>
          <a:chOff x="0" y="0"/>
          <a:chExt cx="0" cy="0"/>
        </a:xfrm>
      </p:grpSpPr>
      <p:sp>
        <p:nvSpPr>
          <p:cNvPr id="17" name="Text Placeholder 6">
            <a:extLst>
              <a:ext uri="{FF2B5EF4-FFF2-40B4-BE49-F238E27FC236}">
                <a16:creationId xmlns:a16="http://schemas.microsoft.com/office/drawing/2014/main" id="{96CA1346-1D62-4F41-BA11-B3EEBA6B5192}"/>
              </a:ext>
            </a:extLst>
          </p:cNvPr>
          <p:cNvSpPr>
            <a:spLocks noGrp="1"/>
          </p:cNvSpPr>
          <p:nvPr>
            <p:ph type="body" sz="quarter" idx="20" hasCustomPrompt="1"/>
          </p:nvPr>
        </p:nvSpPr>
        <p:spPr>
          <a:xfrm>
            <a:off x="4340226" y="2946254"/>
            <a:ext cx="3511549" cy="482748"/>
          </a:xfrm>
          <a:prstGeom prst="rect">
            <a:avLst/>
          </a:prstGeom>
        </p:spPr>
        <p:txBody>
          <a:bodyPr lIns="0" tIns="0" rIns="0" bIns="0" anchor="b" anchorCtr="0"/>
          <a:lstStyle>
            <a:lvl1pPr marL="0" indent="0">
              <a:lnSpc>
                <a:spcPct val="100000"/>
              </a:lnSpc>
              <a:spcBef>
                <a:spcPts val="0"/>
              </a:spcBef>
              <a:buNone/>
              <a:defRPr sz="3200" b="0" i="0">
                <a:solidFill>
                  <a:schemeClr val="bg1"/>
                </a:solidFill>
                <a:latin typeface="CiscoSansTT ExtraLight" panose="020B0303020201020303" pitchFamily="34" charset="0"/>
                <a:cs typeface="CiscoSansTT ExtraLight" panose="020B0303020201020303" pitchFamily="34" charset="0"/>
              </a:defRPr>
            </a:lvl1pPr>
          </a:lstStyle>
          <a:p>
            <a:r>
              <a:rPr lang="en-GB" dirty="0"/>
              <a:t>Heading</a:t>
            </a:r>
          </a:p>
        </p:txBody>
      </p:sp>
      <p:sp>
        <p:nvSpPr>
          <p:cNvPr id="18" name="Text Placeholder 6">
            <a:extLst>
              <a:ext uri="{FF2B5EF4-FFF2-40B4-BE49-F238E27FC236}">
                <a16:creationId xmlns:a16="http://schemas.microsoft.com/office/drawing/2014/main" id="{53E5B521-5917-164E-BF18-105160A01CA5}"/>
              </a:ext>
            </a:extLst>
          </p:cNvPr>
          <p:cNvSpPr>
            <a:spLocks noGrp="1"/>
          </p:cNvSpPr>
          <p:nvPr>
            <p:ph type="body" sz="quarter" idx="22" hasCustomPrompt="1"/>
          </p:nvPr>
        </p:nvSpPr>
        <p:spPr>
          <a:xfrm>
            <a:off x="8076847" y="2946254"/>
            <a:ext cx="3511549" cy="482748"/>
          </a:xfrm>
          <a:prstGeom prst="rect">
            <a:avLst/>
          </a:prstGeom>
        </p:spPr>
        <p:txBody>
          <a:bodyPr lIns="0" tIns="0" rIns="0" bIns="0" anchor="b" anchorCtr="0"/>
          <a:lstStyle>
            <a:lvl1pPr marL="0" indent="0">
              <a:lnSpc>
                <a:spcPct val="100000"/>
              </a:lnSpc>
              <a:spcBef>
                <a:spcPts val="0"/>
              </a:spcBef>
              <a:buNone/>
              <a:defRPr sz="3200" b="0" i="0">
                <a:solidFill>
                  <a:schemeClr val="bg1"/>
                </a:solidFill>
                <a:latin typeface="CiscoSansTT ExtraLight" panose="020B0303020201020303" pitchFamily="34" charset="0"/>
                <a:cs typeface="CiscoSansTT ExtraLight" panose="020B0303020201020303" pitchFamily="34" charset="0"/>
              </a:defRPr>
            </a:lvl1pPr>
          </a:lstStyle>
          <a:p>
            <a:r>
              <a:rPr lang="en-GB" dirty="0"/>
              <a:t>Heading</a:t>
            </a:r>
          </a:p>
        </p:txBody>
      </p:sp>
      <p:sp>
        <p:nvSpPr>
          <p:cNvPr id="19" name="Text Placeholder 6">
            <a:extLst>
              <a:ext uri="{FF2B5EF4-FFF2-40B4-BE49-F238E27FC236}">
                <a16:creationId xmlns:a16="http://schemas.microsoft.com/office/drawing/2014/main" id="{0721738F-FD2D-4146-A62E-4ECD6E8AF6FC}"/>
              </a:ext>
            </a:extLst>
          </p:cNvPr>
          <p:cNvSpPr>
            <a:spLocks noGrp="1"/>
          </p:cNvSpPr>
          <p:nvPr>
            <p:ph type="body" sz="quarter" idx="23" hasCustomPrompt="1"/>
          </p:nvPr>
        </p:nvSpPr>
        <p:spPr>
          <a:xfrm>
            <a:off x="622771" y="2946254"/>
            <a:ext cx="3511549" cy="482748"/>
          </a:xfrm>
          <a:prstGeom prst="rect">
            <a:avLst/>
          </a:prstGeom>
        </p:spPr>
        <p:txBody>
          <a:bodyPr lIns="0" tIns="0" rIns="0" bIns="0" anchor="b" anchorCtr="0"/>
          <a:lstStyle>
            <a:lvl1pPr marL="0" indent="0">
              <a:lnSpc>
                <a:spcPct val="100000"/>
              </a:lnSpc>
              <a:spcBef>
                <a:spcPts val="0"/>
              </a:spcBef>
              <a:buNone/>
              <a:defRPr sz="3200" b="0" i="0">
                <a:solidFill>
                  <a:schemeClr val="bg1"/>
                </a:solidFill>
                <a:latin typeface="CiscoSansTT ExtraLight" panose="020B0303020201020303" pitchFamily="34" charset="0"/>
                <a:cs typeface="CiscoSansTT ExtraLight" panose="020B0303020201020303" pitchFamily="34" charset="0"/>
              </a:defRPr>
            </a:lvl1pPr>
          </a:lstStyle>
          <a:p>
            <a:r>
              <a:rPr lang="en-GB" dirty="0"/>
              <a:t>Heading</a:t>
            </a:r>
          </a:p>
        </p:txBody>
      </p:sp>
      <p:sp>
        <p:nvSpPr>
          <p:cNvPr id="20" name="Picture Placeholder 2">
            <a:extLst>
              <a:ext uri="{FF2B5EF4-FFF2-40B4-BE49-F238E27FC236}">
                <a16:creationId xmlns:a16="http://schemas.microsoft.com/office/drawing/2014/main" id="{8143D29F-44CB-0E44-8852-5377E5E8F518}"/>
              </a:ext>
            </a:extLst>
          </p:cNvPr>
          <p:cNvSpPr>
            <a:spLocks noGrp="1"/>
          </p:cNvSpPr>
          <p:nvPr>
            <p:ph type="pic" sz="quarter" idx="10" hasCustomPrompt="1"/>
          </p:nvPr>
        </p:nvSpPr>
        <p:spPr>
          <a:xfrm>
            <a:off x="4359394" y="1607671"/>
            <a:ext cx="1024772" cy="957729"/>
          </a:xfrm>
          <a:prstGeom prst="rect">
            <a:avLst/>
          </a:prstGeom>
          <a:noFill/>
        </p:spPr>
        <p:txBody>
          <a:bodyPr vert="horz" lIns="91420" tIns="45710" rIns="91420" bIns="45710" anchor="ctr"/>
          <a:lstStyle>
            <a:lvl1pPr marL="0" indent="0" algn="ctr">
              <a:buNone/>
              <a:defRPr sz="1333" b="0" i="0" baseline="0">
                <a:solidFill>
                  <a:schemeClr val="bg1"/>
                </a:solidFill>
                <a:latin typeface="CiscoSansTT ExtraLight" panose="020B0303020201020303" pitchFamily="34" charset="0"/>
                <a:cs typeface="CiscoSans ExtraLight"/>
              </a:defRPr>
            </a:lvl1pPr>
          </a:lstStyle>
          <a:p>
            <a:pPr lvl="0"/>
            <a:r>
              <a:rPr lang="en-US" noProof="0" dirty="0"/>
              <a:t>Click to add marketing icon</a:t>
            </a:r>
          </a:p>
        </p:txBody>
      </p:sp>
      <p:sp>
        <p:nvSpPr>
          <p:cNvPr id="21" name="Picture Placeholder 2">
            <a:extLst>
              <a:ext uri="{FF2B5EF4-FFF2-40B4-BE49-F238E27FC236}">
                <a16:creationId xmlns:a16="http://schemas.microsoft.com/office/drawing/2014/main" id="{E02DD01B-53E6-C542-A933-2D42DD0D2C62}"/>
              </a:ext>
            </a:extLst>
          </p:cNvPr>
          <p:cNvSpPr>
            <a:spLocks noGrp="1"/>
          </p:cNvSpPr>
          <p:nvPr>
            <p:ph type="pic" sz="quarter" idx="24" hasCustomPrompt="1"/>
          </p:nvPr>
        </p:nvSpPr>
        <p:spPr>
          <a:xfrm>
            <a:off x="632127" y="1607671"/>
            <a:ext cx="1024772" cy="957729"/>
          </a:xfrm>
          <a:prstGeom prst="rect">
            <a:avLst/>
          </a:prstGeom>
          <a:noFill/>
        </p:spPr>
        <p:txBody>
          <a:bodyPr vert="horz" lIns="91420" tIns="45710" rIns="91420" bIns="45710" anchor="ctr"/>
          <a:lstStyle>
            <a:lvl1pPr marL="0" indent="0" algn="ctr">
              <a:buNone/>
              <a:defRPr sz="1333" b="0" i="0" baseline="0">
                <a:solidFill>
                  <a:schemeClr val="bg1"/>
                </a:solidFill>
                <a:latin typeface="CiscoSansTT ExtraLight" panose="020B0303020201020303" pitchFamily="34" charset="0"/>
                <a:cs typeface="CiscoSans ExtraLight"/>
              </a:defRPr>
            </a:lvl1pPr>
          </a:lstStyle>
          <a:p>
            <a:pPr lvl="0"/>
            <a:r>
              <a:rPr lang="en-US" noProof="0" dirty="0"/>
              <a:t>Click to add marketing icon</a:t>
            </a:r>
          </a:p>
        </p:txBody>
      </p:sp>
      <p:sp>
        <p:nvSpPr>
          <p:cNvPr id="22" name="Picture Placeholder 2">
            <a:extLst>
              <a:ext uri="{FF2B5EF4-FFF2-40B4-BE49-F238E27FC236}">
                <a16:creationId xmlns:a16="http://schemas.microsoft.com/office/drawing/2014/main" id="{EE6224FA-C881-7942-88CA-85C557540C4C}"/>
              </a:ext>
            </a:extLst>
          </p:cNvPr>
          <p:cNvSpPr>
            <a:spLocks noGrp="1"/>
          </p:cNvSpPr>
          <p:nvPr>
            <p:ph type="pic" sz="quarter" idx="25" hasCustomPrompt="1"/>
          </p:nvPr>
        </p:nvSpPr>
        <p:spPr>
          <a:xfrm>
            <a:off x="8086661" y="1607671"/>
            <a:ext cx="1024772" cy="957729"/>
          </a:xfrm>
          <a:prstGeom prst="rect">
            <a:avLst/>
          </a:prstGeom>
          <a:noFill/>
        </p:spPr>
        <p:txBody>
          <a:bodyPr vert="horz" lIns="91420" tIns="45710" rIns="91420" bIns="45710" anchor="ctr"/>
          <a:lstStyle>
            <a:lvl1pPr marL="0" indent="0" algn="ctr">
              <a:buNone/>
              <a:defRPr sz="1333" b="0" i="0" baseline="0">
                <a:solidFill>
                  <a:schemeClr val="bg1"/>
                </a:solidFill>
                <a:latin typeface="CiscoSansTT ExtraLight" panose="020B0303020201020303" pitchFamily="34" charset="0"/>
                <a:cs typeface="CiscoSans ExtraLight"/>
              </a:defRPr>
            </a:lvl1pPr>
          </a:lstStyle>
          <a:p>
            <a:pPr lvl="0"/>
            <a:r>
              <a:rPr lang="en-US" noProof="0" dirty="0"/>
              <a:t>Click to add marketing icon</a:t>
            </a:r>
          </a:p>
        </p:txBody>
      </p:sp>
      <p:sp>
        <p:nvSpPr>
          <p:cNvPr id="16" name="Text Placeholder 2">
            <a:extLst>
              <a:ext uri="{FF2B5EF4-FFF2-40B4-BE49-F238E27FC236}">
                <a16:creationId xmlns:a16="http://schemas.microsoft.com/office/drawing/2014/main" id="{17EBF19C-49E3-D24F-8832-1A12184F6688}"/>
              </a:ext>
            </a:extLst>
          </p:cNvPr>
          <p:cNvSpPr>
            <a:spLocks noGrp="1"/>
          </p:cNvSpPr>
          <p:nvPr>
            <p:ph type="body" sz="quarter" idx="15" hasCustomPrompt="1"/>
          </p:nvPr>
        </p:nvSpPr>
        <p:spPr>
          <a:xfrm>
            <a:off x="632125" y="3675743"/>
            <a:ext cx="3489235"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bg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et dolore.</a:t>
            </a:r>
          </a:p>
          <a:p>
            <a:pPr lvl="0"/>
            <a:endParaRPr lang="en-GB" dirty="0"/>
          </a:p>
        </p:txBody>
      </p:sp>
      <p:sp>
        <p:nvSpPr>
          <p:cNvPr id="23" name="Text Placeholder 2">
            <a:extLst>
              <a:ext uri="{FF2B5EF4-FFF2-40B4-BE49-F238E27FC236}">
                <a16:creationId xmlns:a16="http://schemas.microsoft.com/office/drawing/2014/main" id="{A1125D49-7617-524D-93FF-568220A243A4}"/>
              </a:ext>
            </a:extLst>
          </p:cNvPr>
          <p:cNvSpPr>
            <a:spLocks noGrp="1"/>
          </p:cNvSpPr>
          <p:nvPr>
            <p:ph type="body" sz="quarter" idx="29" hasCustomPrompt="1"/>
          </p:nvPr>
        </p:nvSpPr>
        <p:spPr>
          <a:xfrm>
            <a:off x="4350253" y="3675743"/>
            <a:ext cx="3489235"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bg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et dolore.</a:t>
            </a:r>
          </a:p>
          <a:p>
            <a:pPr lvl="0"/>
            <a:endParaRPr lang="en-GB" dirty="0"/>
          </a:p>
        </p:txBody>
      </p:sp>
      <p:sp>
        <p:nvSpPr>
          <p:cNvPr id="24" name="Text Placeholder 2">
            <a:extLst>
              <a:ext uri="{FF2B5EF4-FFF2-40B4-BE49-F238E27FC236}">
                <a16:creationId xmlns:a16="http://schemas.microsoft.com/office/drawing/2014/main" id="{32FC023A-9146-A042-BD74-7CC8EF53A068}"/>
              </a:ext>
            </a:extLst>
          </p:cNvPr>
          <p:cNvSpPr>
            <a:spLocks noGrp="1"/>
          </p:cNvSpPr>
          <p:nvPr>
            <p:ph type="body" sz="quarter" idx="30" hasCustomPrompt="1"/>
          </p:nvPr>
        </p:nvSpPr>
        <p:spPr>
          <a:xfrm>
            <a:off x="8102968" y="3675743"/>
            <a:ext cx="3489235"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bg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et dolore.</a:t>
            </a:r>
          </a:p>
          <a:p>
            <a:pPr lvl="0"/>
            <a:endParaRPr lang="en-GB" dirty="0"/>
          </a:p>
        </p:txBody>
      </p:sp>
      <p:sp>
        <p:nvSpPr>
          <p:cNvPr id="13" name="Text Placeholder 2">
            <a:extLst>
              <a:ext uri="{FF2B5EF4-FFF2-40B4-BE49-F238E27FC236}">
                <a16:creationId xmlns:a16="http://schemas.microsoft.com/office/drawing/2014/main" id="{3B88B2C6-7B71-2E10-C2D7-2073ED166CFF}"/>
              </a:ext>
            </a:extLst>
          </p:cNvPr>
          <p:cNvSpPr>
            <a:spLocks noGrp="1"/>
          </p:cNvSpPr>
          <p:nvPr>
            <p:ph type="body" sz="quarter" idx="14" hasCustomPrompt="1"/>
          </p:nvPr>
        </p:nvSpPr>
        <p:spPr>
          <a:xfrm>
            <a:off x="625928" y="431801"/>
            <a:ext cx="3489235" cy="304800"/>
          </a:xfrm>
          <a:prstGeom prst="rect">
            <a:avLst/>
          </a:prstGeom>
        </p:spPr>
        <p:txBody>
          <a:bodyPr lIns="0" tIns="0" rIns="0" bIns="0"/>
          <a:lstStyle>
            <a:lvl1pPr marL="0" indent="0">
              <a:spcBef>
                <a:spcPts val="0"/>
              </a:spcBef>
              <a:buFont typeface="Arial" panose="020B0604020202020204" pitchFamily="34" charset="0"/>
              <a:buNone/>
              <a:defRPr sz="1300" b="0" i="0" baseline="0">
                <a:solidFill>
                  <a:schemeClr val="bg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Tree>
    <p:extLst>
      <p:ext uri="{BB962C8B-B14F-4D97-AF65-F5344CB8AC3E}">
        <p14:creationId xmlns:p14="http://schemas.microsoft.com/office/powerpoint/2010/main" val="135564172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Heading and title">
    <p:bg>
      <p:bgPr>
        <a:solidFill>
          <a:schemeClr val="bg2"/>
        </a:solidFill>
        <a:effectLst/>
      </p:bgPr>
    </p:bg>
    <p:spTree>
      <p:nvGrpSpPr>
        <p:cNvPr id="1" name=""/>
        <p:cNvGrpSpPr/>
        <p:nvPr/>
      </p:nvGrpSpPr>
      <p:grpSpPr>
        <a:xfrm>
          <a:off x="0" y="0"/>
          <a:ext cx="0" cy="0"/>
          <a:chOff x="0" y="0"/>
          <a:chExt cx="0" cy="0"/>
        </a:xfrm>
      </p:grpSpPr>
      <p:sp>
        <p:nvSpPr>
          <p:cNvPr id="7" name="Text Placeholder 2">
            <a:extLst>
              <a:ext uri="{FF2B5EF4-FFF2-40B4-BE49-F238E27FC236}">
                <a16:creationId xmlns:a16="http://schemas.microsoft.com/office/drawing/2014/main" id="{0C30067D-BDB2-4ED3-9FF2-9A7F7110FF90}"/>
              </a:ext>
            </a:extLst>
          </p:cNvPr>
          <p:cNvSpPr>
            <a:spLocks noGrp="1"/>
          </p:cNvSpPr>
          <p:nvPr>
            <p:ph type="body" sz="quarter" idx="14" hasCustomPrompt="1"/>
          </p:nvPr>
        </p:nvSpPr>
        <p:spPr>
          <a:xfrm>
            <a:off x="625928" y="431801"/>
            <a:ext cx="3489235" cy="304800"/>
          </a:xfrm>
          <a:prstGeom prst="rect">
            <a:avLst/>
          </a:prstGeom>
        </p:spPr>
        <p:txBody>
          <a:bodyPr lIns="0" tIns="0" rIns="0" bIns="0"/>
          <a:lstStyle>
            <a:lvl1pPr marL="0" indent="0">
              <a:spcBef>
                <a:spcPts val="0"/>
              </a:spcBef>
              <a:buFont typeface="Arial" panose="020B0604020202020204" pitchFamily="34" charset="0"/>
              <a:buNone/>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
        <p:nvSpPr>
          <p:cNvPr id="8" name="Text Placeholder 6">
            <a:extLst>
              <a:ext uri="{FF2B5EF4-FFF2-40B4-BE49-F238E27FC236}">
                <a16:creationId xmlns:a16="http://schemas.microsoft.com/office/drawing/2014/main" id="{1878F7B9-C122-B8FB-05FB-508A64772A99}"/>
              </a:ext>
            </a:extLst>
          </p:cNvPr>
          <p:cNvSpPr>
            <a:spLocks noGrp="1"/>
          </p:cNvSpPr>
          <p:nvPr>
            <p:ph type="body" sz="quarter" idx="23" hasCustomPrompt="1"/>
          </p:nvPr>
        </p:nvSpPr>
        <p:spPr>
          <a:xfrm>
            <a:off x="625928" y="739630"/>
            <a:ext cx="7460073" cy="482748"/>
          </a:xfrm>
          <a:prstGeom prst="rect">
            <a:avLst/>
          </a:prstGeom>
        </p:spPr>
        <p:txBody>
          <a:bodyPr lIns="0" tIns="0" rIns="0" bIns="0" anchor="t" anchorCtr="0"/>
          <a:lstStyle>
            <a:lvl1pPr marL="0" indent="0">
              <a:lnSpc>
                <a:spcPct val="100000"/>
              </a:lnSpc>
              <a:spcBef>
                <a:spcPts val="0"/>
              </a:spcBef>
              <a:buNone/>
              <a:defRPr sz="3200" b="0" i="0">
                <a:solidFill>
                  <a:schemeClr val="bg1"/>
                </a:solidFill>
                <a:latin typeface="CiscoSansTT ExtraLight" panose="020B0303020201020303" pitchFamily="34" charset="0"/>
                <a:cs typeface="CiscoSansTT ExtraLight" panose="020B0303020201020303" pitchFamily="34" charset="0"/>
              </a:defRPr>
            </a:lvl1pPr>
          </a:lstStyle>
          <a:p>
            <a:r>
              <a:rPr lang="en-GB" dirty="0"/>
              <a:t>Heading goes here</a:t>
            </a:r>
          </a:p>
        </p:txBody>
      </p:sp>
    </p:spTree>
    <p:extLst>
      <p:ext uri="{BB962C8B-B14F-4D97-AF65-F5344CB8AC3E}">
        <p14:creationId xmlns:p14="http://schemas.microsoft.com/office/powerpoint/2010/main" val="56503463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ullet List">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7E84602F-A2F5-0AB3-EDDA-2F6FBCDFA885}"/>
              </a:ext>
            </a:extLst>
          </p:cNvPr>
          <p:cNvSpPr>
            <a:spLocks noGrp="1"/>
          </p:cNvSpPr>
          <p:nvPr>
            <p:ph type="body" sz="quarter" idx="10" hasCustomPrompt="1"/>
          </p:nvPr>
        </p:nvSpPr>
        <p:spPr>
          <a:xfrm>
            <a:off x="632818" y="1602317"/>
            <a:ext cx="11088236" cy="4519083"/>
          </a:xfrm>
          <a:prstGeom prst="rect">
            <a:avLst/>
          </a:prstGeom>
        </p:spPr>
        <p:txBody>
          <a:bodyPr lIns="91420" tIns="45710" rIns="91420" bIns="45710">
            <a:noAutofit/>
          </a:bodyPr>
          <a:lstStyle>
            <a:lvl1pPr marL="304798" indent="-228598">
              <a:lnSpc>
                <a:spcPct val="95000"/>
              </a:lnSpc>
              <a:spcBef>
                <a:spcPts val="1480"/>
              </a:spcBef>
              <a:buClr>
                <a:schemeClr val="bg1"/>
              </a:buClr>
              <a:buSzPct val="80000"/>
              <a:buFont typeface="Arial"/>
              <a:buChar char="•"/>
              <a:defRPr sz="2400" b="0" i="0">
                <a:solidFill>
                  <a:schemeClr val="tx1"/>
                </a:solidFill>
                <a:latin typeface="+mn-lt"/>
                <a:ea typeface="CiscoSansTT Thin" charset="0"/>
                <a:cs typeface="CiscoSansTT Thin" charset="0"/>
              </a:defRPr>
            </a:lvl1pPr>
            <a:lvl2pPr marL="609595" indent="-220132">
              <a:lnSpc>
                <a:spcPct val="95000"/>
              </a:lnSpc>
              <a:spcBef>
                <a:spcPts val="600"/>
              </a:spcBef>
              <a:buClr>
                <a:schemeClr val="bg1"/>
              </a:buClr>
              <a:buSzPct val="80000"/>
              <a:buFont typeface="Arial"/>
              <a:buChar char="•"/>
              <a:defRPr sz="1867" b="0" i="0">
                <a:solidFill>
                  <a:schemeClr val="tx1"/>
                </a:solidFill>
                <a:latin typeface="+mn-lt"/>
                <a:ea typeface="CiscoSansTT Thin" charset="0"/>
                <a:cs typeface="CiscoSansTT Thin" charset="0"/>
              </a:defRPr>
            </a:lvl2pPr>
            <a:lvl3pPr marL="914392" indent="-146050">
              <a:buClr>
                <a:schemeClr val="bg1"/>
              </a:buClr>
              <a:buSzPct val="80000"/>
              <a:buFont typeface="Arial"/>
              <a:buChar char="•"/>
              <a:defRPr sz="1600" b="0" i="0">
                <a:solidFill>
                  <a:schemeClr val="tx1"/>
                </a:solidFill>
                <a:latin typeface="CiscoSansTT" panose="020B0503020201020303" pitchFamily="34" charset="0"/>
                <a:ea typeface="CiscoSansTT" panose="020B0503020201020303" pitchFamily="34" charset="0"/>
                <a:cs typeface="CiscoSansTT" panose="020B0503020201020303" pitchFamily="34" charset="0"/>
              </a:defRPr>
            </a:lvl3pPr>
            <a:lvl4pPr marL="1214703" indent="-228552">
              <a:buClr>
                <a:schemeClr val="bg1"/>
              </a:buClr>
              <a:buSzPct val="80000"/>
              <a:buFont typeface="Arial"/>
              <a:buChar char="•"/>
              <a:defRPr sz="1333" b="0" i="0">
                <a:solidFill>
                  <a:schemeClr val="tx1"/>
                </a:solidFill>
                <a:latin typeface="CiscoSansTT Medium" panose="020B0503020201020303" pitchFamily="34" charset="0"/>
                <a:ea typeface="CiscoSansTT Medium" panose="020B0503020201020303" pitchFamily="34" charset="0"/>
                <a:cs typeface="CiscoSansTT Medium" panose="020B0503020201020303" pitchFamily="34" charset="0"/>
              </a:defRPr>
            </a:lvl4pPr>
            <a:lvl5pPr marL="1443255" indent="-224318">
              <a:buClr>
                <a:schemeClr val="bg2"/>
              </a:buClr>
              <a:buSzPct val="80000"/>
              <a:buFont typeface="Arial"/>
              <a:buChar char="•"/>
              <a:defRPr sz="1333" b="0" i="0">
                <a:solidFill>
                  <a:schemeClr val="bg2"/>
                </a:solidFill>
                <a:latin typeface="+mn-lt"/>
                <a:ea typeface="CiscoSansTT Thin" charset="0"/>
                <a:cs typeface="CiscoSansTT Thin" charset="0"/>
              </a:defRPr>
            </a:lvl5pPr>
          </a:lstStyle>
          <a:p>
            <a:pPr lvl="0"/>
            <a:r>
              <a:rPr lang="en-GB" dirty="0"/>
              <a:t>First level</a:t>
            </a:r>
          </a:p>
          <a:p>
            <a:pPr lvl="1"/>
            <a:r>
              <a:rPr lang="en-GB" dirty="0"/>
              <a:t>Second level</a:t>
            </a:r>
          </a:p>
          <a:p>
            <a:pPr lvl="2"/>
            <a:r>
              <a:rPr lang="en-GB" dirty="0"/>
              <a:t>Third level</a:t>
            </a:r>
          </a:p>
          <a:p>
            <a:pPr lvl="3"/>
            <a:r>
              <a:rPr lang="en-GB" dirty="0"/>
              <a:t>Fourth level</a:t>
            </a:r>
          </a:p>
        </p:txBody>
      </p:sp>
      <p:sp>
        <p:nvSpPr>
          <p:cNvPr id="8" name="Text Placeholder 2">
            <a:extLst>
              <a:ext uri="{FF2B5EF4-FFF2-40B4-BE49-F238E27FC236}">
                <a16:creationId xmlns:a16="http://schemas.microsoft.com/office/drawing/2014/main" id="{59A4C47A-6966-3B09-BD1C-38665845F9B1}"/>
              </a:ext>
            </a:extLst>
          </p:cNvPr>
          <p:cNvSpPr>
            <a:spLocks noGrp="1"/>
          </p:cNvSpPr>
          <p:nvPr>
            <p:ph type="body" sz="quarter" idx="14" hasCustomPrompt="1"/>
          </p:nvPr>
        </p:nvSpPr>
        <p:spPr>
          <a:xfrm>
            <a:off x="625928" y="431801"/>
            <a:ext cx="3489235" cy="304800"/>
          </a:xfrm>
          <a:prstGeom prst="rect">
            <a:avLst/>
          </a:prstGeom>
        </p:spPr>
        <p:txBody>
          <a:bodyPr lIns="0" tIns="0" rIns="0" bIns="0"/>
          <a:lstStyle>
            <a:lvl1pPr marL="0" indent="0">
              <a:spcBef>
                <a:spcPts val="0"/>
              </a:spcBef>
              <a:buFont typeface="Arial" panose="020B0604020202020204" pitchFamily="34" charset="0"/>
              <a:buNone/>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
        <p:nvSpPr>
          <p:cNvPr id="10" name="Text Placeholder 6">
            <a:extLst>
              <a:ext uri="{FF2B5EF4-FFF2-40B4-BE49-F238E27FC236}">
                <a16:creationId xmlns:a16="http://schemas.microsoft.com/office/drawing/2014/main" id="{1FCB4DFA-B41D-91DA-5108-E390AFFDD535}"/>
              </a:ext>
            </a:extLst>
          </p:cNvPr>
          <p:cNvSpPr>
            <a:spLocks noGrp="1"/>
          </p:cNvSpPr>
          <p:nvPr>
            <p:ph type="body" sz="quarter" idx="23" hasCustomPrompt="1"/>
          </p:nvPr>
        </p:nvSpPr>
        <p:spPr>
          <a:xfrm>
            <a:off x="625928" y="739630"/>
            <a:ext cx="7460073" cy="482748"/>
          </a:xfrm>
          <a:prstGeom prst="rect">
            <a:avLst/>
          </a:prstGeom>
        </p:spPr>
        <p:txBody>
          <a:bodyPr lIns="0" tIns="0" rIns="0" bIns="0" anchor="t" anchorCtr="0"/>
          <a:lstStyle>
            <a:lvl1pPr marL="0" indent="0">
              <a:lnSpc>
                <a:spcPct val="100000"/>
              </a:lnSpc>
              <a:spcBef>
                <a:spcPts val="0"/>
              </a:spcBef>
              <a:buNone/>
              <a:defRPr sz="3200" b="0" i="0">
                <a:solidFill>
                  <a:schemeClr val="bg1"/>
                </a:solidFill>
                <a:latin typeface="CiscoSansTT ExtraLight" panose="020B0303020201020303" pitchFamily="34" charset="0"/>
                <a:cs typeface="CiscoSansTT ExtraLight" panose="020B0303020201020303" pitchFamily="34" charset="0"/>
              </a:defRPr>
            </a:lvl1pPr>
          </a:lstStyle>
          <a:p>
            <a:r>
              <a:rPr lang="en-GB" dirty="0"/>
              <a:t>Heading goes here</a:t>
            </a:r>
          </a:p>
        </p:txBody>
      </p:sp>
    </p:spTree>
    <p:extLst>
      <p:ext uri="{BB962C8B-B14F-4D97-AF65-F5344CB8AC3E}">
        <p14:creationId xmlns:p14="http://schemas.microsoft.com/office/powerpoint/2010/main" val="12707701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able">
    <p:spTree>
      <p:nvGrpSpPr>
        <p:cNvPr id="1" name=""/>
        <p:cNvGrpSpPr/>
        <p:nvPr/>
      </p:nvGrpSpPr>
      <p:grpSpPr>
        <a:xfrm>
          <a:off x="0" y="0"/>
          <a:ext cx="0" cy="0"/>
          <a:chOff x="0" y="0"/>
          <a:chExt cx="0" cy="0"/>
        </a:xfrm>
      </p:grpSpPr>
      <p:sp>
        <p:nvSpPr>
          <p:cNvPr id="6" name="Table Placeholder 11">
            <a:extLst>
              <a:ext uri="{FF2B5EF4-FFF2-40B4-BE49-F238E27FC236}">
                <a16:creationId xmlns:a16="http://schemas.microsoft.com/office/drawing/2014/main" id="{C83B223E-030E-74D0-B6FA-BEC3DA7BD3FA}"/>
              </a:ext>
            </a:extLst>
          </p:cNvPr>
          <p:cNvSpPr>
            <a:spLocks noGrp="1"/>
          </p:cNvSpPr>
          <p:nvPr>
            <p:ph type="tbl" sz="quarter" idx="12"/>
          </p:nvPr>
        </p:nvSpPr>
        <p:spPr>
          <a:xfrm>
            <a:off x="621102" y="1602317"/>
            <a:ext cx="10974395" cy="3739704"/>
          </a:xfrm>
          <a:prstGeom prst="rect">
            <a:avLst/>
          </a:prstGeom>
        </p:spPr>
        <p:txBody>
          <a:bodyPr lIns="91420" tIns="45710" rIns="91420" bIns="45710">
            <a:noAutofit/>
          </a:bodyPr>
          <a:lstStyle>
            <a:lvl1pPr marL="0" indent="0" algn="ctr">
              <a:buNone/>
              <a:defRPr sz="2667" baseline="0">
                <a:solidFill>
                  <a:schemeClr val="tx1"/>
                </a:solidFill>
                <a:latin typeface="+mn-lt"/>
              </a:defRPr>
            </a:lvl1pPr>
          </a:lstStyle>
          <a:p>
            <a:pPr lvl="0"/>
            <a:r>
              <a:rPr lang="en-US" noProof="0"/>
              <a:t>Click icon to add table</a:t>
            </a:r>
            <a:endParaRPr lang="en-GB" noProof="0" dirty="0"/>
          </a:p>
        </p:txBody>
      </p:sp>
      <p:sp>
        <p:nvSpPr>
          <p:cNvPr id="11" name="Text Placeholder 2">
            <a:extLst>
              <a:ext uri="{FF2B5EF4-FFF2-40B4-BE49-F238E27FC236}">
                <a16:creationId xmlns:a16="http://schemas.microsoft.com/office/drawing/2014/main" id="{89B8D9E7-EAC8-4A5C-4139-BA396711F078}"/>
              </a:ext>
            </a:extLst>
          </p:cNvPr>
          <p:cNvSpPr>
            <a:spLocks noGrp="1"/>
          </p:cNvSpPr>
          <p:nvPr>
            <p:ph type="body" sz="quarter" idx="16" hasCustomPrompt="1"/>
          </p:nvPr>
        </p:nvSpPr>
        <p:spPr>
          <a:xfrm>
            <a:off x="632125" y="5586424"/>
            <a:ext cx="5463875" cy="249933"/>
          </a:xfrm>
          <a:prstGeom prst="rect">
            <a:avLst/>
          </a:prstGeom>
        </p:spPr>
        <p:txBody>
          <a:bodyPr lIns="0" tIns="0" rIns="0" bIns="0"/>
          <a:lstStyle>
            <a:lvl1pPr marL="0" indent="0">
              <a:buFont typeface="Arial" panose="020B0604020202020204" pitchFamily="34" charset="0"/>
              <a:buNone/>
              <a:defRPr sz="16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Table caption goes here</a:t>
            </a:r>
          </a:p>
        </p:txBody>
      </p:sp>
      <p:sp>
        <p:nvSpPr>
          <p:cNvPr id="7" name="Text Placeholder 2">
            <a:extLst>
              <a:ext uri="{FF2B5EF4-FFF2-40B4-BE49-F238E27FC236}">
                <a16:creationId xmlns:a16="http://schemas.microsoft.com/office/drawing/2014/main" id="{DD6F855F-C6CE-B2F9-57E7-33E8ABD1C6C3}"/>
              </a:ext>
            </a:extLst>
          </p:cNvPr>
          <p:cNvSpPr>
            <a:spLocks noGrp="1"/>
          </p:cNvSpPr>
          <p:nvPr>
            <p:ph type="body" sz="quarter" idx="14" hasCustomPrompt="1"/>
          </p:nvPr>
        </p:nvSpPr>
        <p:spPr>
          <a:xfrm>
            <a:off x="625928" y="431801"/>
            <a:ext cx="3489235" cy="304800"/>
          </a:xfrm>
          <a:prstGeom prst="rect">
            <a:avLst/>
          </a:prstGeom>
        </p:spPr>
        <p:txBody>
          <a:bodyPr lIns="0" tIns="0" rIns="0" bIns="0"/>
          <a:lstStyle>
            <a:lvl1pPr marL="0" indent="0">
              <a:spcBef>
                <a:spcPts val="0"/>
              </a:spcBef>
              <a:buFont typeface="Arial" panose="020B0604020202020204" pitchFamily="34" charset="0"/>
              <a:buNone/>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
        <p:nvSpPr>
          <p:cNvPr id="8" name="Text Placeholder 6">
            <a:extLst>
              <a:ext uri="{FF2B5EF4-FFF2-40B4-BE49-F238E27FC236}">
                <a16:creationId xmlns:a16="http://schemas.microsoft.com/office/drawing/2014/main" id="{AABDEAAE-DE1D-CF0D-8281-B39078C1DE9D}"/>
              </a:ext>
            </a:extLst>
          </p:cNvPr>
          <p:cNvSpPr>
            <a:spLocks noGrp="1"/>
          </p:cNvSpPr>
          <p:nvPr>
            <p:ph type="body" sz="quarter" idx="23" hasCustomPrompt="1"/>
          </p:nvPr>
        </p:nvSpPr>
        <p:spPr>
          <a:xfrm>
            <a:off x="625928" y="739630"/>
            <a:ext cx="7460073" cy="482748"/>
          </a:xfrm>
          <a:prstGeom prst="rect">
            <a:avLst/>
          </a:prstGeom>
        </p:spPr>
        <p:txBody>
          <a:bodyPr lIns="0" tIns="0" rIns="0" bIns="0" anchor="t" anchorCtr="0"/>
          <a:lstStyle>
            <a:lvl1pPr marL="0" indent="0">
              <a:lnSpc>
                <a:spcPct val="100000"/>
              </a:lnSpc>
              <a:spcBef>
                <a:spcPts val="0"/>
              </a:spcBef>
              <a:buNone/>
              <a:defRPr sz="3200" b="0" i="0">
                <a:solidFill>
                  <a:schemeClr val="bg1"/>
                </a:solidFill>
                <a:latin typeface="CiscoSansTT ExtraLight" panose="020B0303020201020303" pitchFamily="34" charset="0"/>
                <a:cs typeface="CiscoSansTT ExtraLight" panose="020B0303020201020303" pitchFamily="34" charset="0"/>
              </a:defRPr>
            </a:lvl1pPr>
          </a:lstStyle>
          <a:p>
            <a:r>
              <a:rPr lang="en-GB" dirty="0"/>
              <a:t>Heading goes here</a:t>
            </a:r>
          </a:p>
        </p:txBody>
      </p:sp>
    </p:spTree>
    <p:extLst>
      <p:ext uri="{BB962C8B-B14F-4D97-AF65-F5344CB8AC3E}">
        <p14:creationId xmlns:p14="http://schemas.microsoft.com/office/powerpoint/2010/main" val="425109592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hart">
    <p:spTree>
      <p:nvGrpSpPr>
        <p:cNvPr id="1" name=""/>
        <p:cNvGrpSpPr/>
        <p:nvPr/>
      </p:nvGrpSpPr>
      <p:grpSpPr>
        <a:xfrm>
          <a:off x="0" y="0"/>
          <a:ext cx="0" cy="0"/>
          <a:chOff x="0" y="0"/>
          <a:chExt cx="0" cy="0"/>
        </a:xfrm>
      </p:grpSpPr>
      <p:sp>
        <p:nvSpPr>
          <p:cNvPr id="12" name="Text Placeholder 2">
            <a:extLst>
              <a:ext uri="{FF2B5EF4-FFF2-40B4-BE49-F238E27FC236}">
                <a16:creationId xmlns:a16="http://schemas.microsoft.com/office/drawing/2014/main" id="{48CE7DB6-039C-AC58-5C90-9B19A4AA26C7}"/>
              </a:ext>
            </a:extLst>
          </p:cNvPr>
          <p:cNvSpPr>
            <a:spLocks noGrp="1"/>
          </p:cNvSpPr>
          <p:nvPr>
            <p:ph type="body" sz="quarter" idx="16" hasCustomPrompt="1"/>
          </p:nvPr>
        </p:nvSpPr>
        <p:spPr>
          <a:xfrm>
            <a:off x="632125" y="5586424"/>
            <a:ext cx="5463875" cy="249933"/>
          </a:xfrm>
          <a:prstGeom prst="rect">
            <a:avLst/>
          </a:prstGeom>
        </p:spPr>
        <p:txBody>
          <a:bodyPr lIns="0" tIns="0" rIns="0" bIns="0"/>
          <a:lstStyle>
            <a:lvl1pPr marL="0" indent="0">
              <a:buFont typeface="Arial" panose="020B0604020202020204" pitchFamily="34" charset="0"/>
              <a:buNone/>
              <a:defRPr sz="16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Table caption goes here</a:t>
            </a:r>
          </a:p>
        </p:txBody>
      </p:sp>
      <p:sp>
        <p:nvSpPr>
          <p:cNvPr id="14" name="Chart Placeholder 2">
            <a:extLst>
              <a:ext uri="{FF2B5EF4-FFF2-40B4-BE49-F238E27FC236}">
                <a16:creationId xmlns:a16="http://schemas.microsoft.com/office/drawing/2014/main" id="{BD75F8AD-CDF4-CE28-1C24-08F6FA9598D3}"/>
              </a:ext>
            </a:extLst>
          </p:cNvPr>
          <p:cNvSpPr>
            <a:spLocks noGrp="1"/>
          </p:cNvSpPr>
          <p:nvPr>
            <p:ph type="chart" sz="quarter" idx="10"/>
          </p:nvPr>
        </p:nvSpPr>
        <p:spPr>
          <a:xfrm>
            <a:off x="632125" y="1602319"/>
            <a:ext cx="10960608" cy="3744383"/>
          </a:xfrm>
          <a:prstGeom prst="rect">
            <a:avLst/>
          </a:prstGeom>
        </p:spPr>
        <p:txBody>
          <a:bodyPr vert="horz" lIns="91420" tIns="45710" rIns="91420" bIns="45710">
            <a:noAutofit/>
          </a:bodyPr>
          <a:lstStyle>
            <a:lvl1pPr marL="0" indent="0" algn="ctr">
              <a:buNone/>
              <a:defRPr sz="2667" b="0" i="0">
                <a:solidFill>
                  <a:schemeClr val="tx1"/>
                </a:solidFill>
                <a:latin typeface="+mn-lt"/>
                <a:cs typeface="CiscoSans ExtraLight"/>
              </a:defRPr>
            </a:lvl1pPr>
          </a:lstStyle>
          <a:p>
            <a:pPr lvl="0"/>
            <a:r>
              <a:rPr lang="en-US" noProof="0"/>
              <a:t>Click icon to add chart</a:t>
            </a:r>
            <a:endParaRPr lang="en-US" noProof="0" dirty="0"/>
          </a:p>
        </p:txBody>
      </p:sp>
      <p:sp>
        <p:nvSpPr>
          <p:cNvPr id="9" name="Text Placeholder 2">
            <a:extLst>
              <a:ext uri="{FF2B5EF4-FFF2-40B4-BE49-F238E27FC236}">
                <a16:creationId xmlns:a16="http://schemas.microsoft.com/office/drawing/2014/main" id="{705B1628-7130-AF0C-17E8-DBDAD7001336}"/>
              </a:ext>
            </a:extLst>
          </p:cNvPr>
          <p:cNvSpPr>
            <a:spLocks noGrp="1"/>
          </p:cNvSpPr>
          <p:nvPr>
            <p:ph type="body" sz="quarter" idx="14" hasCustomPrompt="1"/>
          </p:nvPr>
        </p:nvSpPr>
        <p:spPr>
          <a:xfrm>
            <a:off x="625928" y="431801"/>
            <a:ext cx="3489235" cy="304800"/>
          </a:xfrm>
          <a:prstGeom prst="rect">
            <a:avLst/>
          </a:prstGeom>
        </p:spPr>
        <p:txBody>
          <a:bodyPr lIns="0" tIns="0" rIns="0" bIns="0"/>
          <a:lstStyle>
            <a:lvl1pPr marL="0" indent="0">
              <a:spcBef>
                <a:spcPts val="0"/>
              </a:spcBef>
              <a:buFont typeface="Arial" panose="020B0604020202020204" pitchFamily="34" charset="0"/>
              <a:buNone/>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
        <p:nvSpPr>
          <p:cNvPr id="10" name="Text Placeholder 6">
            <a:extLst>
              <a:ext uri="{FF2B5EF4-FFF2-40B4-BE49-F238E27FC236}">
                <a16:creationId xmlns:a16="http://schemas.microsoft.com/office/drawing/2014/main" id="{A7267393-CC82-21AE-BF48-82206C9952EE}"/>
              </a:ext>
            </a:extLst>
          </p:cNvPr>
          <p:cNvSpPr>
            <a:spLocks noGrp="1"/>
          </p:cNvSpPr>
          <p:nvPr>
            <p:ph type="body" sz="quarter" idx="23" hasCustomPrompt="1"/>
          </p:nvPr>
        </p:nvSpPr>
        <p:spPr>
          <a:xfrm>
            <a:off x="625928" y="739630"/>
            <a:ext cx="7460073" cy="482748"/>
          </a:xfrm>
          <a:prstGeom prst="rect">
            <a:avLst/>
          </a:prstGeom>
        </p:spPr>
        <p:txBody>
          <a:bodyPr lIns="0" tIns="0" rIns="0" bIns="0" anchor="t" anchorCtr="0"/>
          <a:lstStyle>
            <a:lvl1pPr marL="0" indent="0">
              <a:lnSpc>
                <a:spcPct val="100000"/>
              </a:lnSpc>
              <a:spcBef>
                <a:spcPts val="0"/>
              </a:spcBef>
              <a:buNone/>
              <a:defRPr sz="3200" b="0" i="0">
                <a:solidFill>
                  <a:schemeClr val="bg1"/>
                </a:solidFill>
                <a:latin typeface="CiscoSansTT ExtraLight" panose="020B0303020201020303" pitchFamily="34" charset="0"/>
                <a:cs typeface="CiscoSansTT ExtraLight" panose="020B0303020201020303" pitchFamily="34" charset="0"/>
              </a:defRPr>
            </a:lvl1pPr>
          </a:lstStyle>
          <a:p>
            <a:r>
              <a:rPr lang="en-GB" dirty="0"/>
              <a:t>Heading goes here</a:t>
            </a:r>
          </a:p>
        </p:txBody>
      </p:sp>
    </p:spTree>
    <p:extLst>
      <p:ext uri="{BB962C8B-B14F-4D97-AF65-F5344CB8AC3E}">
        <p14:creationId xmlns:p14="http://schemas.microsoft.com/office/powerpoint/2010/main" val="409060704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Multi">
    <p:spTree>
      <p:nvGrpSpPr>
        <p:cNvPr id="1" name=""/>
        <p:cNvGrpSpPr/>
        <p:nvPr/>
      </p:nvGrpSpPr>
      <p:grpSpPr>
        <a:xfrm>
          <a:off x="0" y="0"/>
          <a:ext cx="0" cy="0"/>
          <a:chOff x="0" y="0"/>
          <a:chExt cx="0" cy="0"/>
        </a:xfrm>
      </p:grpSpPr>
      <p:sp>
        <p:nvSpPr>
          <p:cNvPr id="11" name="Text Placeholder 2">
            <a:extLst>
              <a:ext uri="{FF2B5EF4-FFF2-40B4-BE49-F238E27FC236}">
                <a16:creationId xmlns:a16="http://schemas.microsoft.com/office/drawing/2014/main" id="{CE6D804B-991F-15D0-1B5C-852F088F2293}"/>
              </a:ext>
            </a:extLst>
          </p:cNvPr>
          <p:cNvSpPr>
            <a:spLocks noGrp="1"/>
          </p:cNvSpPr>
          <p:nvPr>
            <p:ph type="body" sz="quarter" idx="16" hasCustomPrompt="1"/>
          </p:nvPr>
        </p:nvSpPr>
        <p:spPr>
          <a:xfrm>
            <a:off x="632125" y="5586424"/>
            <a:ext cx="5463875" cy="249933"/>
          </a:xfrm>
          <a:prstGeom prst="rect">
            <a:avLst/>
          </a:prstGeom>
        </p:spPr>
        <p:txBody>
          <a:bodyPr lIns="0" tIns="0" rIns="0" bIns="0"/>
          <a:lstStyle>
            <a:lvl1pPr marL="0" indent="0">
              <a:buFont typeface="Arial" panose="020B0604020202020204" pitchFamily="34" charset="0"/>
              <a:buNone/>
              <a:defRPr sz="16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Table caption goes here</a:t>
            </a:r>
          </a:p>
        </p:txBody>
      </p:sp>
      <p:sp>
        <p:nvSpPr>
          <p:cNvPr id="12" name="Content Placeholder 2">
            <a:extLst>
              <a:ext uri="{FF2B5EF4-FFF2-40B4-BE49-F238E27FC236}">
                <a16:creationId xmlns:a16="http://schemas.microsoft.com/office/drawing/2014/main" id="{5E762CBB-3A34-48C3-DD45-61F4F2FD11D1}"/>
              </a:ext>
            </a:extLst>
          </p:cNvPr>
          <p:cNvSpPr>
            <a:spLocks noGrp="1"/>
          </p:cNvSpPr>
          <p:nvPr>
            <p:ph idx="1"/>
          </p:nvPr>
        </p:nvSpPr>
        <p:spPr>
          <a:xfrm>
            <a:off x="632884" y="1602317"/>
            <a:ext cx="10961511" cy="3739704"/>
          </a:xfrm>
          <a:prstGeom prst="rect">
            <a:avLst/>
          </a:prstGeom>
        </p:spPr>
        <p:txBody>
          <a:bodyPr lIns="91420" tIns="45710" rIns="91420" bIns="45710">
            <a:noAutofit/>
          </a:bodyPr>
          <a:lstStyle>
            <a:lvl1pPr marL="380917" marR="0" indent="-380917" algn="ctr" defTabSz="609469" rtl="0" eaLnBrk="1" fontAlgn="auto" latinLnBrk="0" hangingPunct="1">
              <a:lnSpc>
                <a:spcPct val="100000"/>
              </a:lnSpc>
              <a:spcBef>
                <a:spcPct val="20000"/>
              </a:spcBef>
              <a:spcAft>
                <a:spcPts val="0"/>
              </a:spcAft>
              <a:buClrTx/>
              <a:buSzTx/>
              <a:buFont typeface="Arial"/>
              <a:buNone/>
              <a:tabLst/>
              <a:defRPr sz="2667" b="0" i="0" baseline="0">
                <a:solidFill>
                  <a:schemeClr val="tx1"/>
                </a:solidFill>
                <a:latin typeface="+mn-lt"/>
                <a:cs typeface="CiscoSans ExtraLight"/>
              </a:defRPr>
            </a:lvl1pPr>
          </a:lstStyle>
          <a:p>
            <a:pPr lvl="0"/>
            <a:r>
              <a:rPr lang="en-US"/>
              <a:t>Click to edit Master text styles</a:t>
            </a:r>
          </a:p>
        </p:txBody>
      </p:sp>
      <p:sp>
        <p:nvSpPr>
          <p:cNvPr id="7" name="Text Placeholder 2">
            <a:extLst>
              <a:ext uri="{FF2B5EF4-FFF2-40B4-BE49-F238E27FC236}">
                <a16:creationId xmlns:a16="http://schemas.microsoft.com/office/drawing/2014/main" id="{014E7A9D-AA27-1BDE-DF75-A66B1A4E967A}"/>
              </a:ext>
            </a:extLst>
          </p:cNvPr>
          <p:cNvSpPr>
            <a:spLocks noGrp="1"/>
          </p:cNvSpPr>
          <p:nvPr>
            <p:ph type="body" sz="quarter" idx="14" hasCustomPrompt="1"/>
          </p:nvPr>
        </p:nvSpPr>
        <p:spPr>
          <a:xfrm>
            <a:off x="625928" y="431801"/>
            <a:ext cx="3489235" cy="304800"/>
          </a:xfrm>
          <a:prstGeom prst="rect">
            <a:avLst/>
          </a:prstGeom>
        </p:spPr>
        <p:txBody>
          <a:bodyPr lIns="0" tIns="0" rIns="0" bIns="0"/>
          <a:lstStyle>
            <a:lvl1pPr marL="0" indent="0">
              <a:spcBef>
                <a:spcPts val="0"/>
              </a:spcBef>
              <a:buFont typeface="Arial" panose="020B0604020202020204" pitchFamily="34" charset="0"/>
              <a:buNone/>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
        <p:nvSpPr>
          <p:cNvPr id="8" name="Text Placeholder 6">
            <a:extLst>
              <a:ext uri="{FF2B5EF4-FFF2-40B4-BE49-F238E27FC236}">
                <a16:creationId xmlns:a16="http://schemas.microsoft.com/office/drawing/2014/main" id="{8DB9C6A2-1768-FE67-38C1-DAE221A3B73A}"/>
              </a:ext>
            </a:extLst>
          </p:cNvPr>
          <p:cNvSpPr>
            <a:spLocks noGrp="1"/>
          </p:cNvSpPr>
          <p:nvPr>
            <p:ph type="body" sz="quarter" idx="23" hasCustomPrompt="1"/>
          </p:nvPr>
        </p:nvSpPr>
        <p:spPr>
          <a:xfrm>
            <a:off x="625928" y="739630"/>
            <a:ext cx="7460073" cy="482748"/>
          </a:xfrm>
          <a:prstGeom prst="rect">
            <a:avLst/>
          </a:prstGeom>
        </p:spPr>
        <p:txBody>
          <a:bodyPr lIns="0" tIns="0" rIns="0" bIns="0" anchor="t" anchorCtr="0"/>
          <a:lstStyle>
            <a:lvl1pPr marL="0" indent="0">
              <a:lnSpc>
                <a:spcPct val="100000"/>
              </a:lnSpc>
              <a:spcBef>
                <a:spcPts val="0"/>
              </a:spcBef>
              <a:buNone/>
              <a:defRPr sz="3200" b="0" i="0">
                <a:solidFill>
                  <a:schemeClr val="bg1"/>
                </a:solidFill>
                <a:latin typeface="CiscoSansTT ExtraLight" panose="020B0303020201020303" pitchFamily="34" charset="0"/>
                <a:cs typeface="CiscoSansTT ExtraLight" panose="020B0303020201020303" pitchFamily="34" charset="0"/>
              </a:defRPr>
            </a:lvl1pPr>
          </a:lstStyle>
          <a:p>
            <a:r>
              <a:rPr lang="en-GB" dirty="0"/>
              <a:t>Heading goes here</a:t>
            </a:r>
          </a:p>
        </p:txBody>
      </p:sp>
    </p:spTree>
    <p:extLst>
      <p:ext uri="{BB962C8B-B14F-4D97-AF65-F5344CB8AC3E}">
        <p14:creationId xmlns:p14="http://schemas.microsoft.com/office/powerpoint/2010/main" val="38471140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cSld name="Heading only">
    <p:spTree>
      <p:nvGrpSpPr>
        <p:cNvPr id="1" name=""/>
        <p:cNvGrpSpPr/>
        <p:nvPr/>
      </p:nvGrpSpPr>
      <p:grpSpPr>
        <a:xfrm>
          <a:off x="0" y="0"/>
          <a:ext cx="0" cy="0"/>
          <a:chOff x="0" y="0"/>
          <a:chExt cx="0" cy="0"/>
        </a:xfrm>
      </p:grpSpPr>
      <p:sp>
        <p:nvSpPr>
          <p:cNvPr id="2" name="Text Placeholder 6">
            <a:extLst>
              <a:ext uri="{FF2B5EF4-FFF2-40B4-BE49-F238E27FC236}">
                <a16:creationId xmlns:a16="http://schemas.microsoft.com/office/drawing/2014/main" id="{8A973767-6838-8C37-C9AB-EBCBB78A52A3}"/>
              </a:ext>
            </a:extLst>
          </p:cNvPr>
          <p:cNvSpPr>
            <a:spLocks noGrp="1"/>
          </p:cNvSpPr>
          <p:nvPr>
            <p:ph type="body" sz="quarter" idx="82" hasCustomPrompt="1"/>
          </p:nvPr>
        </p:nvSpPr>
        <p:spPr>
          <a:xfrm>
            <a:off x="625928" y="450012"/>
            <a:ext cx="7460073" cy="482748"/>
          </a:xfrm>
          <a:prstGeom prst="rect">
            <a:avLst/>
          </a:prstGeom>
        </p:spPr>
        <p:txBody>
          <a:bodyPr lIns="0" tIns="0" rIns="0" bIns="0" anchor="t" anchorCtr="0"/>
          <a:lstStyle>
            <a:lvl1pPr marL="0" indent="0">
              <a:lnSpc>
                <a:spcPct val="100000"/>
              </a:lnSpc>
              <a:spcBef>
                <a:spcPts val="0"/>
              </a:spcBef>
              <a:buNone/>
              <a:defRPr sz="3200" b="0" i="0">
                <a:solidFill>
                  <a:schemeClr val="bg1"/>
                </a:solidFill>
                <a:latin typeface="CiscoSansTT ExtraLight" panose="020B0303020201020303" pitchFamily="34" charset="0"/>
                <a:cs typeface="CiscoSansTT ExtraLight" panose="020B0303020201020303" pitchFamily="34" charset="0"/>
              </a:defRPr>
            </a:lvl1pPr>
          </a:lstStyle>
          <a:p>
            <a:r>
              <a:rPr lang="en-GB" dirty="0"/>
              <a:t>Heading goes here</a:t>
            </a:r>
          </a:p>
        </p:txBody>
      </p:sp>
    </p:spTree>
    <p:extLst>
      <p:ext uri="{BB962C8B-B14F-4D97-AF65-F5344CB8AC3E}">
        <p14:creationId xmlns:p14="http://schemas.microsoft.com/office/powerpoint/2010/main" val="2338209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Half Page Text">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8522ACBA-6A0D-C74B-AFCB-38D9D94CE143}"/>
              </a:ext>
            </a:extLst>
          </p:cNvPr>
          <p:cNvSpPr/>
          <p:nvPr/>
        </p:nvSpPr>
        <p:spPr>
          <a:xfrm>
            <a:off x="6104471" y="0"/>
            <a:ext cx="6106789" cy="68580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67" b="0" i="0" dirty="0">
              <a:latin typeface="CiscoSansTT ExtraLight" panose="020B0303020201020303" pitchFamily="34" charset="0"/>
            </a:endParaRPr>
          </a:p>
        </p:txBody>
      </p:sp>
      <p:sp>
        <p:nvSpPr>
          <p:cNvPr id="7" name="Title 1">
            <a:extLst>
              <a:ext uri="{FF2B5EF4-FFF2-40B4-BE49-F238E27FC236}">
                <a16:creationId xmlns:a16="http://schemas.microsoft.com/office/drawing/2014/main" id="{EB0442CC-18E0-97B7-E62C-0397FB025279}"/>
              </a:ext>
            </a:extLst>
          </p:cNvPr>
          <p:cNvSpPr>
            <a:spLocks noGrp="1"/>
          </p:cNvSpPr>
          <p:nvPr>
            <p:ph type="ctrTitle" hasCustomPrompt="1"/>
          </p:nvPr>
        </p:nvSpPr>
        <p:spPr>
          <a:xfrm>
            <a:off x="627425" y="1766047"/>
            <a:ext cx="3489235" cy="443753"/>
          </a:xfrm>
          <a:prstGeom prst="rect">
            <a:avLst/>
          </a:prstGeom>
        </p:spPr>
        <p:txBody>
          <a:bodyPr lIns="0" tIns="0" rIns="0" bIns="0" anchor="b"/>
          <a:lstStyle>
            <a:lvl1pPr marL="0" indent="0" algn="l">
              <a:lnSpc>
                <a:spcPct val="100000"/>
              </a:lnSpc>
              <a:buFont typeface="Arial" panose="020B0604020202020204" pitchFamily="34" charset="0"/>
              <a:buNone/>
              <a:defRPr sz="3200" b="0" i="0" spc="0" baseline="0">
                <a:solidFill>
                  <a:schemeClr val="bg1"/>
                </a:solidFill>
                <a:latin typeface="CiscoSansTT ExtraLight" panose="020B0303020201020303" pitchFamily="34" charset="0"/>
                <a:cs typeface="CiscoSansTT ExtraLight" panose="020B0303020201020303" pitchFamily="34" charset="0"/>
              </a:defRPr>
            </a:lvl1pPr>
          </a:lstStyle>
          <a:p>
            <a:r>
              <a:rPr lang="en-GB" dirty="0"/>
              <a:t>Heading </a:t>
            </a:r>
            <a:endParaRPr lang="en-US" dirty="0"/>
          </a:p>
        </p:txBody>
      </p:sp>
      <p:sp>
        <p:nvSpPr>
          <p:cNvPr id="9" name="Text Placeholder 2">
            <a:extLst>
              <a:ext uri="{FF2B5EF4-FFF2-40B4-BE49-F238E27FC236}">
                <a16:creationId xmlns:a16="http://schemas.microsoft.com/office/drawing/2014/main" id="{5F030301-E75F-E7BE-D423-283E76983DD5}"/>
              </a:ext>
            </a:extLst>
          </p:cNvPr>
          <p:cNvSpPr>
            <a:spLocks noGrp="1"/>
          </p:cNvSpPr>
          <p:nvPr>
            <p:ph type="body" sz="quarter" idx="16" hasCustomPrompt="1"/>
          </p:nvPr>
        </p:nvSpPr>
        <p:spPr>
          <a:xfrm>
            <a:off x="627425" y="2421515"/>
            <a:ext cx="3489235" cy="182881"/>
          </a:xfrm>
          <a:prstGeom prst="rect">
            <a:avLst/>
          </a:prstGeom>
        </p:spPr>
        <p:txBody>
          <a:bodyPr lIns="0" tIns="0" rIns="0" bIns="0"/>
          <a:lstStyle>
            <a:lvl1pPr marL="0" indent="0">
              <a:buFont typeface="Arial" panose="020B0604020202020204" pitchFamily="34" charset="0"/>
              <a:buNone/>
              <a:defRPr sz="16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a:t>
            </a:r>
          </a:p>
        </p:txBody>
      </p:sp>
      <p:sp>
        <p:nvSpPr>
          <p:cNvPr id="12" name="Text Placeholder 2">
            <a:extLst>
              <a:ext uri="{FF2B5EF4-FFF2-40B4-BE49-F238E27FC236}">
                <a16:creationId xmlns:a16="http://schemas.microsoft.com/office/drawing/2014/main" id="{9CFD8466-F4CC-C5A0-9C5C-BABB06B9214C}"/>
              </a:ext>
            </a:extLst>
          </p:cNvPr>
          <p:cNvSpPr>
            <a:spLocks noGrp="1"/>
          </p:cNvSpPr>
          <p:nvPr>
            <p:ph type="body" sz="quarter" idx="15" hasCustomPrompt="1"/>
          </p:nvPr>
        </p:nvSpPr>
        <p:spPr>
          <a:xfrm>
            <a:off x="627425" y="2852062"/>
            <a:ext cx="3489235"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a:t>
            </a:r>
          </a:p>
          <a:p>
            <a:pPr lvl="0"/>
            <a:endParaRPr lang="en-GB" dirty="0"/>
          </a:p>
        </p:txBody>
      </p:sp>
      <p:sp>
        <p:nvSpPr>
          <p:cNvPr id="11" name="Text Placeholder 2">
            <a:extLst>
              <a:ext uri="{FF2B5EF4-FFF2-40B4-BE49-F238E27FC236}">
                <a16:creationId xmlns:a16="http://schemas.microsoft.com/office/drawing/2014/main" id="{56C75B5F-2754-AB33-5A12-A2F80412EA7C}"/>
              </a:ext>
            </a:extLst>
          </p:cNvPr>
          <p:cNvSpPr>
            <a:spLocks noGrp="1"/>
          </p:cNvSpPr>
          <p:nvPr>
            <p:ph type="body" sz="quarter" idx="14" hasCustomPrompt="1"/>
          </p:nvPr>
        </p:nvSpPr>
        <p:spPr>
          <a:xfrm>
            <a:off x="625928" y="431801"/>
            <a:ext cx="3489235" cy="304800"/>
          </a:xfrm>
          <a:prstGeom prst="rect">
            <a:avLst/>
          </a:prstGeom>
        </p:spPr>
        <p:txBody>
          <a:bodyPr lIns="0" tIns="0" rIns="0" bIns="0"/>
          <a:lstStyle>
            <a:lvl1pPr marL="0" indent="0">
              <a:spcBef>
                <a:spcPts val="0"/>
              </a:spcBef>
              <a:buFont typeface="Arial" panose="020B0604020202020204" pitchFamily="34" charset="0"/>
              <a:buNone/>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Tree>
    <p:extLst>
      <p:ext uri="{BB962C8B-B14F-4D97-AF65-F5344CB8AC3E}">
        <p14:creationId xmlns:p14="http://schemas.microsoft.com/office/powerpoint/2010/main" val="12351359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Half Page Text 2">
    <p:spTree>
      <p:nvGrpSpPr>
        <p:cNvPr id="1" name=""/>
        <p:cNvGrpSpPr/>
        <p:nvPr/>
      </p:nvGrpSpPr>
      <p:grpSpPr>
        <a:xfrm>
          <a:off x="0" y="0"/>
          <a:ext cx="0" cy="0"/>
          <a:chOff x="0" y="0"/>
          <a:chExt cx="0" cy="0"/>
        </a:xfrm>
      </p:grpSpPr>
      <p:sp>
        <p:nvSpPr>
          <p:cNvPr id="4" name="Rectangle 3"/>
          <p:cNvSpPr/>
          <p:nvPr/>
        </p:nvSpPr>
        <p:spPr>
          <a:xfrm>
            <a:off x="0" y="0"/>
            <a:ext cx="6106789" cy="68580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67" b="0" i="0" dirty="0">
              <a:solidFill>
                <a:srgbClr val="0D274D"/>
              </a:solidFill>
              <a:latin typeface="CiscoSansTT ExtraLight" panose="020B0303020201020303" pitchFamily="34" charset="0"/>
            </a:endParaRPr>
          </a:p>
        </p:txBody>
      </p:sp>
      <p:sp>
        <p:nvSpPr>
          <p:cNvPr id="7" name="Title 1">
            <a:extLst>
              <a:ext uri="{FF2B5EF4-FFF2-40B4-BE49-F238E27FC236}">
                <a16:creationId xmlns:a16="http://schemas.microsoft.com/office/drawing/2014/main" id="{500FB767-EEA9-D740-8EE8-2114332F6203}"/>
              </a:ext>
            </a:extLst>
          </p:cNvPr>
          <p:cNvSpPr>
            <a:spLocks noGrp="1"/>
          </p:cNvSpPr>
          <p:nvPr>
            <p:ph type="ctrTitle" hasCustomPrompt="1"/>
          </p:nvPr>
        </p:nvSpPr>
        <p:spPr>
          <a:xfrm>
            <a:off x="623904" y="2209802"/>
            <a:ext cx="5451437" cy="1955628"/>
          </a:xfrm>
          <a:prstGeom prst="rect">
            <a:avLst/>
          </a:prstGeom>
        </p:spPr>
        <p:txBody>
          <a:bodyPr lIns="0" tIns="0" rIns="0" bIns="0" anchor="ctr" anchorCtr="0"/>
          <a:lstStyle>
            <a:lvl1pPr marL="0" indent="0" algn="l">
              <a:lnSpc>
                <a:spcPct val="100000"/>
              </a:lnSpc>
              <a:buFont typeface="Arial" panose="020B0604020202020204" pitchFamily="34" charset="0"/>
              <a:buNone/>
              <a:defRPr sz="4267" b="0" i="0" spc="0" baseline="0">
                <a:solidFill>
                  <a:schemeClr val="bg1"/>
                </a:solidFill>
                <a:latin typeface="CiscoSansTT ExtraLight" panose="020B0303020201020303" pitchFamily="34" charset="0"/>
                <a:cs typeface="CiscoSansTT ExtraLight" panose="020B0303020201020303" pitchFamily="34" charset="0"/>
              </a:defRPr>
            </a:lvl1pPr>
          </a:lstStyle>
          <a:p>
            <a:r>
              <a:rPr lang="en-GB" dirty="0"/>
              <a:t>Slide copy should</a:t>
            </a:r>
            <a:br>
              <a:rPr lang="en-GB" dirty="0"/>
            </a:br>
            <a:r>
              <a:rPr lang="en-GB" dirty="0"/>
              <a:t>go here</a:t>
            </a:r>
            <a:endParaRPr lang="en-US" dirty="0"/>
          </a:p>
        </p:txBody>
      </p:sp>
      <p:pic>
        <p:nvPicPr>
          <p:cNvPr id="21" name="Picture 7">
            <a:extLst>
              <a:ext uri="{FF2B5EF4-FFF2-40B4-BE49-F238E27FC236}">
                <a16:creationId xmlns:a16="http://schemas.microsoft.com/office/drawing/2014/main" id="{C8840F6B-282B-A945-9690-ABC74CE8E7D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609602" y="6342698"/>
            <a:ext cx="396305" cy="208228"/>
          </a:xfrm>
          <a:prstGeom prst="rect">
            <a:avLst/>
          </a:prstGeom>
        </p:spPr>
      </p:pic>
      <p:sp>
        <p:nvSpPr>
          <p:cNvPr id="22" name="Rectangle 21">
            <a:extLst>
              <a:ext uri="{FF2B5EF4-FFF2-40B4-BE49-F238E27FC236}">
                <a16:creationId xmlns:a16="http://schemas.microsoft.com/office/drawing/2014/main" id="{2C5D8762-2A1E-3E48-9704-3A8D36FCB834}"/>
              </a:ext>
            </a:extLst>
          </p:cNvPr>
          <p:cNvSpPr>
            <a:spLocks noChangeArrowheads="1"/>
          </p:cNvSpPr>
          <p:nvPr/>
        </p:nvSpPr>
        <p:spPr bwMode="ltGray">
          <a:xfrm>
            <a:off x="1142755" y="6383796"/>
            <a:ext cx="4534733" cy="164924"/>
          </a:xfrm>
          <a:prstGeom prst="rect">
            <a:avLst/>
          </a:prstGeom>
          <a:noFill/>
          <a:ln w="9525">
            <a:noFill/>
            <a:miter lim="800000"/>
            <a:headEnd/>
            <a:tailEnd/>
          </a:ln>
          <a:effectLst/>
        </p:spPr>
        <p:txBody>
          <a:bodyPr wrap="square" lIns="82115" tIns="41056" rIns="82115" bIns="41056" anchor="b">
            <a:spAutoFit/>
          </a:bodyPr>
          <a:lstStyle/>
          <a:p>
            <a:pPr defTabSz="814318" fontAlgn="auto">
              <a:spcBef>
                <a:spcPts val="0"/>
              </a:spcBef>
              <a:spcAft>
                <a:spcPts val="0"/>
              </a:spcAft>
              <a:defRPr/>
            </a:pPr>
            <a:r>
              <a:rPr lang="en-US" sz="533" b="0" i="0" spc="27" baseline="0" dirty="0">
                <a:solidFill>
                  <a:srgbClr val="0D274D"/>
                </a:solidFill>
                <a:latin typeface="CiscoSansTT Light" panose="020B0503020201020303" pitchFamily="34" charset="0"/>
                <a:ea typeface="+mn-ea"/>
                <a:cs typeface="CiscoSansTT Light" panose="020B0503020201020303" pitchFamily="34" charset="0"/>
              </a:rPr>
              <a:t>© 2022  Cisco and/or its affiliates. All rights reserved.   Cisco Confidential</a:t>
            </a:r>
          </a:p>
        </p:txBody>
      </p:sp>
      <p:sp>
        <p:nvSpPr>
          <p:cNvPr id="12" name="Text Placeholder 2">
            <a:extLst>
              <a:ext uri="{FF2B5EF4-FFF2-40B4-BE49-F238E27FC236}">
                <a16:creationId xmlns:a16="http://schemas.microsoft.com/office/drawing/2014/main" id="{D9178804-B96E-BE4F-9C01-F123A4E79750}"/>
              </a:ext>
            </a:extLst>
          </p:cNvPr>
          <p:cNvSpPr>
            <a:spLocks noGrp="1"/>
          </p:cNvSpPr>
          <p:nvPr>
            <p:ph type="body" sz="quarter" idx="14" hasCustomPrompt="1"/>
          </p:nvPr>
        </p:nvSpPr>
        <p:spPr>
          <a:xfrm>
            <a:off x="632127" y="431801"/>
            <a:ext cx="3489235" cy="304800"/>
          </a:xfrm>
          <a:prstGeom prst="rect">
            <a:avLst/>
          </a:prstGeom>
        </p:spPr>
        <p:txBody>
          <a:bodyPr lIns="0" tIns="0" rIns="0" bIns="0"/>
          <a:lstStyle>
            <a:lvl1pPr marL="0" indent="0">
              <a:buFont typeface="Arial" panose="020B0604020202020204" pitchFamily="34" charset="0"/>
              <a:buNone/>
              <a:defRPr sz="1300" b="0" i="0" baseline="0">
                <a:solidFill>
                  <a:schemeClr val="bg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
        <p:nvSpPr>
          <p:cNvPr id="14" name="Text Placeholder 2">
            <a:extLst>
              <a:ext uri="{FF2B5EF4-FFF2-40B4-BE49-F238E27FC236}">
                <a16:creationId xmlns:a16="http://schemas.microsoft.com/office/drawing/2014/main" id="{0496D4BA-1A90-CD12-46A7-BEFF3610D8BF}"/>
              </a:ext>
            </a:extLst>
          </p:cNvPr>
          <p:cNvSpPr>
            <a:spLocks noGrp="1"/>
          </p:cNvSpPr>
          <p:nvPr>
            <p:ph type="body" sz="quarter" idx="21" hasCustomPrompt="1"/>
          </p:nvPr>
        </p:nvSpPr>
        <p:spPr>
          <a:xfrm>
            <a:off x="7360302" y="758396"/>
            <a:ext cx="3968097" cy="182881"/>
          </a:xfrm>
          <a:prstGeom prst="rect">
            <a:avLst/>
          </a:prstGeom>
        </p:spPr>
        <p:txBody>
          <a:bodyPr lIns="0" tIns="0" rIns="0" bIns="0"/>
          <a:lstStyle>
            <a:lvl1pPr marL="0" indent="0">
              <a:buFont typeface="Arial" panose="020B0604020202020204" pitchFamily="34" charset="0"/>
              <a:buNone/>
              <a:defRPr sz="16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a:t>
            </a:r>
          </a:p>
        </p:txBody>
      </p:sp>
      <p:sp>
        <p:nvSpPr>
          <p:cNvPr id="16" name="Text Placeholder 2">
            <a:extLst>
              <a:ext uri="{FF2B5EF4-FFF2-40B4-BE49-F238E27FC236}">
                <a16:creationId xmlns:a16="http://schemas.microsoft.com/office/drawing/2014/main" id="{E5754773-B320-74FF-360B-AE12573C9FE6}"/>
              </a:ext>
            </a:extLst>
          </p:cNvPr>
          <p:cNvSpPr>
            <a:spLocks noGrp="1"/>
          </p:cNvSpPr>
          <p:nvPr>
            <p:ph type="body" sz="quarter" idx="24" hasCustomPrompt="1"/>
          </p:nvPr>
        </p:nvSpPr>
        <p:spPr>
          <a:xfrm>
            <a:off x="7360302" y="2689016"/>
            <a:ext cx="3968097" cy="182881"/>
          </a:xfrm>
          <a:prstGeom prst="rect">
            <a:avLst/>
          </a:prstGeom>
        </p:spPr>
        <p:txBody>
          <a:bodyPr lIns="0" tIns="0" rIns="0" bIns="0"/>
          <a:lstStyle>
            <a:lvl1pPr marL="0" indent="0">
              <a:buFont typeface="Arial" panose="020B0604020202020204" pitchFamily="34" charset="0"/>
              <a:buNone/>
              <a:defRPr sz="16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a:t>
            </a:r>
          </a:p>
        </p:txBody>
      </p:sp>
      <p:sp>
        <p:nvSpPr>
          <p:cNvPr id="18" name="Text Placeholder 2">
            <a:extLst>
              <a:ext uri="{FF2B5EF4-FFF2-40B4-BE49-F238E27FC236}">
                <a16:creationId xmlns:a16="http://schemas.microsoft.com/office/drawing/2014/main" id="{0E77DDFA-F376-BD29-5DEA-72F5308CBF7A}"/>
              </a:ext>
            </a:extLst>
          </p:cNvPr>
          <p:cNvSpPr>
            <a:spLocks noGrp="1"/>
          </p:cNvSpPr>
          <p:nvPr>
            <p:ph type="body" sz="quarter" idx="26" hasCustomPrompt="1"/>
          </p:nvPr>
        </p:nvSpPr>
        <p:spPr>
          <a:xfrm>
            <a:off x="7360302" y="4610989"/>
            <a:ext cx="3968097" cy="182881"/>
          </a:xfrm>
          <a:prstGeom prst="rect">
            <a:avLst/>
          </a:prstGeom>
        </p:spPr>
        <p:txBody>
          <a:bodyPr lIns="0" tIns="0" rIns="0" bIns="0"/>
          <a:lstStyle>
            <a:lvl1pPr marL="0" indent="0">
              <a:buFont typeface="Arial" panose="020B0604020202020204" pitchFamily="34" charset="0"/>
              <a:buNone/>
              <a:defRPr sz="16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a:t>
            </a:r>
          </a:p>
        </p:txBody>
      </p:sp>
      <p:sp>
        <p:nvSpPr>
          <p:cNvPr id="19" name="Text Placeholder 2">
            <a:extLst>
              <a:ext uri="{FF2B5EF4-FFF2-40B4-BE49-F238E27FC236}">
                <a16:creationId xmlns:a16="http://schemas.microsoft.com/office/drawing/2014/main" id="{12102193-3492-4BAB-8F98-FC7C55191E4D}"/>
              </a:ext>
            </a:extLst>
          </p:cNvPr>
          <p:cNvSpPr>
            <a:spLocks noGrp="1"/>
          </p:cNvSpPr>
          <p:nvPr>
            <p:ph type="body" sz="quarter" idx="15" hasCustomPrompt="1"/>
          </p:nvPr>
        </p:nvSpPr>
        <p:spPr>
          <a:xfrm>
            <a:off x="7360302" y="1190595"/>
            <a:ext cx="3968097"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a:t>
            </a:r>
          </a:p>
          <a:p>
            <a:pPr lvl="0"/>
            <a:endParaRPr lang="en-GB" dirty="0"/>
          </a:p>
        </p:txBody>
      </p:sp>
      <p:sp>
        <p:nvSpPr>
          <p:cNvPr id="20" name="Text Placeholder 2">
            <a:extLst>
              <a:ext uri="{FF2B5EF4-FFF2-40B4-BE49-F238E27FC236}">
                <a16:creationId xmlns:a16="http://schemas.microsoft.com/office/drawing/2014/main" id="{0A6491F4-97AD-1094-3D4C-75416A30CE37}"/>
              </a:ext>
            </a:extLst>
          </p:cNvPr>
          <p:cNvSpPr>
            <a:spLocks noGrp="1"/>
          </p:cNvSpPr>
          <p:nvPr>
            <p:ph type="body" sz="quarter" idx="28" hasCustomPrompt="1"/>
          </p:nvPr>
        </p:nvSpPr>
        <p:spPr>
          <a:xfrm>
            <a:off x="7360302" y="3112568"/>
            <a:ext cx="3968097"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a:t>
            </a:r>
          </a:p>
          <a:p>
            <a:pPr lvl="0"/>
            <a:endParaRPr lang="en-GB" dirty="0"/>
          </a:p>
        </p:txBody>
      </p:sp>
      <p:sp>
        <p:nvSpPr>
          <p:cNvPr id="23" name="Text Placeholder 2">
            <a:extLst>
              <a:ext uri="{FF2B5EF4-FFF2-40B4-BE49-F238E27FC236}">
                <a16:creationId xmlns:a16="http://schemas.microsoft.com/office/drawing/2014/main" id="{792FD8C7-8C8B-6909-C32B-EAA567C1FEF3}"/>
              </a:ext>
            </a:extLst>
          </p:cNvPr>
          <p:cNvSpPr>
            <a:spLocks noGrp="1"/>
          </p:cNvSpPr>
          <p:nvPr>
            <p:ph type="body" sz="quarter" idx="29" hasCustomPrompt="1"/>
          </p:nvPr>
        </p:nvSpPr>
        <p:spPr>
          <a:xfrm>
            <a:off x="7360302" y="5043187"/>
            <a:ext cx="3968097"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a:t>
            </a:r>
          </a:p>
          <a:p>
            <a:pPr lvl="0"/>
            <a:endParaRPr lang="en-GB" dirty="0"/>
          </a:p>
        </p:txBody>
      </p:sp>
    </p:spTree>
    <p:extLst>
      <p:ext uri="{BB962C8B-B14F-4D97-AF65-F5344CB8AC3E}">
        <p14:creationId xmlns:p14="http://schemas.microsoft.com/office/powerpoint/2010/main" val="249764597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Half Page Text 3">
    <p:spTree>
      <p:nvGrpSpPr>
        <p:cNvPr id="1" name=""/>
        <p:cNvGrpSpPr/>
        <p:nvPr/>
      </p:nvGrpSpPr>
      <p:grpSpPr>
        <a:xfrm>
          <a:off x="0" y="0"/>
          <a:ext cx="0" cy="0"/>
          <a:chOff x="0" y="0"/>
          <a:chExt cx="0" cy="0"/>
        </a:xfrm>
      </p:grpSpPr>
      <p:sp>
        <p:nvSpPr>
          <p:cNvPr id="10" name="Text Placeholder 2">
            <a:extLst>
              <a:ext uri="{FF2B5EF4-FFF2-40B4-BE49-F238E27FC236}">
                <a16:creationId xmlns:a16="http://schemas.microsoft.com/office/drawing/2014/main" id="{3E8268D0-2B6B-14C3-F3A8-834B9EAEC765}"/>
              </a:ext>
            </a:extLst>
          </p:cNvPr>
          <p:cNvSpPr>
            <a:spLocks noGrp="1"/>
          </p:cNvSpPr>
          <p:nvPr>
            <p:ph type="body" sz="quarter" idx="21" hasCustomPrompt="1"/>
          </p:nvPr>
        </p:nvSpPr>
        <p:spPr>
          <a:xfrm>
            <a:off x="7360302" y="758396"/>
            <a:ext cx="3968097" cy="182881"/>
          </a:xfrm>
          <a:prstGeom prst="rect">
            <a:avLst/>
          </a:prstGeom>
        </p:spPr>
        <p:txBody>
          <a:bodyPr lIns="0" tIns="0" rIns="0" bIns="0"/>
          <a:lstStyle>
            <a:lvl1pPr marL="0" indent="0">
              <a:buFont typeface="Arial" panose="020B0604020202020204" pitchFamily="34" charset="0"/>
              <a:buNone/>
              <a:defRPr sz="16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a:t>
            </a:r>
          </a:p>
        </p:txBody>
      </p:sp>
      <p:sp>
        <p:nvSpPr>
          <p:cNvPr id="14" name="Text Placeholder 2">
            <a:extLst>
              <a:ext uri="{FF2B5EF4-FFF2-40B4-BE49-F238E27FC236}">
                <a16:creationId xmlns:a16="http://schemas.microsoft.com/office/drawing/2014/main" id="{8A14A143-03AF-F347-89FC-0666167C56A7}"/>
              </a:ext>
            </a:extLst>
          </p:cNvPr>
          <p:cNvSpPr>
            <a:spLocks noGrp="1"/>
          </p:cNvSpPr>
          <p:nvPr>
            <p:ph type="body" sz="quarter" idx="24" hasCustomPrompt="1"/>
          </p:nvPr>
        </p:nvSpPr>
        <p:spPr>
          <a:xfrm>
            <a:off x="7360302" y="2689016"/>
            <a:ext cx="3968097" cy="182881"/>
          </a:xfrm>
          <a:prstGeom prst="rect">
            <a:avLst/>
          </a:prstGeom>
        </p:spPr>
        <p:txBody>
          <a:bodyPr lIns="0" tIns="0" rIns="0" bIns="0"/>
          <a:lstStyle>
            <a:lvl1pPr marL="0" indent="0">
              <a:buFont typeface="Arial" panose="020B0604020202020204" pitchFamily="34" charset="0"/>
              <a:buNone/>
              <a:defRPr sz="16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a:t>
            </a:r>
          </a:p>
        </p:txBody>
      </p:sp>
      <p:sp>
        <p:nvSpPr>
          <p:cNvPr id="15" name="Text Placeholder 2">
            <a:extLst>
              <a:ext uri="{FF2B5EF4-FFF2-40B4-BE49-F238E27FC236}">
                <a16:creationId xmlns:a16="http://schemas.microsoft.com/office/drawing/2014/main" id="{1E323F44-643B-8464-6F8E-6F0C68F4A75A}"/>
              </a:ext>
            </a:extLst>
          </p:cNvPr>
          <p:cNvSpPr>
            <a:spLocks noGrp="1"/>
          </p:cNvSpPr>
          <p:nvPr>
            <p:ph type="body" sz="quarter" idx="26" hasCustomPrompt="1"/>
          </p:nvPr>
        </p:nvSpPr>
        <p:spPr>
          <a:xfrm>
            <a:off x="7360302" y="4610989"/>
            <a:ext cx="3968097" cy="182881"/>
          </a:xfrm>
          <a:prstGeom prst="rect">
            <a:avLst/>
          </a:prstGeom>
        </p:spPr>
        <p:txBody>
          <a:bodyPr lIns="0" tIns="0" rIns="0" bIns="0"/>
          <a:lstStyle>
            <a:lvl1pPr marL="0" indent="0">
              <a:buFont typeface="Arial" panose="020B0604020202020204" pitchFamily="34" charset="0"/>
              <a:buNone/>
              <a:defRPr sz="16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a:t>
            </a:r>
          </a:p>
        </p:txBody>
      </p:sp>
      <p:sp>
        <p:nvSpPr>
          <p:cNvPr id="16" name="Text Placeholder 2">
            <a:extLst>
              <a:ext uri="{FF2B5EF4-FFF2-40B4-BE49-F238E27FC236}">
                <a16:creationId xmlns:a16="http://schemas.microsoft.com/office/drawing/2014/main" id="{77D7AA59-52D3-A85E-06D7-7D6C84CBBB83}"/>
              </a:ext>
            </a:extLst>
          </p:cNvPr>
          <p:cNvSpPr>
            <a:spLocks noGrp="1"/>
          </p:cNvSpPr>
          <p:nvPr>
            <p:ph type="body" sz="quarter" idx="15" hasCustomPrompt="1"/>
          </p:nvPr>
        </p:nvSpPr>
        <p:spPr>
          <a:xfrm>
            <a:off x="7360302" y="1190595"/>
            <a:ext cx="3968097"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a:t>
            </a:r>
          </a:p>
          <a:p>
            <a:pPr lvl="0"/>
            <a:endParaRPr lang="en-GB" dirty="0"/>
          </a:p>
        </p:txBody>
      </p:sp>
      <p:sp>
        <p:nvSpPr>
          <p:cNvPr id="20" name="Text Placeholder 2">
            <a:extLst>
              <a:ext uri="{FF2B5EF4-FFF2-40B4-BE49-F238E27FC236}">
                <a16:creationId xmlns:a16="http://schemas.microsoft.com/office/drawing/2014/main" id="{6481995A-7D97-808B-623A-0F2B9B54B1FA}"/>
              </a:ext>
            </a:extLst>
          </p:cNvPr>
          <p:cNvSpPr>
            <a:spLocks noGrp="1"/>
          </p:cNvSpPr>
          <p:nvPr>
            <p:ph type="body" sz="quarter" idx="28" hasCustomPrompt="1"/>
          </p:nvPr>
        </p:nvSpPr>
        <p:spPr>
          <a:xfrm>
            <a:off x="7360302" y="3112568"/>
            <a:ext cx="3968097"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a:t>
            </a:r>
          </a:p>
          <a:p>
            <a:pPr lvl="0"/>
            <a:endParaRPr lang="en-GB" dirty="0"/>
          </a:p>
        </p:txBody>
      </p:sp>
      <p:sp>
        <p:nvSpPr>
          <p:cNvPr id="22" name="Text Placeholder 2">
            <a:extLst>
              <a:ext uri="{FF2B5EF4-FFF2-40B4-BE49-F238E27FC236}">
                <a16:creationId xmlns:a16="http://schemas.microsoft.com/office/drawing/2014/main" id="{C2C22A22-15C4-D3F3-399F-EBDDB222B289}"/>
              </a:ext>
            </a:extLst>
          </p:cNvPr>
          <p:cNvSpPr>
            <a:spLocks noGrp="1"/>
          </p:cNvSpPr>
          <p:nvPr>
            <p:ph type="body" sz="quarter" idx="29" hasCustomPrompt="1"/>
          </p:nvPr>
        </p:nvSpPr>
        <p:spPr>
          <a:xfrm>
            <a:off x="7360302" y="5043187"/>
            <a:ext cx="3968097"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a:t>
            </a:r>
          </a:p>
          <a:p>
            <a:pPr lvl="0"/>
            <a:endParaRPr lang="en-GB" dirty="0"/>
          </a:p>
        </p:txBody>
      </p:sp>
      <p:sp>
        <p:nvSpPr>
          <p:cNvPr id="23" name="Title 1">
            <a:extLst>
              <a:ext uri="{FF2B5EF4-FFF2-40B4-BE49-F238E27FC236}">
                <a16:creationId xmlns:a16="http://schemas.microsoft.com/office/drawing/2014/main" id="{3576ECFD-ABB0-1491-EDD7-7F12498F6CCC}"/>
              </a:ext>
            </a:extLst>
          </p:cNvPr>
          <p:cNvSpPr>
            <a:spLocks noGrp="1"/>
          </p:cNvSpPr>
          <p:nvPr>
            <p:ph type="ctrTitle" hasCustomPrompt="1"/>
          </p:nvPr>
        </p:nvSpPr>
        <p:spPr>
          <a:xfrm>
            <a:off x="623904" y="2209802"/>
            <a:ext cx="5451437" cy="1955628"/>
          </a:xfrm>
          <a:prstGeom prst="rect">
            <a:avLst/>
          </a:prstGeom>
        </p:spPr>
        <p:txBody>
          <a:bodyPr lIns="0" tIns="0" rIns="0" bIns="0" anchor="ctr" anchorCtr="0"/>
          <a:lstStyle>
            <a:lvl1pPr marL="0" indent="0" algn="l">
              <a:lnSpc>
                <a:spcPct val="100000"/>
              </a:lnSpc>
              <a:buFont typeface="Arial" panose="020B0604020202020204" pitchFamily="34" charset="0"/>
              <a:buNone/>
              <a:defRPr sz="4267" b="0" i="0" spc="0" baseline="0">
                <a:solidFill>
                  <a:schemeClr val="bg1"/>
                </a:solidFill>
                <a:latin typeface="CiscoSansTT ExtraLight" panose="020B0303020201020303" pitchFamily="34" charset="0"/>
                <a:cs typeface="CiscoSansTT ExtraLight" panose="020B0303020201020303" pitchFamily="34" charset="0"/>
              </a:defRPr>
            </a:lvl1pPr>
          </a:lstStyle>
          <a:p>
            <a:r>
              <a:rPr lang="en-GB" dirty="0"/>
              <a:t>Slide copy should</a:t>
            </a:r>
            <a:br>
              <a:rPr lang="en-GB" dirty="0"/>
            </a:br>
            <a:r>
              <a:rPr lang="en-GB" dirty="0"/>
              <a:t>go here</a:t>
            </a:r>
            <a:endParaRPr lang="en-US" dirty="0"/>
          </a:p>
        </p:txBody>
      </p:sp>
      <p:sp>
        <p:nvSpPr>
          <p:cNvPr id="24" name="Text Placeholder 2">
            <a:extLst>
              <a:ext uri="{FF2B5EF4-FFF2-40B4-BE49-F238E27FC236}">
                <a16:creationId xmlns:a16="http://schemas.microsoft.com/office/drawing/2014/main" id="{AEDD64BB-96E9-B53B-7D4D-690B8C23D059}"/>
              </a:ext>
            </a:extLst>
          </p:cNvPr>
          <p:cNvSpPr>
            <a:spLocks noGrp="1"/>
          </p:cNvSpPr>
          <p:nvPr>
            <p:ph type="body" sz="quarter" idx="14" hasCustomPrompt="1"/>
          </p:nvPr>
        </p:nvSpPr>
        <p:spPr>
          <a:xfrm>
            <a:off x="632127" y="431801"/>
            <a:ext cx="3489235" cy="304800"/>
          </a:xfrm>
          <a:prstGeom prst="rect">
            <a:avLst/>
          </a:prstGeom>
        </p:spPr>
        <p:txBody>
          <a:bodyPr lIns="0" tIns="0" rIns="0" bIns="0"/>
          <a:lstStyle>
            <a:lvl1pPr marL="0" indent="0">
              <a:buFont typeface="Arial" panose="020B0604020202020204" pitchFamily="34" charset="0"/>
              <a:buNone/>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Tree>
    <p:extLst>
      <p:ext uri="{BB962C8B-B14F-4D97-AF65-F5344CB8AC3E}">
        <p14:creationId xmlns:p14="http://schemas.microsoft.com/office/powerpoint/2010/main" val="34658630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Half Page Text 4">
    <p:spTree>
      <p:nvGrpSpPr>
        <p:cNvPr id="1" name=""/>
        <p:cNvGrpSpPr/>
        <p:nvPr/>
      </p:nvGrpSpPr>
      <p:grpSpPr>
        <a:xfrm>
          <a:off x="0" y="0"/>
          <a:ext cx="0" cy="0"/>
          <a:chOff x="0" y="0"/>
          <a:chExt cx="0" cy="0"/>
        </a:xfrm>
      </p:grpSpPr>
      <p:sp>
        <p:nvSpPr>
          <p:cNvPr id="4" name="Rectangle 3"/>
          <p:cNvSpPr/>
          <p:nvPr/>
        </p:nvSpPr>
        <p:spPr>
          <a:xfrm>
            <a:off x="6104471" y="0"/>
            <a:ext cx="6106789" cy="68580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67" b="0" i="0" dirty="0">
              <a:latin typeface="CiscoSansTT ExtraLight" panose="020B0303020201020303" pitchFamily="34" charset="0"/>
            </a:endParaRPr>
          </a:p>
        </p:txBody>
      </p:sp>
      <p:sp>
        <p:nvSpPr>
          <p:cNvPr id="7" name="Title 1">
            <a:extLst>
              <a:ext uri="{FF2B5EF4-FFF2-40B4-BE49-F238E27FC236}">
                <a16:creationId xmlns:a16="http://schemas.microsoft.com/office/drawing/2014/main" id="{500FB767-EEA9-D740-8EE8-2114332F6203}"/>
              </a:ext>
            </a:extLst>
          </p:cNvPr>
          <p:cNvSpPr>
            <a:spLocks noGrp="1"/>
          </p:cNvSpPr>
          <p:nvPr>
            <p:ph type="ctrTitle" hasCustomPrompt="1"/>
          </p:nvPr>
        </p:nvSpPr>
        <p:spPr>
          <a:xfrm>
            <a:off x="626048" y="2209802"/>
            <a:ext cx="5451437" cy="1955628"/>
          </a:xfrm>
          <a:prstGeom prst="rect">
            <a:avLst/>
          </a:prstGeom>
        </p:spPr>
        <p:txBody>
          <a:bodyPr lIns="0" tIns="0" rIns="0" bIns="0" anchor="ctr" anchorCtr="0"/>
          <a:lstStyle>
            <a:lvl1pPr marL="0" indent="0" algn="l">
              <a:lnSpc>
                <a:spcPct val="100000"/>
              </a:lnSpc>
              <a:buFont typeface="Arial" panose="020B0604020202020204" pitchFamily="34" charset="0"/>
              <a:buNone/>
              <a:defRPr sz="4267" b="0" i="0" spc="0" baseline="0">
                <a:solidFill>
                  <a:schemeClr val="bg1"/>
                </a:solidFill>
                <a:latin typeface="CiscoSansTT ExtraLight" panose="020B0303020201020303" pitchFamily="34" charset="0"/>
                <a:cs typeface="CiscoSansTT ExtraLight" panose="020B0303020201020303" pitchFamily="34" charset="0"/>
              </a:defRPr>
            </a:lvl1pPr>
          </a:lstStyle>
          <a:p>
            <a:r>
              <a:rPr lang="en-GB" dirty="0"/>
              <a:t>Slide copy should</a:t>
            </a:r>
            <a:br>
              <a:rPr lang="en-GB" dirty="0"/>
            </a:br>
            <a:r>
              <a:rPr lang="en-GB" dirty="0"/>
              <a:t>go here</a:t>
            </a:r>
            <a:endParaRPr lang="en-US" dirty="0"/>
          </a:p>
        </p:txBody>
      </p:sp>
      <p:sp>
        <p:nvSpPr>
          <p:cNvPr id="16" name="Text Placeholder 2">
            <a:extLst>
              <a:ext uri="{FF2B5EF4-FFF2-40B4-BE49-F238E27FC236}">
                <a16:creationId xmlns:a16="http://schemas.microsoft.com/office/drawing/2014/main" id="{6D48D0B9-5AAE-5EA0-915E-F4A587C78DEA}"/>
              </a:ext>
            </a:extLst>
          </p:cNvPr>
          <p:cNvSpPr>
            <a:spLocks noGrp="1"/>
          </p:cNvSpPr>
          <p:nvPr>
            <p:ph type="body" sz="quarter" idx="14" hasCustomPrompt="1"/>
          </p:nvPr>
        </p:nvSpPr>
        <p:spPr>
          <a:xfrm>
            <a:off x="632127" y="431800"/>
            <a:ext cx="3489235" cy="304800"/>
          </a:xfrm>
          <a:prstGeom prst="rect">
            <a:avLst/>
          </a:prstGeom>
        </p:spPr>
        <p:txBody>
          <a:bodyPr lIns="0" tIns="0" rIns="0" bIns="0"/>
          <a:lstStyle>
            <a:lvl1pPr marL="0" indent="0">
              <a:spcBef>
                <a:spcPts val="0"/>
              </a:spcBef>
              <a:buFont typeface="Arial" panose="020B0604020202020204" pitchFamily="34" charset="0"/>
              <a:buNone/>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
        <p:nvSpPr>
          <p:cNvPr id="13" name="Text Placeholder 2">
            <a:extLst>
              <a:ext uri="{FF2B5EF4-FFF2-40B4-BE49-F238E27FC236}">
                <a16:creationId xmlns:a16="http://schemas.microsoft.com/office/drawing/2014/main" id="{FD776BEA-9222-9BAE-1B0A-D130A0C27386}"/>
              </a:ext>
            </a:extLst>
          </p:cNvPr>
          <p:cNvSpPr>
            <a:spLocks noGrp="1"/>
          </p:cNvSpPr>
          <p:nvPr>
            <p:ph type="body" sz="quarter" idx="21" hasCustomPrompt="1"/>
          </p:nvPr>
        </p:nvSpPr>
        <p:spPr>
          <a:xfrm>
            <a:off x="7360304" y="758396"/>
            <a:ext cx="3985947" cy="182881"/>
          </a:xfrm>
          <a:prstGeom prst="rect">
            <a:avLst/>
          </a:prstGeom>
        </p:spPr>
        <p:txBody>
          <a:bodyPr lIns="0" tIns="0" rIns="0" bIns="0"/>
          <a:lstStyle>
            <a:lvl1pPr marL="0" indent="0">
              <a:buFont typeface="Arial" panose="020B0604020202020204" pitchFamily="34" charset="0"/>
              <a:buNone/>
              <a:defRPr sz="1600" b="0" i="0" baseline="0">
                <a:solidFill>
                  <a:schemeClr val="bg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a:t>
            </a:r>
          </a:p>
        </p:txBody>
      </p:sp>
      <p:sp>
        <p:nvSpPr>
          <p:cNvPr id="14" name="Text Placeholder 2">
            <a:extLst>
              <a:ext uri="{FF2B5EF4-FFF2-40B4-BE49-F238E27FC236}">
                <a16:creationId xmlns:a16="http://schemas.microsoft.com/office/drawing/2014/main" id="{4FF5CF4C-D0EB-653A-EF97-9B340B356D4E}"/>
              </a:ext>
            </a:extLst>
          </p:cNvPr>
          <p:cNvSpPr>
            <a:spLocks noGrp="1"/>
          </p:cNvSpPr>
          <p:nvPr>
            <p:ph type="body" sz="quarter" idx="24" hasCustomPrompt="1"/>
          </p:nvPr>
        </p:nvSpPr>
        <p:spPr>
          <a:xfrm>
            <a:off x="7360304" y="2689016"/>
            <a:ext cx="3985947" cy="182881"/>
          </a:xfrm>
          <a:prstGeom prst="rect">
            <a:avLst/>
          </a:prstGeom>
        </p:spPr>
        <p:txBody>
          <a:bodyPr lIns="0" tIns="0" rIns="0" bIns="0"/>
          <a:lstStyle>
            <a:lvl1pPr marL="0" indent="0">
              <a:buFont typeface="Arial" panose="020B0604020202020204" pitchFamily="34" charset="0"/>
              <a:buNone/>
              <a:defRPr sz="1600" b="0" i="0" baseline="0">
                <a:solidFill>
                  <a:schemeClr val="bg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a:t>
            </a:r>
          </a:p>
        </p:txBody>
      </p:sp>
      <p:sp>
        <p:nvSpPr>
          <p:cNvPr id="15" name="Text Placeholder 2">
            <a:extLst>
              <a:ext uri="{FF2B5EF4-FFF2-40B4-BE49-F238E27FC236}">
                <a16:creationId xmlns:a16="http://schemas.microsoft.com/office/drawing/2014/main" id="{AD7E996C-EDDD-1C3A-F435-CE74CC8C66CD}"/>
              </a:ext>
            </a:extLst>
          </p:cNvPr>
          <p:cNvSpPr>
            <a:spLocks noGrp="1"/>
          </p:cNvSpPr>
          <p:nvPr>
            <p:ph type="body" sz="quarter" idx="26" hasCustomPrompt="1"/>
          </p:nvPr>
        </p:nvSpPr>
        <p:spPr>
          <a:xfrm>
            <a:off x="7360304" y="4610989"/>
            <a:ext cx="3985947" cy="182881"/>
          </a:xfrm>
          <a:prstGeom prst="rect">
            <a:avLst/>
          </a:prstGeom>
        </p:spPr>
        <p:txBody>
          <a:bodyPr lIns="0" tIns="0" rIns="0" bIns="0"/>
          <a:lstStyle>
            <a:lvl1pPr marL="0" indent="0">
              <a:buFont typeface="Arial" panose="020B0604020202020204" pitchFamily="34" charset="0"/>
              <a:buNone/>
              <a:defRPr sz="1600" b="0" i="0" baseline="0">
                <a:solidFill>
                  <a:schemeClr val="bg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a:t>
            </a:r>
          </a:p>
        </p:txBody>
      </p:sp>
      <p:sp>
        <p:nvSpPr>
          <p:cNvPr id="20" name="Text Placeholder 2">
            <a:extLst>
              <a:ext uri="{FF2B5EF4-FFF2-40B4-BE49-F238E27FC236}">
                <a16:creationId xmlns:a16="http://schemas.microsoft.com/office/drawing/2014/main" id="{7EAE9D52-E667-E111-D1B1-C8DA2561EB82}"/>
              </a:ext>
            </a:extLst>
          </p:cNvPr>
          <p:cNvSpPr>
            <a:spLocks noGrp="1"/>
          </p:cNvSpPr>
          <p:nvPr>
            <p:ph type="body" sz="quarter" idx="15" hasCustomPrompt="1"/>
          </p:nvPr>
        </p:nvSpPr>
        <p:spPr>
          <a:xfrm>
            <a:off x="7360304" y="1190595"/>
            <a:ext cx="3985947"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bg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a:t>
            </a:r>
          </a:p>
          <a:p>
            <a:pPr lvl="0"/>
            <a:endParaRPr lang="en-GB" dirty="0"/>
          </a:p>
        </p:txBody>
      </p:sp>
      <p:sp>
        <p:nvSpPr>
          <p:cNvPr id="22" name="Text Placeholder 2">
            <a:extLst>
              <a:ext uri="{FF2B5EF4-FFF2-40B4-BE49-F238E27FC236}">
                <a16:creationId xmlns:a16="http://schemas.microsoft.com/office/drawing/2014/main" id="{43217552-FC77-55C0-C4C3-86742477333B}"/>
              </a:ext>
            </a:extLst>
          </p:cNvPr>
          <p:cNvSpPr>
            <a:spLocks noGrp="1"/>
          </p:cNvSpPr>
          <p:nvPr>
            <p:ph type="body" sz="quarter" idx="28" hasCustomPrompt="1"/>
          </p:nvPr>
        </p:nvSpPr>
        <p:spPr>
          <a:xfrm>
            <a:off x="7360304" y="3112568"/>
            <a:ext cx="3985947"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bg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a:t>
            </a:r>
          </a:p>
          <a:p>
            <a:pPr lvl="0"/>
            <a:endParaRPr lang="en-GB" dirty="0"/>
          </a:p>
        </p:txBody>
      </p:sp>
      <p:sp>
        <p:nvSpPr>
          <p:cNvPr id="23" name="Text Placeholder 2">
            <a:extLst>
              <a:ext uri="{FF2B5EF4-FFF2-40B4-BE49-F238E27FC236}">
                <a16:creationId xmlns:a16="http://schemas.microsoft.com/office/drawing/2014/main" id="{61B96D09-51F8-E400-53C3-04E0CB41305D}"/>
              </a:ext>
            </a:extLst>
          </p:cNvPr>
          <p:cNvSpPr>
            <a:spLocks noGrp="1"/>
          </p:cNvSpPr>
          <p:nvPr>
            <p:ph type="body" sz="quarter" idx="29" hasCustomPrompt="1"/>
          </p:nvPr>
        </p:nvSpPr>
        <p:spPr>
          <a:xfrm>
            <a:off x="7360304" y="5043187"/>
            <a:ext cx="3985947"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bg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a:t>
            </a:r>
          </a:p>
          <a:p>
            <a:pPr lvl="0"/>
            <a:endParaRPr lang="en-GB" dirty="0"/>
          </a:p>
        </p:txBody>
      </p:sp>
    </p:spTree>
    <p:extLst>
      <p:ext uri="{BB962C8B-B14F-4D97-AF65-F5344CB8AC3E}">
        <p14:creationId xmlns:p14="http://schemas.microsoft.com/office/powerpoint/2010/main" val="224381065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Half page text 5">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9F37C714-926C-B64D-A4F5-C938E3E4ED20}"/>
              </a:ext>
            </a:extLst>
          </p:cNvPr>
          <p:cNvSpPr/>
          <p:nvPr/>
        </p:nvSpPr>
        <p:spPr>
          <a:xfrm>
            <a:off x="6104471" y="0"/>
            <a:ext cx="6106789" cy="68580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67" b="0" i="0" dirty="0">
              <a:latin typeface="CiscoSansTT ExtraLight" panose="020B0303020201020303" pitchFamily="34" charset="0"/>
            </a:endParaRPr>
          </a:p>
        </p:txBody>
      </p:sp>
      <p:sp>
        <p:nvSpPr>
          <p:cNvPr id="16" name="Text Placeholder 2">
            <a:extLst>
              <a:ext uri="{FF2B5EF4-FFF2-40B4-BE49-F238E27FC236}">
                <a16:creationId xmlns:a16="http://schemas.microsoft.com/office/drawing/2014/main" id="{C2CBB27D-4ECC-7D57-A8D7-9837ACB4C785}"/>
              </a:ext>
            </a:extLst>
          </p:cNvPr>
          <p:cNvSpPr>
            <a:spLocks noGrp="1"/>
          </p:cNvSpPr>
          <p:nvPr>
            <p:ph type="body" sz="quarter" idx="21" hasCustomPrompt="1"/>
          </p:nvPr>
        </p:nvSpPr>
        <p:spPr>
          <a:xfrm>
            <a:off x="7360304" y="758396"/>
            <a:ext cx="3985947" cy="182881"/>
          </a:xfrm>
          <a:prstGeom prst="rect">
            <a:avLst/>
          </a:prstGeom>
        </p:spPr>
        <p:txBody>
          <a:bodyPr lIns="0" tIns="0" rIns="0" bIns="0"/>
          <a:lstStyle>
            <a:lvl1pPr marL="0" indent="0">
              <a:buFont typeface="Arial" panose="020B0604020202020204" pitchFamily="34" charset="0"/>
              <a:buNone/>
              <a:defRPr sz="1600" b="0" i="0" baseline="0">
                <a:solidFill>
                  <a:schemeClr val="bg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a:t>
            </a:r>
          </a:p>
        </p:txBody>
      </p:sp>
      <p:sp>
        <p:nvSpPr>
          <p:cNvPr id="18" name="Text Placeholder 2">
            <a:extLst>
              <a:ext uri="{FF2B5EF4-FFF2-40B4-BE49-F238E27FC236}">
                <a16:creationId xmlns:a16="http://schemas.microsoft.com/office/drawing/2014/main" id="{4E4DEDCA-B1D8-2700-95AE-F61F2A5A40E4}"/>
              </a:ext>
            </a:extLst>
          </p:cNvPr>
          <p:cNvSpPr>
            <a:spLocks noGrp="1"/>
          </p:cNvSpPr>
          <p:nvPr>
            <p:ph type="body" sz="quarter" idx="24" hasCustomPrompt="1"/>
          </p:nvPr>
        </p:nvSpPr>
        <p:spPr>
          <a:xfrm>
            <a:off x="7360304" y="2689016"/>
            <a:ext cx="3985947" cy="182881"/>
          </a:xfrm>
          <a:prstGeom prst="rect">
            <a:avLst/>
          </a:prstGeom>
        </p:spPr>
        <p:txBody>
          <a:bodyPr lIns="0" tIns="0" rIns="0" bIns="0"/>
          <a:lstStyle>
            <a:lvl1pPr marL="0" indent="0">
              <a:buFont typeface="Arial" panose="020B0604020202020204" pitchFamily="34" charset="0"/>
              <a:buNone/>
              <a:defRPr sz="1600" b="0" i="0" baseline="0">
                <a:solidFill>
                  <a:schemeClr val="bg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a:t>
            </a:r>
          </a:p>
        </p:txBody>
      </p:sp>
      <p:sp>
        <p:nvSpPr>
          <p:cNvPr id="19" name="Text Placeholder 2">
            <a:extLst>
              <a:ext uri="{FF2B5EF4-FFF2-40B4-BE49-F238E27FC236}">
                <a16:creationId xmlns:a16="http://schemas.microsoft.com/office/drawing/2014/main" id="{DCB8C56B-FD0B-ED99-1F78-93E2F9DB6316}"/>
              </a:ext>
            </a:extLst>
          </p:cNvPr>
          <p:cNvSpPr>
            <a:spLocks noGrp="1"/>
          </p:cNvSpPr>
          <p:nvPr>
            <p:ph type="body" sz="quarter" idx="26" hasCustomPrompt="1"/>
          </p:nvPr>
        </p:nvSpPr>
        <p:spPr>
          <a:xfrm>
            <a:off x="7360304" y="4610989"/>
            <a:ext cx="3985947" cy="182881"/>
          </a:xfrm>
          <a:prstGeom prst="rect">
            <a:avLst/>
          </a:prstGeom>
        </p:spPr>
        <p:txBody>
          <a:bodyPr lIns="0" tIns="0" rIns="0" bIns="0"/>
          <a:lstStyle>
            <a:lvl1pPr marL="0" indent="0">
              <a:buFont typeface="Arial" panose="020B0604020202020204" pitchFamily="34" charset="0"/>
              <a:buNone/>
              <a:defRPr sz="1600" b="0" i="0" baseline="0">
                <a:solidFill>
                  <a:schemeClr val="bg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a:t>
            </a:r>
          </a:p>
        </p:txBody>
      </p:sp>
      <p:sp>
        <p:nvSpPr>
          <p:cNvPr id="21" name="Text Placeholder 2">
            <a:extLst>
              <a:ext uri="{FF2B5EF4-FFF2-40B4-BE49-F238E27FC236}">
                <a16:creationId xmlns:a16="http://schemas.microsoft.com/office/drawing/2014/main" id="{4FF4178D-EA14-1DB3-76F5-F17A2F680081}"/>
              </a:ext>
            </a:extLst>
          </p:cNvPr>
          <p:cNvSpPr>
            <a:spLocks noGrp="1"/>
          </p:cNvSpPr>
          <p:nvPr>
            <p:ph type="body" sz="quarter" idx="15" hasCustomPrompt="1"/>
          </p:nvPr>
        </p:nvSpPr>
        <p:spPr>
          <a:xfrm>
            <a:off x="7360304" y="1190595"/>
            <a:ext cx="3985947"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bg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a:t>
            </a:r>
          </a:p>
          <a:p>
            <a:pPr lvl="0"/>
            <a:endParaRPr lang="en-GB" dirty="0"/>
          </a:p>
        </p:txBody>
      </p:sp>
      <p:sp>
        <p:nvSpPr>
          <p:cNvPr id="22" name="Text Placeholder 2">
            <a:extLst>
              <a:ext uri="{FF2B5EF4-FFF2-40B4-BE49-F238E27FC236}">
                <a16:creationId xmlns:a16="http://schemas.microsoft.com/office/drawing/2014/main" id="{C50465A6-124F-F258-49BE-3472BBC000E1}"/>
              </a:ext>
            </a:extLst>
          </p:cNvPr>
          <p:cNvSpPr>
            <a:spLocks noGrp="1"/>
          </p:cNvSpPr>
          <p:nvPr>
            <p:ph type="body" sz="quarter" idx="28" hasCustomPrompt="1"/>
          </p:nvPr>
        </p:nvSpPr>
        <p:spPr>
          <a:xfrm>
            <a:off x="7360304" y="3112568"/>
            <a:ext cx="3985947"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bg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a:t>
            </a:r>
          </a:p>
          <a:p>
            <a:pPr lvl="0"/>
            <a:endParaRPr lang="en-GB" dirty="0"/>
          </a:p>
        </p:txBody>
      </p:sp>
      <p:sp>
        <p:nvSpPr>
          <p:cNvPr id="23" name="Text Placeholder 2">
            <a:extLst>
              <a:ext uri="{FF2B5EF4-FFF2-40B4-BE49-F238E27FC236}">
                <a16:creationId xmlns:a16="http://schemas.microsoft.com/office/drawing/2014/main" id="{88F04DA7-F805-D415-F2BB-79E89146E2C0}"/>
              </a:ext>
            </a:extLst>
          </p:cNvPr>
          <p:cNvSpPr>
            <a:spLocks noGrp="1"/>
          </p:cNvSpPr>
          <p:nvPr>
            <p:ph type="body" sz="quarter" idx="29" hasCustomPrompt="1"/>
          </p:nvPr>
        </p:nvSpPr>
        <p:spPr>
          <a:xfrm>
            <a:off x="7360304" y="5043187"/>
            <a:ext cx="3985947"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bg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a:t>
            </a:r>
          </a:p>
          <a:p>
            <a:pPr lvl="0"/>
            <a:endParaRPr lang="en-GB" dirty="0"/>
          </a:p>
        </p:txBody>
      </p:sp>
      <p:sp>
        <p:nvSpPr>
          <p:cNvPr id="24" name="Title 1">
            <a:extLst>
              <a:ext uri="{FF2B5EF4-FFF2-40B4-BE49-F238E27FC236}">
                <a16:creationId xmlns:a16="http://schemas.microsoft.com/office/drawing/2014/main" id="{63195051-635B-6257-E964-771DABF5DF3B}"/>
              </a:ext>
            </a:extLst>
          </p:cNvPr>
          <p:cNvSpPr>
            <a:spLocks noGrp="1"/>
          </p:cNvSpPr>
          <p:nvPr>
            <p:ph type="ctrTitle" hasCustomPrompt="1"/>
          </p:nvPr>
        </p:nvSpPr>
        <p:spPr>
          <a:xfrm>
            <a:off x="632125" y="1771876"/>
            <a:ext cx="3489235" cy="443753"/>
          </a:xfrm>
          <a:prstGeom prst="rect">
            <a:avLst/>
          </a:prstGeom>
        </p:spPr>
        <p:txBody>
          <a:bodyPr lIns="0" tIns="0" rIns="0" bIns="0" anchor="b"/>
          <a:lstStyle>
            <a:lvl1pPr marL="0" indent="0" algn="l">
              <a:lnSpc>
                <a:spcPct val="100000"/>
              </a:lnSpc>
              <a:buFont typeface="Arial" panose="020B0604020202020204" pitchFamily="34" charset="0"/>
              <a:buNone/>
              <a:defRPr sz="3200" b="0" i="0" spc="0" baseline="0">
                <a:solidFill>
                  <a:schemeClr val="bg1"/>
                </a:solidFill>
                <a:latin typeface="CiscoSansTT ExtraLight" panose="020B0303020201020303" pitchFamily="34" charset="0"/>
                <a:cs typeface="CiscoSansTT ExtraLight" panose="020B0303020201020303" pitchFamily="34" charset="0"/>
              </a:defRPr>
            </a:lvl1pPr>
          </a:lstStyle>
          <a:p>
            <a:r>
              <a:rPr lang="en-GB" dirty="0"/>
              <a:t>Heading </a:t>
            </a:r>
            <a:endParaRPr lang="en-US" dirty="0"/>
          </a:p>
        </p:txBody>
      </p:sp>
      <p:sp>
        <p:nvSpPr>
          <p:cNvPr id="25" name="Text Placeholder 2">
            <a:extLst>
              <a:ext uri="{FF2B5EF4-FFF2-40B4-BE49-F238E27FC236}">
                <a16:creationId xmlns:a16="http://schemas.microsoft.com/office/drawing/2014/main" id="{D0A8471E-2BBA-AE3D-CE56-68CCA2519DA0}"/>
              </a:ext>
            </a:extLst>
          </p:cNvPr>
          <p:cNvSpPr>
            <a:spLocks noGrp="1"/>
          </p:cNvSpPr>
          <p:nvPr>
            <p:ph type="body" sz="quarter" idx="16" hasCustomPrompt="1"/>
          </p:nvPr>
        </p:nvSpPr>
        <p:spPr>
          <a:xfrm>
            <a:off x="632125" y="2382521"/>
            <a:ext cx="3489235" cy="182881"/>
          </a:xfrm>
          <a:prstGeom prst="rect">
            <a:avLst/>
          </a:prstGeom>
        </p:spPr>
        <p:txBody>
          <a:bodyPr lIns="0" tIns="0" rIns="0" bIns="0"/>
          <a:lstStyle>
            <a:lvl1pPr marL="0" indent="0">
              <a:buFont typeface="Arial" panose="020B0604020202020204" pitchFamily="34" charset="0"/>
              <a:buNone/>
              <a:defRPr sz="16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a:t>
            </a:r>
          </a:p>
        </p:txBody>
      </p:sp>
      <p:sp>
        <p:nvSpPr>
          <p:cNvPr id="26" name="Text Placeholder 2">
            <a:extLst>
              <a:ext uri="{FF2B5EF4-FFF2-40B4-BE49-F238E27FC236}">
                <a16:creationId xmlns:a16="http://schemas.microsoft.com/office/drawing/2014/main" id="{748B7AD2-C316-D1F7-99FE-EF6B9A10F889}"/>
              </a:ext>
            </a:extLst>
          </p:cNvPr>
          <p:cNvSpPr>
            <a:spLocks noGrp="1"/>
          </p:cNvSpPr>
          <p:nvPr>
            <p:ph type="body" sz="quarter" idx="30" hasCustomPrompt="1"/>
          </p:nvPr>
        </p:nvSpPr>
        <p:spPr>
          <a:xfrm>
            <a:off x="632125" y="2813068"/>
            <a:ext cx="3489235"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a:t>
            </a:r>
          </a:p>
          <a:p>
            <a:pPr lvl="0"/>
            <a:endParaRPr lang="en-GB" dirty="0"/>
          </a:p>
        </p:txBody>
      </p:sp>
      <p:sp>
        <p:nvSpPr>
          <p:cNvPr id="28" name="Text Placeholder 2">
            <a:extLst>
              <a:ext uri="{FF2B5EF4-FFF2-40B4-BE49-F238E27FC236}">
                <a16:creationId xmlns:a16="http://schemas.microsoft.com/office/drawing/2014/main" id="{B3D1F05A-245C-2C85-24CE-BAD42CCB0C2A}"/>
              </a:ext>
            </a:extLst>
          </p:cNvPr>
          <p:cNvSpPr>
            <a:spLocks noGrp="1"/>
          </p:cNvSpPr>
          <p:nvPr>
            <p:ph type="body" sz="quarter" idx="14" hasCustomPrompt="1"/>
          </p:nvPr>
        </p:nvSpPr>
        <p:spPr>
          <a:xfrm>
            <a:off x="632127" y="431800"/>
            <a:ext cx="3489235" cy="304800"/>
          </a:xfrm>
          <a:prstGeom prst="rect">
            <a:avLst/>
          </a:prstGeom>
        </p:spPr>
        <p:txBody>
          <a:bodyPr lIns="0" tIns="0" rIns="0" bIns="0"/>
          <a:lstStyle>
            <a:lvl1pPr marL="0" indent="0">
              <a:spcBef>
                <a:spcPts val="0"/>
              </a:spcBef>
              <a:buFont typeface="Arial" panose="020B0604020202020204" pitchFamily="34" charset="0"/>
              <a:buNone/>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Tree>
    <p:extLst>
      <p:ext uri="{BB962C8B-B14F-4D97-AF65-F5344CB8AC3E}">
        <p14:creationId xmlns:p14="http://schemas.microsoft.com/office/powerpoint/2010/main" val="179355846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4" pos="3584">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Image Large Caption">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4A62B9F0-3EE9-0046-B656-7796BE0520F4}"/>
              </a:ext>
            </a:extLst>
          </p:cNvPr>
          <p:cNvSpPr>
            <a:spLocks noGrp="1"/>
          </p:cNvSpPr>
          <p:nvPr>
            <p:ph type="ctrTitle" hasCustomPrompt="1"/>
          </p:nvPr>
        </p:nvSpPr>
        <p:spPr>
          <a:xfrm>
            <a:off x="979707" y="4324906"/>
            <a:ext cx="10232588" cy="1955628"/>
          </a:xfrm>
          <a:prstGeom prst="rect">
            <a:avLst/>
          </a:prstGeom>
        </p:spPr>
        <p:txBody>
          <a:bodyPr anchor="ctr"/>
          <a:lstStyle>
            <a:lvl1pPr marL="0" indent="0" algn="ctr">
              <a:lnSpc>
                <a:spcPct val="100000"/>
              </a:lnSpc>
              <a:buFont typeface="Arial" panose="020B0604020202020204" pitchFamily="34" charset="0"/>
              <a:buNone/>
              <a:defRPr sz="4267" b="0" i="0" spc="0" baseline="0">
                <a:solidFill>
                  <a:schemeClr val="bg1"/>
                </a:solidFill>
                <a:latin typeface="CiscoSansTT ExtraLight" panose="020B0303020201020303" pitchFamily="34" charset="0"/>
                <a:cs typeface="CiscoSansTT ExtraLight" panose="020B0303020201020303" pitchFamily="34" charset="0"/>
              </a:defRPr>
            </a:lvl1pPr>
          </a:lstStyle>
          <a:p>
            <a:r>
              <a:rPr lang="en-GB" dirty="0"/>
              <a:t>Slide copy goes here</a:t>
            </a:r>
            <a:endParaRPr lang="en-US" dirty="0"/>
          </a:p>
        </p:txBody>
      </p:sp>
      <p:sp>
        <p:nvSpPr>
          <p:cNvPr id="6" name="Picture Placeholder 2">
            <a:extLst>
              <a:ext uri="{FF2B5EF4-FFF2-40B4-BE49-F238E27FC236}">
                <a16:creationId xmlns:a16="http://schemas.microsoft.com/office/drawing/2014/main" id="{EF1594EA-D397-6C41-A885-CC4BB73C61CA}"/>
              </a:ext>
            </a:extLst>
          </p:cNvPr>
          <p:cNvSpPr>
            <a:spLocks noGrp="1"/>
          </p:cNvSpPr>
          <p:nvPr>
            <p:ph type="pic" sz="quarter" idx="10" hasCustomPrompt="1"/>
          </p:nvPr>
        </p:nvSpPr>
        <p:spPr>
          <a:xfrm>
            <a:off x="1" y="0"/>
            <a:ext cx="12192000" cy="4324904"/>
          </a:xfrm>
          <a:prstGeom prst="rect">
            <a:avLst/>
          </a:prstGeom>
          <a:solidFill>
            <a:schemeClr val="bg2">
              <a:alpha val="13000"/>
            </a:schemeClr>
          </a:solidFill>
        </p:spPr>
        <p:txBody>
          <a:bodyPr vert="horz" lIns="91420" tIns="45710" rIns="91420" bIns="45710" anchor="ctr"/>
          <a:lstStyle>
            <a:lvl1pPr marL="0" indent="0" algn="ctr">
              <a:buNone/>
              <a:defRPr sz="1333" b="0" i="0" baseline="0">
                <a:solidFill>
                  <a:schemeClr val="tx1"/>
                </a:solidFill>
                <a:latin typeface="CiscoSansTT ExtraLight" panose="020B0303020201020303" pitchFamily="34" charset="0"/>
                <a:cs typeface="CiscoSans ExtraLight"/>
              </a:defRPr>
            </a:lvl1pPr>
          </a:lstStyle>
          <a:p>
            <a:pPr lvl="0"/>
            <a:r>
              <a:rPr lang="en-US" noProof="0" dirty="0"/>
              <a:t>Click to add picture</a:t>
            </a:r>
          </a:p>
        </p:txBody>
      </p:sp>
    </p:spTree>
    <p:extLst>
      <p:ext uri="{BB962C8B-B14F-4D97-AF65-F5344CB8AC3E}">
        <p14:creationId xmlns:p14="http://schemas.microsoft.com/office/powerpoint/2010/main" val="39309949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Sky Image Large Caption">
    <p:bg>
      <p:bgPr>
        <a:solidFill>
          <a:schemeClr val="accent1"/>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4A62B9F0-3EE9-0046-B656-7796BE0520F4}"/>
              </a:ext>
            </a:extLst>
          </p:cNvPr>
          <p:cNvSpPr>
            <a:spLocks noGrp="1"/>
          </p:cNvSpPr>
          <p:nvPr>
            <p:ph type="ctrTitle" hasCustomPrompt="1"/>
          </p:nvPr>
        </p:nvSpPr>
        <p:spPr>
          <a:xfrm>
            <a:off x="979707" y="4324906"/>
            <a:ext cx="10232588" cy="1955628"/>
          </a:xfrm>
          <a:prstGeom prst="rect">
            <a:avLst/>
          </a:prstGeom>
        </p:spPr>
        <p:txBody>
          <a:bodyPr anchor="ctr"/>
          <a:lstStyle>
            <a:lvl1pPr marL="0" indent="0" algn="ctr">
              <a:lnSpc>
                <a:spcPct val="100000"/>
              </a:lnSpc>
              <a:buFont typeface="Arial" panose="020B0604020202020204" pitchFamily="34" charset="0"/>
              <a:buNone/>
              <a:defRPr sz="4267" b="0" i="0" spc="0" baseline="0">
                <a:solidFill>
                  <a:schemeClr val="bg1"/>
                </a:solidFill>
                <a:latin typeface="CiscoSansTT ExtraLight" panose="020B0303020201020303" pitchFamily="34" charset="0"/>
                <a:cs typeface="CiscoSansTT ExtraLight" panose="020B0303020201020303" pitchFamily="34" charset="0"/>
              </a:defRPr>
            </a:lvl1pPr>
          </a:lstStyle>
          <a:p>
            <a:r>
              <a:rPr lang="en-GB" dirty="0"/>
              <a:t>Slide copy goes here</a:t>
            </a:r>
            <a:endParaRPr lang="en-US" dirty="0"/>
          </a:p>
        </p:txBody>
      </p:sp>
      <p:sp>
        <p:nvSpPr>
          <p:cNvPr id="6" name="Picture Placeholder 2">
            <a:extLst>
              <a:ext uri="{FF2B5EF4-FFF2-40B4-BE49-F238E27FC236}">
                <a16:creationId xmlns:a16="http://schemas.microsoft.com/office/drawing/2014/main" id="{EF1594EA-D397-6C41-A885-CC4BB73C61CA}"/>
              </a:ext>
            </a:extLst>
          </p:cNvPr>
          <p:cNvSpPr>
            <a:spLocks noGrp="1"/>
          </p:cNvSpPr>
          <p:nvPr>
            <p:ph type="pic" sz="quarter" idx="10" hasCustomPrompt="1"/>
          </p:nvPr>
        </p:nvSpPr>
        <p:spPr>
          <a:xfrm>
            <a:off x="1" y="0"/>
            <a:ext cx="12192000" cy="4324904"/>
          </a:xfrm>
          <a:prstGeom prst="rect">
            <a:avLst/>
          </a:prstGeom>
          <a:solidFill>
            <a:schemeClr val="bg2">
              <a:alpha val="13000"/>
            </a:schemeClr>
          </a:solidFill>
        </p:spPr>
        <p:txBody>
          <a:bodyPr vert="horz" lIns="91420" tIns="45710" rIns="91420" bIns="45710" anchor="ctr"/>
          <a:lstStyle>
            <a:lvl1pPr marL="0" indent="0" algn="ctr">
              <a:buNone/>
              <a:defRPr sz="1333" b="0" i="0" baseline="0">
                <a:solidFill>
                  <a:schemeClr val="tx1"/>
                </a:solidFill>
                <a:latin typeface="CiscoSansTT ExtraLight" panose="020B0303020201020303" pitchFamily="34" charset="0"/>
                <a:cs typeface="CiscoSans ExtraLight"/>
              </a:defRPr>
            </a:lvl1pPr>
          </a:lstStyle>
          <a:p>
            <a:pPr lvl="0"/>
            <a:r>
              <a:rPr lang="en-US" noProof="0" dirty="0"/>
              <a:t>Click to add picture</a:t>
            </a:r>
          </a:p>
        </p:txBody>
      </p:sp>
    </p:spTree>
    <p:extLst>
      <p:ext uri="{BB962C8B-B14F-4D97-AF65-F5344CB8AC3E}">
        <p14:creationId xmlns:p14="http://schemas.microsoft.com/office/powerpoint/2010/main" val="21965808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Image Full">
    <p:spTree>
      <p:nvGrpSpPr>
        <p:cNvPr id="1" name=""/>
        <p:cNvGrpSpPr/>
        <p:nvPr/>
      </p:nvGrpSpPr>
      <p:grpSpPr>
        <a:xfrm>
          <a:off x="0" y="0"/>
          <a:ext cx="0" cy="0"/>
          <a:chOff x="0" y="0"/>
          <a:chExt cx="0" cy="0"/>
        </a:xfrm>
      </p:grpSpPr>
      <p:sp>
        <p:nvSpPr>
          <p:cNvPr id="8" name="Picture Placeholder 2">
            <a:extLst>
              <a:ext uri="{FF2B5EF4-FFF2-40B4-BE49-F238E27FC236}">
                <a16:creationId xmlns:a16="http://schemas.microsoft.com/office/drawing/2014/main" id="{45C13F8A-9C96-BC4F-A27C-6AF68C9B9A84}"/>
              </a:ext>
            </a:extLst>
          </p:cNvPr>
          <p:cNvSpPr>
            <a:spLocks noGrp="1"/>
          </p:cNvSpPr>
          <p:nvPr>
            <p:ph type="pic" sz="quarter" idx="10" hasCustomPrompt="1"/>
          </p:nvPr>
        </p:nvSpPr>
        <p:spPr>
          <a:xfrm>
            <a:off x="1" y="0"/>
            <a:ext cx="12192000" cy="5992432"/>
          </a:xfrm>
          <a:prstGeom prst="rect">
            <a:avLst/>
          </a:prstGeom>
          <a:solidFill>
            <a:schemeClr val="bg2">
              <a:alpha val="13000"/>
            </a:schemeClr>
          </a:solidFill>
        </p:spPr>
        <p:txBody>
          <a:bodyPr vert="horz" lIns="91420" tIns="45710" rIns="91420" bIns="45710" anchor="ctr"/>
          <a:lstStyle>
            <a:lvl1pPr marL="0" indent="0" algn="ctr">
              <a:buNone/>
              <a:defRPr sz="1333" b="0" i="0" baseline="0">
                <a:solidFill>
                  <a:schemeClr val="tx1"/>
                </a:solidFill>
                <a:latin typeface="CiscoSansTT ExtraLight" panose="020B0303020201020303" pitchFamily="34" charset="0"/>
                <a:cs typeface="CiscoSans ExtraLight"/>
              </a:defRPr>
            </a:lvl1pPr>
          </a:lstStyle>
          <a:p>
            <a:pPr lvl="0"/>
            <a:r>
              <a:rPr lang="en-US" noProof="0" dirty="0"/>
              <a:t>Click to add picture</a:t>
            </a:r>
          </a:p>
        </p:txBody>
      </p:sp>
    </p:spTree>
    <p:extLst>
      <p:ext uri="{BB962C8B-B14F-4D97-AF65-F5344CB8AC3E}">
        <p14:creationId xmlns:p14="http://schemas.microsoft.com/office/powerpoint/2010/main" val="21161065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Sky Image Full">
    <p:bg>
      <p:bgPr>
        <a:solidFill>
          <a:schemeClr val="accent1"/>
        </a:solidFill>
        <a:effectLst/>
      </p:bgPr>
    </p:bg>
    <p:spTree>
      <p:nvGrpSpPr>
        <p:cNvPr id="1" name=""/>
        <p:cNvGrpSpPr/>
        <p:nvPr/>
      </p:nvGrpSpPr>
      <p:grpSpPr>
        <a:xfrm>
          <a:off x="0" y="0"/>
          <a:ext cx="0" cy="0"/>
          <a:chOff x="0" y="0"/>
          <a:chExt cx="0" cy="0"/>
        </a:xfrm>
      </p:grpSpPr>
      <p:sp>
        <p:nvSpPr>
          <p:cNvPr id="8" name="Picture Placeholder 2">
            <a:extLst>
              <a:ext uri="{FF2B5EF4-FFF2-40B4-BE49-F238E27FC236}">
                <a16:creationId xmlns:a16="http://schemas.microsoft.com/office/drawing/2014/main" id="{45C13F8A-9C96-BC4F-A27C-6AF68C9B9A84}"/>
              </a:ext>
            </a:extLst>
          </p:cNvPr>
          <p:cNvSpPr>
            <a:spLocks noGrp="1"/>
          </p:cNvSpPr>
          <p:nvPr>
            <p:ph type="pic" sz="quarter" idx="10" hasCustomPrompt="1"/>
          </p:nvPr>
        </p:nvSpPr>
        <p:spPr>
          <a:xfrm>
            <a:off x="1" y="0"/>
            <a:ext cx="12192000" cy="5992432"/>
          </a:xfrm>
          <a:prstGeom prst="rect">
            <a:avLst/>
          </a:prstGeom>
          <a:solidFill>
            <a:schemeClr val="bg2">
              <a:alpha val="13000"/>
            </a:schemeClr>
          </a:solidFill>
        </p:spPr>
        <p:txBody>
          <a:bodyPr vert="horz" lIns="91420" tIns="45710" rIns="91420" bIns="45710" anchor="ctr"/>
          <a:lstStyle>
            <a:lvl1pPr marL="0" indent="0" algn="ctr">
              <a:buNone/>
              <a:defRPr sz="1333" b="0" i="0" baseline="0">
                <a:solidFill>
                  <a:schemeClr val="tx1"/>
                </a:solidFill>
                <a:latin typeface="CiscoSansTT ExtraLight" panose="020B0303020201020303" pitchFamily="34" charset="0"/>
                <a:cs typeface="CiscoSans ExtraLight"/>
              </a:defRPr>
            </a:lvl1pPr>
          </a:lstStyle>
          <a:p>
            <a:pPr lvl="0"/>
            <a:r>
              <a:rPr lang="en-US" noProof="0" dirty="0"/>
              <a:t>Click to add picture</a:t>
            </a:r>
          </a:p>
        </p:txBody>
      </p:sp>
    </p:spTree>
    <p:extLst>
      <p:ext uri="{BB962C8B-B14F-4D97-AF65-F5344CB8AC3E}">
        <p14:creationId xmlns:p14="http://schemas.microsoft.com/office/powerpoint/2010/main" val="25330345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Half page image caption">
    <p:spTree>
      <p:nvGrpSpPr>
        <p:cNvPr id="1" name=""/>
        <p:cNvGrpSpPr/>
        <p:nvPr/>
      </p:nvGrpSpPr>
      <p:grpSpPr>
        <a:xfrm>
          <a:off x="0" y="0"/>
          <a:ext cx="0" cy="0"/>
          <a:chOff x="0" y="0"/>
          <a:chExt cx="0" cy="0"/>
        </a:xfrm>
      </p:grpSpPr>
      <p:sp>
        <p:nvSpPr>
          <p:cNvPr id="7" name="Picture Placeholder 6"/>
          <p:cNvSpPr>
            <a:spLocks noGrp="1"/>
          </p:cNvSpPr>
          <p:nvPr>
            <p:ph type="pic" sz="quarter" idx="10"/>
          </p:nvPr>
        </p:nvSpPr>
        <p:spPr>
          <a:xfrm>
            <a:off x="6786035" y="431802"/>
            <a:ext cx="5405967" cy="5201356"/>
          </a:xfrm>
          <a:prstGeom prst="rect">
            <a:avLst/>
          </a:prstGeom>
        </p:spPr>
        <p:txBody>
          <a:bodyPr anchor="ctr" anchorCtr="0"/>
          <a:lstStyle>
            <a:lvl1pPr marL="0" indent="0" algn="ctr">
              <a:buNone/>
              <a:defRPr>
                <a:solidFill>
                  <a:schemeClr val="tx1"/>
                </a:solidFill>
              </a:defRPr>
            </a:lvl1pPr>
          </a:lstStyle>
          <a:p>
            <a:r>
              <a:rPr lang="en-US"/>
              <a:t>Click icon to add picture</a:t>
            </a:r>
            <a:endParaRPr lang="en-US" dirty="0"/>
          </a:p>
        </p:txBody>
      </p:sp>
      <p:sp>
        <p:nvSpPr>
          <p:cNvPr id="9" name="Text Placeholder 8"/>
          <p:cNvSpPr>
            <a:spLocks noGrp="1"/>
          </p:cNvSpPr>
          <p:nvPr>
            <p:ph type="body" sz="quarter" idx="11"/>
          </p:nvPr>
        </p:nvSpPr>
        <p:spPr>
          <a:xfrm>
            <a:off x="6786035" y="5893686"/>
            <a:ext cx="4745567" cy="227716"/>
          </a:xfrm>
          <a:prstGeom prst="rect">
            <a:avLst/>
          </a:prstGeom>
        </p:spPr>
        <p:txBody>
          <a:bodyPr lIns="0" tIns="0" rIns="0" bIns="0"/>
          <a:lstStyle>
            <a:lvl1pPr marL="0" indent="0">
              <a:buNone/>
              <a:defRPr sz="1600">
                <a:solidFill>
                  <a:schemeClr val="tx1"/>
                </a:solidFill>
              </a:defRPr>
            </a:lvl1pPr>
          </a:lstStyle>
          <a:p>
            <a:pPr lvl="0"/>
            <a:r>
              <a:rPr lang="en-US"/>
              <a:t>Click to edit Master text styles</a:t>
            </a:r>
          </a:p>
        </p:txBody>
      </p:sp>
      <p:sp>
        <p:nvSpPr>
          <p:cNvPr id="13" name="Title 1">
            <a:extLst>
              <a:ext uri="{FF2B5EF4-FFF2-40B4-BE49-F238E27FC236}">
                <a16:creationId xmlns:a16="http://schemas.microsoft.com/office/drawing/2014/main" id="{ED0CF905-953D-514D-A5C8-5787B32C1E08}"/>
              </a:ext>
            </a:extLst>
          </p:cNvPr>
          <p:cNvSpPr>
            <a:spLocks noGrp="1"/>
          </p:cNvSpPr>
          <p:nvPr>
            <p:ph type="ctrTitle" hasCustomPrompt="1"/>
          </p:nvPr>
        </p:nvSpPr>
        <p:spPr>
          <a:xfrm>
            <a:off x="626048" y="2209802"/>
            <a:ext cx="5451437" cy="1955628"/>
          </a:xfrm>
          <a:prstGeom prst="rect">
            <a:avLst/>
          </a:prstGeom>
        </p:spPr>
        <p:txBody>
          <a:bodyPr lIns="0" tIns="0" rIns="0" bIns="0" anchor="ctr" anchorCtr="0"/>
          <a:lstStyle>
            <a:lvl1pPr marL="0" indent="0" algn="l">
              <a:lnSpc>
                <a:spcPct val="100000"/>
              </a:lnSpc>
              <a:buFont typeface="Arial" panose="020B0604020202020204" pitchFamily="34" charset="0"/>
              <a:buNone/>
              <a:defRPr sz="4267" b="0" i="0" spc="0" baseline="0">
                <a:solidFill>
                  <a:schemeClr val="bg1"/>
                </a:solidFill>
                <a:latin typeface="CiscoSansTT ExtraLight" panose="020B0303020201020303" pitchFamily="34" charset="0"/>
                <a:cs typeface="CiscoSansTT ExtraLight" panose="020B0303020201020303" pitchFamily="34" charset="0"/>
              </a:defRPr>
            </a:lvl1pPr>
          </a:lstStyle>
          <a:p>
            <a:r>
              <a:rPr lang="en-GB" dirty="0"/>
              <a:t>Slide copy should</a:t>
            </a:r>
            <a:br>
              <a:rPr lang="en-GB" dirty="0"/>
            </a:br>
            <a:r>
              <a:rPr lang="en-GB" dirty="0"/>
              <a:t>go here</a:t>
            </a:r>
            <a:endParaRPr lang="en-US" dirty="0"/>
          </a:p>
        </p:txBody>
      </p:sp>
      <p:sp>
        <p:nvSpPr>
          <p:cNvPr id="6" name="Text Placeholder 2">
            <a:extLst>
              <a:ext uri="{FF2B5EF4-FFF2-40B4-BE49-F238E27FC236}">
                <a16:creationId xmlns:a16="http://schemas.microsoft.com/office/drawing/2014/main" id="{1590B87F-2616-792A-8A7A-058FE3E9E649}"/>
              </a:ext>
            </a:extLst>
          </p:cNvPr>
          <p:cNvSpPr>
            <a:spLocks noGrp="1"/>
          </p:cNvSpPr>
          <p:nvPr>
            <p:ph type="body" sz="quarter" idx="14" hasCustomPrompt="1"/>
          </p:nvPr>
        </p:nvSpPr>
        <p:spPr>
          <a:xfrm>
            <a:off x="632127" y="431800"/>
            <a:ext cx="3489235" cy="304800"/>
          </a:xfrm>
          <a:prstGeom prst="rect">
            <a:avLst/>
          </a:prstGeom>
        </p:spPr>
        <p:txBody>
          <a:bodyPr lIns="0" tIns="0" rIns="0" bIns="0"/>
          <a:lstStyle>
            <a:lvl1pPr marL="0" indent="0">
              <a:buFont typeface="Arial" panose="020B0604020202020204" pitchFamily="34" charset="0"/>
              <a:buNone/>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Tree>
    <p:extLst>
      <p:ext uri="{BB962C8B-B14F-4D97-AF65-F5344CB8AC3E}">
        <p14:creationId xmlns:p14="http://schemas.microsoft.com/office/powerpoint/2010/main" val="153713825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7" pos="4275">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Sky Half page image caption">
    <p:bg>
      <p:bgPr>
        <a:solidFill>
          <a:schemeClr val="accent1"/>
        </a:solidFill>
        <a:effectLst/>
      </p:bgPr>
    </p:bg>
    <p:spTree>
      <p:nvGrpSpPr>
        <p:cNvPr id="1" name=""/>
        <p:cNvGrpSpPr/>
        <p:nvPr/>
      </p:nvGrpSpPr>
      <p:grpSpPr>
        <a:xfrm>
          <a:off x="0" y="0"/>
          <a:ext cx="0" cy="0"/>
          <a:chOff x="0" y="0"/>
          <a:chExt cx="0" cy="0"/>
        </a:xfrm>
      </p:grpSpPr>
      <p:sp>
        <p:nvSpPr>
          <p:cNvPr id="7" name="Picture Placeholder 6"/>
          <p:cNvSpPr>
            <a:spLocks noGrp="1"/>
          </p:cNvSpPr>
          <p:nvPr>
            <p:ph type="pic" sz="quarter" idx="10"/>
          </p:nvPr>
        </p:nvSpPr>
        <p:spPr>
          <a:xfrm>
            <a:off x="6786035" y="431802"/>
            <a:ext cx="5405967" cy="5201356"/>
          </a:xfrm>
          <a:prstGeom prst="rect">
            <a:avLst/>
          </a:prstGeom>
        </p:spPr>
        <p:txBody>
          <a:bodyPr anchor="ctr" anchorCtr="0"/>
          <a:lstStyle>
            <a:lvl1pPr marL="0" indent="0" algn="ctr">
              <a:buNone/>
              <a:defRPr>
                <a:solidFill>
                  <a:schemeClr val="tx1"/>
                </a:solidFill>
              </a:defRPr>
            </a:lvl1pPr>
          </a:lstStyle>
          <a:p>
            <a:r>
              <a:rPr lang="en-US"/>
              <a:t>Click icon to add picture</a:t>
            </a:r>
            <a:endParaRPr lang="en-US" dirty="0"/>
          </a:p>
        </p:txBody>
      </p:sp>
      <p:sp>
        <p:nvSpPr>
          <p:cNvPr id="9" name="Text Placeholder 8"/>
          <p:cNvSpPr>
            <a:spLocks noGrp="1"/>
          </p:cNvSpPr>
          <p:nvPr>
            <p:ph type="body" sz="quarter" idx="11"/>
          </p:nvPr>
        </p:nvSpPr>
        <p:spPr>
          <a:xfrm>
            <a:off x="6786035" y="5893686"/>
            <a:ext cx="4745567" cy="227716"/>
          </a:xfrm>
          <a:prstGeom prst="rect">
            <a:avLst/>
          </a:prstGeom>
        </p:spPr>
        <p:txBody>
          <a:bodyPr lIns="0" tIns="0" rIns="0" bIns="0"/>
          <a:lstStyle>
            <a:lvl1pPr marL="0" indent="0">
              <a:buNone/>
              <a:defRPr sz="1600">
                <a:solidFill>
                  <a:schemeClr val="bg1"/>
                </a:solidFill>
              </a:defRPr>
            </a:lvl1pPr>
          </a:lstStyle>
          <a:p>
            <a:pPr lvl="0"/>
            <a:r>
              <a:rPr lang="en-US"/>
              <a:t>Click to edit Master text styles</a:t>
            </a:r>
          </a:p>
        </p:txBody>
      </p:sp>
      <p:sp>
        <p:nvSpPr>
          <p:cNvPr id="13" name="Title 1">
            <a:extLst>
              <a:ext uri="{FF2B5EF4-FFF2-40B4-BE49-F238E27FC236}">
                <a16:creationId xmlns:a16="http://schemas.microsoft.com/office/drawing/2014/main" id="{ED0CF905-953D-514D-A5C8-5787B32C1E08}"/>
              </a:ext>
            </a:extLst>
          </p:cNvPr>
          <p:cNvSpPr>
            <a:spLocks noGrp="1"/>
          </p:cNvSpPr>
          <p:nvPr>
            <p:ph type="ctrTitle" hasCustomPrompt="1"/>
          </p:nvPr>
        </p:nvSpPr>
        <p:spPr>
          <a:xfrm>
            <a:off x="626048" y="2209802"/>
            <a:ext cx="5451437" cy="1955628"/>
          </a:xfrm>
          <a:prstGeom prst="rect">
            <a:avLst/>
          </a:prstGeom>
        </p:spPr>
        <p:txBody>
          <a:bodyPr lIns="0" tIns="0" rIns="0" bIns="0" anchor="ctr" anchorCtr="0"/>
          <a:lstStyle>
            <a:lvl1pPr marL="0" indent="0" algn="l">
              <a:lnSpc>
                <a:spcPct val="100000"/>
              </a:lnSpc>
              <a:buFont typeface="Arial" panose="020B0604020202020204" pitchFamily="34" charset="0"/>
              <a:buNone/>
              <a:defRPr sz="4267" b="0" i="0" spc="0" baseline="0">
                <a:solidFill>
                  <a:schemeClr val="bg1"/>
                </a:solidFill>
                <a:latin typeface="CiscoSansTT ExtraLight" panose="020B0303020201020303" pitchFamily="34" charset="0"/>
                <a:cs typeface="CiscoSansTT ExtraLight" panose="020B0303020201020303" pitchFamily="34" charset="0"/>
              </a:defRPr>
            </a:lvl1pPr>
          </a:lstStyle>
          <a:p>
            <a:r>
              <a:rPr lang="en-GB" dirty="0"/>
              <a:t>Slide copy should</a:t>
            </a:r>
            <a:br>
              <a:rPr lang="en-GB" dirty="0"/>
            </a:br>
            <a:r>
              <a:rPr lang="en-GB" dirty="0"/>
              <a:t>go here</a:t>
            </a:r>
            <a:endParaRPr lang="en-US" dirty="0"/>
          </a:p>
        </p:txBody>
      </p:sp>
      <p:sp>
        <p:nvSpPr>
          <p:cNvPr id="6" name="Text Placeholder 2">
            <a:extLst>
              <a:ext uri="{FF2B5EF4-FFF2-40B4-BE49-F238E27FC236}">
                <a16:creationId xmlns:a16="http://schemas.microsoft.com/office/drawing/2014/main" id="{1590B87F-2616-792A-8A7A-058FE3E9E649}"/>
              </a:ext>
            </a:extLst>
          </p:cNvPr>
          <p:cNvSpPr>
            <a:spLocks noGrp="1"/>
          </p:cNvSpPr>
          <p:nvPr>
            <p:ph type="body" sz="quarter" idx="14" hasCustomPrompt="1"/>
          </p:nvPr>
        </p:nvSpPr>
        <p:spPr>
          <a:xfrm>
            <a:off x="632127" y="431800"/>
            <a:ext cx="3489235" cy="304800"/>
          </a:xfrm>
          <a:prstGeom prst="rect">
            <a:avLst/>
          </a:prstGeom>
        </p:spPr>
        <p:txBody>
          <a:bodyPr lIns="0" tIns="0" rIns="0" bIns="0"/>
          <a:lstStyle>
            <a:lvl1pPr marL="0" indent="0">
              <a:buFont typeface="Arial" panose="020B0604020202020204" pitchFamily="34" charset="0"/>
              <a:buNone/>
              <a:defRPr sz="1300" b="0" i="0" baseline="0">
                <a:solidFill>
                  <a:schemeClr val="bg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Tree>
    <p:extLst>
      <p:ext uri="{BB962C8B-B14F-4D97-AF65-F5344CB8AC3E}">
        <p14:creationId xmlns:p14="http://schemas.microsoft.com/office/powerpoint/2010/main" val="93338659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7" pos="4275">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Half page image">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64A223E-4FAB-424A-BE75-6FA1B39C4DB5}"/>
              </a:ext>
            </a:extLst>
          </p:cNvPr>
          <p:cNvSpPr>
            <a:spLocks noGrp="1"/>
          </p:cNvSpPr>
          <p:nvPr>
            <p:ph type="ctrTitle" hasCustomPrompt="1"/>
          </p:nvPr>
        </p:nvSpPr>
        <p:spPr>
          <a:xfrm>
            <a:off x="626050" y="2209802"/>
            <a:ext cx="5025988" cy="1955628"/>
          </a:xfrm>
          <a:prstGeom prst="rect">
            <a:avLst/>
          </a:prstGeom>
        </p:spPr>
        <p:txBody>
          <a:bodyPr lIns="0" tIns="0" rIns="0" bIns="0" anchor="ctr" anchorCtr="0"/>
          <a:lstStyle>
            <a:lvl1pPr marL="0" indent="0" algn="l">
              <a:lnSpc>
                <a:spcPct val="100000"/>
              </a:lnSpc>
              <a:buFont typeface="Arial" panose="020B0604020202020204" pitchFamily="34" charset="0"/>
              <a:buNone/>
              <a:defRPr sz="4267" b="0" i="0" spc="0" baseline="0">
                <a:solidFill>
                  <a:schemeClr val="bg1"/>
                </a:solidFill>
                <a:latin typeface="CiscoSansTT ExtraLight" panose="020B0303020201020303" pitchFamily="34" charset="0"/>
                <a:cs typeface="CiscoSansTT ExtraLight" panose="020B0303020201020303" pitchFamily="34" charset="0"/>
              </a:defRPr>
            </a:lvl1pPr>
          </a:lstStyle>
          <a:p>
            <a:r>
              <a:rPr lang="en-GB" dirty="0"/>
              <a:t>Slide copy should</a:t>
            </a:r>
            <a:br>
              <a:rPr lang="en-GB" dirty="0"/>
            </a:br>
            <a:r>
              <a:rPr lang="en-GB" dirty="0"/>
              <a:t>go here</a:t>
            </a:r>
            <a:endParaRPr lang="en-US" dirty="0"/>
          </a:p>
        </p:txBody>
      </p:sp>
      <p:sp>
        <p:nvSpPr>
          <p:cNvPr id="10" name="Picture Placeholder 6">
            <a:extLst>
              <a:ext uri="{FF2B5EF4-FFF2-40B4-BE49-F238E27FC236}">
                <a16:creationId xmlns:a16="http://schemas.microsoft.com/office/drawing/2014/main" id="{2C94DA5F-CCF7-A048-8A5D-EE8276E9014F}"/>
              </a:ext>
            </a:extLst>
          </p:cNvPr>
          <p:cNvSpPr>
            <a:spLocks noGrp="1"/>
          </p:cNvSpPr>
          <p:nvPr>
            <p:ph type="pic" sz="quarter" idx="10"/>
          </p:nvPr>
        </p:nvSpPr>
        <p:spPr>
          <a:xfrm>
            <a:off x="6096003" y="431800"/>
            <a:ext cx="6096000" cy="6045200"/>
          </a:xfrm>
          <a:prstGeom prst="rect">
            <a:avLst/>
          </a:prstGeom>
        </p:spPr>
        <p:txBody>
          <a:bodyPr anchor="ctr" anchorCtr="0"/>
          <a:lstStyle>
            <a:lvl1pPr marL="0" indent="0" algn="ctr">
              <a:buNone/>
              <a:defRPr>
                <a:solidFill>
                  <a:schemeClr val="tx1"/>
                </a:solidFill>
              </a:defRPr>
            </a:lvl1pPr>
          </a:lstStyle>
          <a:p>
            <a:r>
              <a:rPr lang="en-US"/>
              <a:t>Click icon to add picture</a:t>
            </a:r>
            <a:endParaRPr lang="en-US" dirty="0"/>
          </a:p>
        </p:txBody>
      </p:sp>
      <p:sp>
        <p:nvSpPr>
          <p:cNvPr id="6" name="Text Placeholder 2">
            <a:extLst>
              <a:ext uri="{FF2B5EF4-FFF2-40B4-BE49-F238E27FC236}">
                <a16:creationId xmlns:a16="http://schemas.microsoft.com/office/drawing/2014/main" id="{9160C303-0E0A-0956-D717-7DF1839453EA}"/>
              </a:ext>
            </a:extLst>
          </p:cNvPr>
          <p:cNvSpPr>
            <a:spLocks noGrp="1"/>
          </p:cNvSpPr>
          <p:nvPr>
            <p:ph type="body" sz="quarter" idx="14" hasCustomPrompt="1"/>
          </p:nvPr>
        </p:nvSpPr>
        <p:spPr>
          <a:xfrm>
            <a:off x="632127" y="431800"/>
            <a:ext cx="3489235" cy="304800"/>
          </a:xfrm>
          <a:prstGeom prst="rect">
            <a:avLst/>
          </a:prstGeom>
        </p:spPr>
        <p:txBody>
          <a:bodyPr lIns="0" tIns="0" rIns="0" bIns="0"/>
          <a:lstStyle>
            <a:lvl1pPr marL="0" indent="0">
              <a:buFont typeface="Arial" panose="020B0604020202020204" pitchFamily="34" charset="0"/>
              <a:buNone/>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Tree>
    <p:extLst>
      <p:ext uri="{BB962C8B-B14F-4D97-AF65-F5344CB8AC3E}">
        <p14:creationId xmlns:p14="http://schemas.microsoft.com/office/powerpoint/2010/main" val="374838842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4" pos="3567">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Sky Half page image">
    <p:bg>
      <p:bgPr>
        <a:solidFill>
          <a:schemeClr val="accent1"/>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64A223E-4FAB-424A-BE75-6FA1B39C4DB5}"/>
              </a:ext>
            </a:extLst>
          </p:cNvPr>
          <p:cNvSpPr>
            <a:spLocks noGrp="1"/>
          </p:cNvSpPr>
          <p:nvPr>
            <p:ph type="ctrTitle" hasCustomPrompt="1"/>
          </p:nvPr>
        </p:nvSpPr>
        <p:spPr>
          <a:xfrm>
            <a:off x="626050" y="2209802"/>
            <a:ext cx="5025988" cy="1955628"/>
          </a:xfrm>
          <a:prstGeom prst="rect">
            <a:avLst/>
          </a:prstGeom>
        </p:spPr>
        <p:txBody>
          <a:bodyPr lIns="0" tIns="0" rIns="0" bIns="0" anchor="ctr" anchorCtr="0"/>
          <a:lstStyle>
            <a:lvl1pPr marL="0" indent="0" algn="l">
              <a:lnSpc>
                <a:spcPct val="100000"/>
              </a:lnSpc>
              <a:buFont typeface="Arial" panose="020B0604020202020204" pitchFamily="34" charset="0"/>
              <a:buNone/>
              <a:defRPr sz="4267" b="0" i="0" spc="0" baseline="0">
                <a:solidFill>
                  <a:schemeClr val="bg1"/>
                </a:solidFill>
                <a:latin typeface="CiscoSansTT ExtraLight" panose="020B0303020201020303" pitchFamily="34" charset="0"/>
                <a:cs typeface="CiscoSansTT ExtraLight" panose="020B0303020201020303" pitchFamily="34" charset="0"/>
              </a:defRPr>
            </a:lvl1pPr>
          </a:lstStyle>
          <a:p>
            <a:r>
              <a:rPr lang="en-GB" dirty="0"/>
              <a:t>Slide copy should</a:t>
            </a:r>
            <a:br>
              <a:rPr lang="en-GB" dirty="0"/>
            </a:br>
            <a:r>
              <a:rPr lang="en-GB" dirty="0"/>
              <a:t>go here</a:t>
            </a:r>
            <a:endParaRPr lang="en-US" dirty="0"/>
          </a:p>
        </p:txBody>
      </p:sp>
      <p:sp>
        <p:nvSpPr>
          <p:cNvPr id="10" name="Picture Placeholder 6">
            <a:extLst>
              <a:ext uri="{FF2B5EF4-FFF2-40B4-BE49-F238E27FC236}">
                <a16:creationId xmlns:a16="http://schemas.microsoft.com/office/drawing/2014/main" id="{2C94DA5F-CCF7-A048-8A5D-EE8276E9014F}"/>
              </a:ext>
            </a:extLst>
          </p:cNvPr>
          <p:cNvSpPr>
            <a:spLocks noGrp="1"/>
          </p:cNvSpPr>
          <p:nvPr>
            <p:ph type="pic" sz="quarter" idx="10"/>
          </p:nvPr>
        </p:nvSpPr>
        <p:spPr>
          <a:xfrm>
            <a:off x="6096003" y="431800"/>
            <a:ext cx="6096000" cy="6045200"/>
          </a:xfrm>
          <a:prstGeom prst="rect">
            <a:avLst/>
          </a:prstGeom>
        </p:spPr>
        <p:txBody>
          <a:bodyPr anchor="ctr" anchorCtr="0"/>
          <a:lstStyle>
            <a:lvl1pPr marL="0" indent="0" algn="ctr">
              <a:buNone/>
              <a:defRPr>
                <a:solidFill>
                  <a:schemeClr val="bg1"/>
                </a:solidFill>
              </a:defRPr>
            </a:lvl1pPr>
          </a:lstStyle>
          <a:p>
            <a:r>
              <a:rPr lang="en-US"/>
              <a:t>Click icon to add picture</a:t>
            </a:r>
            <a:endParaRPr lang="en-US" dirty="0"/>
          </a:p>
        </p:txBody>
      </p:sp>
      <p:sp>
        <p:nvSpPr>
          <p:cNvPr id="6" name="Text Placeholder 2">
            <a:extLst>
              <a:ext uri="{FF2B5EF4-FFF2-40B4-BE49-F238E27FC236}">
                <a16:creationId xmlns:a16="http://schemas.microsoft.com/office/drawing/2014/main" id="{9160C303-0E0A-0956-D717-7DF1839453EA}"/>
              </a:ext>
            </a:extLst>
          </p:cNvPr>
          <p:cNvSpPr>
            <a:spLocks noGrp="1"/>
          </p:cNvSpPr>
          <p:nvPr>
            <p:ph type="body" sz="quarter" idx="14" hasCustomPrompt="1"/>
          </p:nvPr>
        </p:nvSpPr>
        <p:spPr>
          <a:xfrm>
            <a:off x="632127" y="431800"/>
            <a:ext cx="3489235" cy="304800"/>
          </a:xfrm>
          <a:prstGeom prst="rect">
            <a:avLst/>
          </a:prstGeom>
        </p:spPr>
        <p:txBody>
          <a:bodyPr lIns="0" tIns="0" rIns="0" bIns="0"/>
          <a:lstStyle>
            <a:lvl1pPr marL="0" indent="0">
              <a:buFont typeface="Arial" panose="020B0604020202020204" pitchFamily="34" charset="0"/>
              <a:buNone/>
              <a:defRPr sz="1300" b="0" i="0" baseline="0">
                <a:solidFill>
                  <a:schemeClr val="bg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Tree>
    <p:extLst>
      <p:ext uri="{BB962C8B-B14F-4D97-AF65-F5344CB8AC3E}">
        <p14:creationId xmlns:p14="http://schemas.microsoft.com/office/powerpoint/2010/main" val="382835430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4" pos="3567">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Half page image text">
    <p:spTree>
      <p:nvGrpSpPr>
        <p:cNvPr id="1" name=""/>
        <p:cNvGrpSpPr/>
        <p:nvPr/>
      </p:nvGrpSpPr>
      <p:grpSpPr>
        <a:xfrm>
          <a:off x="0" y="0"/>
          <a:ext cx="0" cy="0"/>
          <a:chOff x="0" y="0"/>
          <a:chExt cx="0" cy="0"/>
        </a:xfrm>
      </p:grpSpPr>
      <p:sp>
        <p:nvSpPr>
          <p:cNvPr id="10" name="Picture Placeholder 6">
            <a:extLst>
              <a:ext uri="{FF2B5EF4-FFF2-40B4-BE49-F238E27FC236}">
                <a16:creationId xmlns:a16="http://schemas.microsoft.com/office/drawing/2014/main" id="{2C94DA5F-CCF7-A048-8A5D-EE8276E9014F}"/>
              </a:ext>
            </a:extLst>
          </p:cNvPr>
          <p:cNvSpPr>
            <a:spLocks noGrp="1"/>
          </p:cNvSpPr>
          <p:nvPr>
            <p:ph type="pic" sz="quarter" idx="10"/>
          </p:nvPr>
        </p:nvSpPr>
        <p:spPr>
          <a:xfrm>
            <a:off x="6087535" y="431800"/>
            <a:ext cx="6104467" cy="6045200"/>
          </a:xfrm>
          <a:prstGeom prst="rect">
            <a:avLst/>
          </a:prstGeom>
        </p:spPr>
        <p:txBody>
          <a:bodyPr anchor="ctr" anchorCtr="0"/>
          <a:lstStyle>
            <a:lvl1pPr marL="0" indent="0" algn="ctr">
              <a:buNone/>
              <a:defRPr>
                <a:solidFill>
                  <a:schemeClr val="tx1"/>
                </a:solidFill>
              </a:defRPr>
            </a:lvl1pPr>
          </a:lstStyle>
          <a:p>
            <a:r>
              <a:rPr lang="en-US"/>
              <a:t>Click icon to add picture</a:t>
            </a:r>
            <a:endParaRPr lang="en-US" dirty="0"/>
          </a:p>
        </p:txBody>
      </p:sp>
      <p:sp>
        <p:nvSpPr>
          <p:cNvPr id="11" name="Title 1">
            <a:extLst>
              <a:ext uri="{FF2B5EF4-FFF2-40B4-BE49-F238E27FC236}">
                <a16:creationId xmlns:a16="http://schemas.microsoft.com/office/drawing/2014/main" id="{421E50EE-B08A-1619-635E-A2F7D64943D1}"/>
              </a:ext>
            </a:extLst>
          </p:cNvPr>
          <p:cNvSpPr>
            <a:spLocks noGrp="1"/>
          </p:cNvSpPr>
          <p:nvPr>
            <p:ph type="ctrTitle" hasCustomPrompt="1"/>
          </p:nvPr>
        </p:nvSpPr>
        <p:spPr>
          <a:xfrm>
            <a:off x="632125" y="1760885"/>
            <a:ext cx="3489235" cy="443753"/>
          </a:xfrm>
          <a:prstGeom prst="rect">
            <a:avLst/>
          </a:prstGeom>
        </p:spPr>
        <p:txBody>
          <a:bodyPr lIns="0" tIns="0" rIns="0" bIns="0" anchor="b"/>
          <a:lstStyle>
            <a:lvl1pPr marL="0" indent="0" algn="l">
              <a:lnSpc>
                <a:spcPct val="100000"/>
              </a:lnSpc>
              <a:buFont typeface="Arial" panose="020B0604020202020204" pitchFamily="34" charset="0"/>
              <a:buNone/>
              <a:defRPr sz="3200" b="0" i="0" spc="0" baseline="0">
                <a:solidFill>
                  <a:schemeClr val="bg1"/>
                </a:solidFill>
                <a:latin typeface="CiscoSansTT ExtraLight" panose="020B0303020201020303" pitchFamily="34" charset="0"/>
                <a:cs typeface="CiscoSansTT ExtraLight" panose="020B0303020201020303" pitchFamily="34" charset="0"/>
              </a:defRPr>
            </a:lvl1pPr>
          </a:lstStyle>
          <a:p>
            <a:r>
              <a:rPr lang="en-GB" dirty="0"/>
              <a:t>Heading </a:t>
            </a:r>
            <a:endParaRPr lang="en-US" dirty="0"/>
          </a:p>
        </p:txBody>
      </p:sp>
      <p:sp>
        <p:nvSpPr>
          <p:cNvPr id="12" name="Text Placeholder 2">
            <a:extLst>
              <a:ext uri="{FF2B5EF4-FFF2-40B4-BE49-F238E27FC236}">
                <a16:creationId xmlns:a16="http://schemas.microsoft.com/office/drawing/2014/main" id="{A9C9E047-3B79-01FB-2668-552BA3E030C5}"/>
              </a:ext>
            </a:extLst>
          </p:cNvPr>
          <p:cNvSpPr>
            <a:spLocks noGrp="1"/>
          </p:cNvSpPr>
          <p:nvPr>
            <p:ph type="body" sz="quarter" idx="16" hasCustomPrompt="1"/>
          </p:nvPr>
        </p:nvSpPr>
        <p:spPr>
          <a:xfrm>
            <a:off x="632125" y="2372473"/>
            <a:ext cx="3489235" cy="182881"/>
          </a:xfrm>
          <a:prstGeom prst="rect">
            <a:avLst/>
          </a:prstGeom>
        </p:spPr>
        <p:txBody>
          <a:bodyPr lIns="0" tIns="0" rIns="0" bIns="0"/>
          <a:lstStyle>
            <a:lvl1pPr marL="0" indent="0">
              <a:buFont typeface="Arial" panose="020B0604020202020204" pitchFamily="34" charset="0"/>
              <a:buNone/>
              <a:defRPr sz="16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a:t>
            </a:r>
          </a:p>
        </p:txBody>
      </p:sp>
      <p:sp>
        <p:nvSpPr>
          <p:cNvPr id="13" name="Text Placeholder 2">
            <a:extLst>
              <a:ext uri="{FF2B5EF4-FFF2-40B4-BE49-F238E27FC236}">
                <a16:creationId xmlns:a16="http://schemas.microsoft.com/office/drawing/2014/main" id="{59B16207-AF3E-950B-D412-7CB2B8BB687D}"/>
              </a:ext>
            </a:extLst>
          </p:cNvPr>
          <p:cNvSpPr>
            <a:spLocks noGrp="1"/>
          </p:cNvSpPr>
          <p:nvPr>
            <p:ph type="body" sz="quarter" idx="30" hasCustomPrompt="1"/>
          </p:nvPr>
        </p:nvSpPr>
        <p:spPr>
          <a:xfrm>
            <a:off x="632125" y="2803020"/>
            <a:ext cx="3489235"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a:t>
            </a:r>
          </a:p>
          <a:p>
            <a:pPr lvl="0"/>
            <a:endParaRPr lang="en-GB" dirty="0"/>
          </a:p>
        </p:txBody>
      </p:sp>
      <p:sp>
        <p:nvSpPr>
          <p:cNvPr id="14" name="Text Placeholder 2">
            <a:extLst>
              <a:ext uri="{FF2B5EF4-FFF2-40B4-BE49-F238E27FC236}">
                <a16:creationId xmlns:a16="http://schemas.microsoft.com/office/drawing/2014/main" id="{39E0DAAB-B12B-D73A-BFD5-E3645B1EFF04}"/>
              </a:ext>
            </a:extLst>
          </p:cNvPr>
          <p:cNvSpPr>
            <a:spLocks noGrp="1"/>
          </p:cNvSpPr>
          <p:nvPr>
            <p:ph type="body" sz="quarter" idx="14" hasCustomPrompt="1"/>
          </p:nvPr>
        </p:nvSpPr>
        <p:spPr>
          <a:xfrm>
            <a:off x="632127" y="431800"/>
            <a:ext cx="3489235" cy="304800"/>
          </a:xfrm>
          <a:prstGeom prst="rect">
            <a:avLst/>
          </a:prstGeom>
        </p:spPr>
        <p:txBody>
          <a:bodyPr lIns="0" tIns="0" rIns="0" bIns="0"/>
          <a:lstStyle>
            <a:lvl1pPr marL="0" indent="0">
              <a:buFont typeface="Arial" panose="020B0604020202020204" pitchFamily="34" charset="0"/>
              <a:buNone/>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
        <p:nvSpPr>
          <p:cNvPr id="21" name="Text Placeholder 2">
            <a:extLst>
              <a:ext uri="{FF2B5EF4-FFF2-40B4-BE49-F238E27FC236}">
                <a16:creationId xmlns:a16="http://schemas.microsoft.com/office/drawing/2014/main" id="{D575CD87-CAFE-A05B-6B97-0E87969006E4}"/>
              </a:ext>
            </a:extLst>
          </p:cNvPr>
          <p:cNvSpPr>
            <a:spLocks noGrp="1"/>
          </p:cNvSpPr>
          <p:nvPr>
            <p:ph type="body" sz="quarter" idx="33" hasCustomPrompt="1"/>
          </p:nvPr>
        </p:nvSpPr>
        <p:spPr>
          <a:xfrm>
            <a:off x="632125" y="4216904"/>
            <a:ext cx="3489235" cy="182881"/>
          </a:xfrm>
          <a:prstGeom prst="rect">
            <a:avLst/>
          </a:prstGeom>
        </p:spPr>
        <p:txBody>
          <a:bodyPr lIns="0" tIns="0" rIns="0" bIns="0"/>
          <a:lstStyle>
            <a:lvl1pPr marL="0" indent="0">
              <a:buFont typeface="Arial" panose="020B0604020202020204" pitchFamily="34" charset="0"/>
              <a:buNone/>
              <a:defRPr sz="16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a:t>
            </a:r>
          </a:p>
        </p:txBody>
      </p:sp>
      <p:sp>
        <p:nvSpPr>
          <p:cNvPr id="22" name="Text Placeholder 2">
            <a:extLst>
              <a:ext uri="{FF2B5EF4-FFF2-40B4-BE49-F238E27FC236}">
                <a16:creationId xmlns:a16="http://schemas.microsoft.com/office/drawing/2014/main" id="{A9674B6B-6A39-1F78-81F7-17B4220675D4}"/>
              </a:ext>
            </a:extLst>
          </p:cNvPr>
          <p:cNvSpPr>
            <a:spLocks noGrp="1"/>
          </p:cNvSpPr>
          <p:nvPr>
            <p:ph type="body" sz="quarter" idx="34" hasCustomPrompt="1"/>
          </p:nvPr>
        </p:nvSpPr>
        <p:spPr>
          <a:xfrm>
            <a:off x="632125" y="4647451"/>
            <a:ext cx="3489235"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a:t>
            </a:r>
          </a:p>
          <a:p>
            <a:pPr lvl="0"/>
            <a:endParaRPr lang="en-GB" dirty="0"/>
          </a:p>
        </p:txBody>
      </p:sp>
    </p:spTree>
    <p:extLst>
      <p:ext uri="{BB962C8B-B14F-4D97-AF65-F5344CB8AC3E}">
        <p14:creationId xmlns:p14="http://schemas.microsoft.com/office/powerpoint/2010/main" val="137449795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4" pos="3567">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cSld name="Half page image text icons">
    <p:spTree>
      <p:nvGrpSpPr>
        <p:cNvPr id="1" name=""/>
        <p:cNvGrpSpPr/>
        <p:nvPr/>
      </p:nvGrpSpPr>
      <p:grpSpPr>
        <a:xfrm>
          <a:off x="0" y="0"/>
          <a:ext cx="0" cy="0"/>
          <a:chOff x="0" y="0"/>
          <a:chExt cx="0" cy="0"/>
        </a:xfrm>
      </p:grpSpPr>
      <p:sp>
        <p:nvSpPr>
          <p:cNvPr id="10" name="Picture Placeholder 6">
            <a:extLst>
              <a:ext uri="{FF2B5EF4-FFF2-40B4-BE49-F238E27FC236}">
                <a16:creationId xmlns:a16="http://schemas.microsoft.com/office/drawing/2014/main" id="{2C94DA5F-CCF7-A048-8A5D-EE8276E9014F}"/>
              </a:ext>
            </a:extLst>
          </p:cNvPr>
          <p:cNvSpPr>
            <a:spLocks noGrp="1"/>
          </p:cNvSpPr>
          <p:nvPr>
            <p:ph type="pic" sz="quarter" idx="10"/>
          </p:nvPr>
        </p:nvSpPr>
        <p:spPr>
          <a:xfrm>
            <a:off x="6087535" y="431800"/>
            <a:ext cx="6104467" cy="6045200"/>
          </a:xfrm>
          <a:prstGeom prst="rect">
            <a:avLst/>
          </a:prstGeom>
        </p:spPr>
        <p:txBody>
          <a:bodyPr anchor="ctr" anchorCtr="0"/>
          <a:lstStyle>
            <a:lvl1pPr marL="0" indent="0" algn="ctr">
              <a:buNone/>
              <a:defRPr>
                <a:solidFill>
                  <a:schemeClr val="tx1"/>
                </a:solidFill>
              </a:defRPr>
            </a:lvl1pPr>
          </a:lstStyle>
          <a:p>
            <a:r>
              <a:rPr lang="en-US"/>
              <a:t>Click icon to add picture</a:t>
            </a:r>
            <a:endParaRPr lang="en-US" dirty="0"/>
          </a:p>
        </p:txBody>
      </p:sp>
      <p:sp>
        <p:nvSpPr>
          <p:cNvPr id="9" name="Title 1">
            <a:extLst>
              <a:ext uri="{FF2B5EF4-FFF2-40B4-BE49-F238E27FC236}">
                <a16:creationId xmlns:a16="http://schemas.microsoft.com/office/drawing/2014/main" id="{453354D0-16E5-6249-964F-2F9A7EBF7C36}"/>
              </a:ext>
            </a:extLst>
          </p:cNvPr>
          <p:cNvSpPr>
            <a:spLocks noGrp="1"/>
          </p:cNvSpPr>
          <p:nvPr>
            <p:ph type="ctrTitle" hasCustomPrompt="1"/>
          </p:nvPr>
        </p:nvSpPr>
        <p:spPr>
          <a:xfrm>
            <a:off x="1727148" y="1766048"/>
            <a:ext cx="3489235" cy="443753"/>
          </a:xfrm>
          <a:prstGeom prst="rect">
            <a:avLst/>
          </a:prstGeom>
        </p:spPr>
        <p:txBody>
          <a:bodyPr lIns="0" tIns="0" rIns="0" bIns="0" anchor="b"/>
          <a:lstStyle>
            <a:lvl1pPr marL="0" indent="0" algn="l">
              <a:lnSpc>
                <a:spcPct val="100000"/>
              </a:lnSpc>
              <a:buFont typeface="Arial" panose="020B0604020202020204" pitchFamily="34" charset="0"/>
              <a:buNone/>
              <a:defRPr sz="3200" b="0" i="0" spc="0" baseline="0">
                <a:solidFill>
                  <a:schemeClr val="bg1"/>
                </a:solidFill>
                <a:latin typeface="CiscoSansTT ExtraLight" panose="020B0303020201020303" pitchFamily="34" charset="0"/>
                <a:cs typeface="CiscoSansTT ExtraLight" panose="020B0303020201020303" pitchFamily="34" charset="0"/>
              </a:defRPr>
            </a:lvl1pPr>
          </a:lstStyle>
          <a:p>
            <a:r>
              <a:rPr lang="en-GB" dirty="0"/>
              <a:t>Heading </a:t>
            </a:r>
            <a:endParaRPr lang="en-US" dirty="0"/>
          </a:p>
        </p:txBody>
      </p:sp>
      <p:sp>
        <p:nvSpPr>
          <p:cNvPr id="13" name="Picture Placeholder 2">
            <a:extLst>
              <a:ext uri="{FF2B5EF4-FFF2-40B4-BE49-F238E27FC236}">
                <a16:creationId xmlns:a16="http://schemas.microsoft.com/office/drawing/2014/main" id="{DB316346-3BC8-EF4A-BBC3-4B56BAC5B9A5}"/>
              </a:ext>
            </a:extLst>
          </p:cNvPr>
          <p:cNvSpPr>
            <a:spLocks noGrp="1"/>
          </p:cNvSpPr>
          <p:nvPr>
            <p:ph type="pic" sz="quarter" idx="24" hasCustomPrompt="1"/>
          </p:nvPr>
        </p:nvSpPr>
        <p:spPr>
          <a:xfrm>
            <a:off x="632127" y="2362201"/>
            <a:ext cx="722541" cy="675271"/>
          </a:xfrm>
          <a:prstGeom prst="rect">
            <a:avLst/>
          </a:prstGeom>
          <a:solidFill>
            <a:schemeClr val="bg2">
              <a:alpha val="0"/>
            </a:schemeClr>
          </a:solidFill>
        </p:spPr>
        <p:txBody>
          <a:bodyPr vert="horz" lIns="91420" tIns="45710" rIns="91420" bIns="45710" anchor="ctr"/>
          <a:lstStyle>
            <a:lvl1pPr marL="0" indent="0" algn="ctr">
              <a:buNone/>
              <a:defRPr sz="1333" b="0" i="0" baseline="0">
                <a:solidFill>
                  <a:schemeClr val="tx1"/>
                </a:solidFill>
                <a:latin typeface="CiscoSansTT ExtraLight" panose="020B0303020201020303" pitchFamily="34" charset="0"/>
                <a:cs typeface="CiscoSans ExtraLight"/>
              </a:defRPr>
            </a:lvl1pPr>
          </a:lstStyle>
          <a:p>
            <a:pPr lvl="0"/>
            <a:r>
              <a:rPr lang="en-US" noProof="0" dirty="0"/>
              <a:t>Click to add marketing icon</a:t>
            </a:r>
          </a:p>
        </p:txBody>
      </p:sp>
      <p:sp>
        <p:nvSpPr>
          <p:cNvPr id="14" name="Picture Placeholder 2">
            <a:extLst>
              <a:ext uri="{FF2B5EF4-FFF2-40B4-BE49-F238E27FC236}">
                <a16:creationId xmlns:a16="http://schemas.microsoft.com/office/drawing/2014/main" id="{3FD419D2-A5E0-5441-8593-FDCDFEAFC54B}"/>
              </a:ext>
            </a:extLst>
          </p:cNvPr>
          <p:cNvSpPr>
            <a:spLocks noGrp="1"/>
          </p:cNvSpPr>
          <p:nvPr>
            <p:ph type="pic" sz="quarter" idx="25" hasCustomPrompt="1"/>
          </p:nvPr>
        </p:nvSpPr>
        <p:spPr>
          <a:xfrm>
            <a:off x="632127" y="4206631"/>
            <a:ext cx="722541" cy="675271"/>
          </a:xfrm>
          <a:prstGeom prst="rect">
            <a:avLst/>
          </a:prstGeom>
          <a:solidFill>
            <a:schemeClr val="bg2">
              <a:alpha val="0"/>
            </a:schemeClr>
          </a:solidFill>
        </p:spPr>
        <p:txBody>
          <a:bodyPr vert="horz" lIns="91420" tIns="45710" rIns="91420" bIns="45710" anchor="ctr"/>
          <a:lstStyle>
            <a:lvl1pPr marL="0" indent="0" algn="ctr">
              <a:buNone/>
              <a:defRPr sz="1333" b="0" i="0" baseline="0">
                <a:solidFill>
                  <a:schemeClr val="tx1"/>
                </a:solidFill>
                <a:latin typeface="CiscoSansTT ExtraLight" panose="020B0303020201020303" pitchFamily="34" charset="0"/>
                <a:cs typeface="CiscoSans ExtraLight"/>
              </a:defRPr>
            </a:lvl1pPr>
          </a:lstStyle>
          <a:p>
            <a:pPr lvl="0"/>
            <a:r>
              <a:rPr lang="en-US" noProof="0" dirty="0"/>
              <a:t>Click to add marketing icon</a:t>
            </a:r>
          </a:p>
        </p:txBody>
      </p:sp>
      <p:sp>
        <p:nvSpPr>
          <p:cNvPr id="15" name="Text Placeholder 2">
            <a:extLst>
              <a:ext uri="{FF2B5EF4-FFF2-40B4-BE49-F238E27FC236}">
                <a16:creationId xmlns:a16="http://schemas.microsoft.com/office/drawing/2014/main" id="{B5E5EDE7-AAAF-8C40-8D1E-D24E33A2ADF4}"/>
              </a:ext>
            </a:extLst>
          </p:cNvPr>
          <p:cNvSpPr>
            <a:spLocks noGrp="1"/>
          </p:cNvSpPr>
          <p:nvPr>
            <p:ph type="body" sz="quarter" idx="16" hasCustomPrompt="1"/>
          </p:nvPr>
        </p:nvSpPr>
        <p:spPr>
          <a:xfrm>
            <a:off x="1727148" y="2362201"/>
            <a:ext cx="3489235" cy="182881"/>
          </a:xfrm>
          <a:prstGeom prst="rect">
            <a:avLst/>
          </a:prstGeom>
        </p:spPr>
        <p:txBody>
          <a:bodyPr lIns="0" tIns="0" rIns="0" bIns="0"/>
          <a:lstStyle>
            <a:lvl1pPr marL="0" indent="0">
              <a:buFont typeface="Arial" panose="020B0604020202020204" pitchFamily="34" charset="0"/>
              <a:buNone/>
              <a:defRPr sz="16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a:t>
            </a:r>
          </a:p>
        </p:txBody>
      </p:sp>
      <p:sp>
        <p:nvSpPr>
          <p:cNvPr id="17" name="Text Placeholder 2">
            <a:extLst>
              <a:ext uri="{FF2B5EF4-FFF2-40B4-BE49-F238E27FC236}">
                <a16:creationId xmlns:a16="http://schemas.microsoft.com/office/drawing/2014/main" id="{458D6C5F-0B29-8A4E-A858-26BECF27D154}"/>
              </a:ext>
            </a:extLst>
          </p:cNvPr>
          <p:cNvSpPr>
            <a:spLocks noGrp="1"/>
          </p:cNvSpPr>
          <p:nvPr>
            <p:ph type="body" sz="quarter" idx="20" hasCustomPrompt="1"/>
          </p:nvPr>
        </p:nvSpPr>
        <p:spPr>
          <a:xfrm>
            <a:off x="1727148" y="4206632"/>
            <a:ext cx="3489235" cy="182881"/>
          </a:xfrm>
          <a:prstGeom prst="rect">
            <a:avLst/>
          </a:prstGeom>
        </p:spPr>
        <p:txBody>
          <a:bodyPr lIns="0" tIns="0" rIns="0" bIns="0"/>
          <a:lstStyle>
            <a:lvl1pPr marL="0" indent="0">
              <a:buFont typeface="Arial" panose="020B0604020202020204" pitchFamily="34" charset="0"/>
              <a:buNone/>
              <a:defRPr sz="16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a:t>
            </a:r>
          </a:p>
        </p:txBody>
      </p:sp>
      <p:sp>
        <p:nvSpPr>
          <p:cNvPr id="19" name="Text Placeholder 2">
            <a:extLst>
              <a:ext uri="{FF2B5EF4-FFF2-40B4-BE49-F238E27FC236}">
                <a16:creationId xmlns:a16="http://schemas.microsoft.com/office/drawing/2014/main" id="{C414CF6E-DEBF-5A4C-8822-AC1C0D5EE905}"/>
              </a:ext>
            </a:extLst>
          </p:cNvPr>
          <p:cNvSpPr>
            <a:spLocks noGrp="1"/>
          </p:cNvSpPr>
          <p:nvPr>
            <p:ph type="body" sz="quarter" idx="32" hasCustomPrompt="1"/>
          </p:nvPr>
        </p:nvSpPr>
        <p:spPr>
          <a:xfrm>
            <a:off x="1727148" y="4625586"/>
            <a:ext cx="3489235"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a:t>
            </a:r>
            <a:r>
              <a:rPr lang="en-GB" dirty="0" err="1"/>
              <a:t>labore</a:t>
            </a:r>
            <a:r>
              <a:rPr lang="en-GB" dirty="0"/>
              <a:t>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a:t>
            </a:r>
          </a:p>
          <a:p>
            <a:pPr lvl="0"/>
            <a:endParaRPr lang="en-GB" dirty="0"/>
          </a:p>
        </p:txBody>
      </p:sp>
      <p:sp>
        <p:nvSpPr>
          <p:cNvPr id="20" name="Text Placeholder 2">
            <a:extLst>
              <a:ext uri="{FF2B5EF4-FFF2-40B4-BE49-F238E27FC236}">
                <a16:creationId xmlns:a16="http://schemas.microsoft.com/office/drawing/2014/main" id="{E10C3C35-F284-9842-AF8E-B4C121DB854F}"/>
              </a:ext>
            </a:extLst>
          </p:cNvPr>
          <p:cNvSpPr>
            <a:spLocks noGrp="1"/>
          </p:cNvSpPr>
          <p:nvPr>
            <p:ph type="body" sz="quarter" idx="31" hasCustomPrompt="1"/>
          </p:nvPr>
        </p:nvSpPr>
        <p:spPr>
          <a:xfrm>
            <a:off x="1727148" y="2792747"/>
            <a:ext cx="3489235"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a:t>
            </a:r>
            <a:r>
              <a:rPr lang="en-GB" dirty="0" err="1"/>
              <a:t>labore</a:t>
            </a:r>
            <a:r>
              <a:rPr lang="en-GB" dirty="0"/>
              <a:t>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a:t>
            </a:r>
          </a:p>
          <a:p>
            <a:pPr lvl="0"/>
            <a:endParaRPr lang="en-GB" dirty="0"/>
          </a:p>
        </p:txBody>
      </p:sp>
      <p:sp>
        <p:nvSpPr>
          <p:cNvPr id="12" name="Text Placeholder 2">
            <a:extLst>
              <a:ext uri="{FF2B5EF4-FFF2-40B4-BE49-F238E27FC236}">
                <a16:creationId xmlns:a16="http://schemas.microsoft.com/office/drawing/2014/main" id="{530ECFE8-BB22-2C91-22E4-8B647E6289E0}"/>
              </a:ext>
            </a:extLst>
          </p:cNvPr>
          <p:cNvSpPr>
            <a:spLocks noGrp="1"/>
          </p:cNvSpPr>
          <p:nvPr>
            <p:ph type="body" sz="quarter" idx="14" hasCustomPrompt="1"/>
          </p:nvPr>
        </p:nvSpPr>
        <p:spPr>
          <a:xfrm>
            <a:off x="632127" y="431800"/>
            <a:ext cx="3489235" cy="304800"/>
          </a:xfrm>
          <a:prstGeom prst="rect">
            <a:avLst/>
          </a:prstGeom>
        </p:spPr>
        <p:txBody>
          <a:bodyPr lIns="0" tIns="0" rIns="0" bIns="0"/>
          <a:lstStyle>
            <a:lvl1pPr marL="0" indent="0">
              <a:spcBef>
                <a:spcPts val="0"/>
              </a:spcBef>
              <a:buFont typeface="Arial" panose="020B0604020202020204" pitchFamily="34" charset="0"/>
              <a:buNone/>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Tree>
    <p:extLst>
      <p:ext uri="{BB962C8B-B14F-4D97-AF65-F5344CB8AC3E}">
        <p14:creationId xmlns:p14="http://schemas.microsoft.com/office/powerpoint/2010/main" val="27033681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4" pos="3552">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Half page chart">
    <p:spTree>
      <p:nvGrpSpPr>
        <p:cNvPr id="1" name=""/>
        <p:cNvGrpSpPr/>
        <p:nvPr/>
      </p:nvGrpSpPr>
      <p:grpSpPr>
        <a:xfrm>
          <a:off x="0" y="0"/>
          <a:ext cx="0" cy="0"/>
          <a:chOff x="0" y="0"/>
          <a:chExt cx="0" cy="0"/>
        </a:xfrm>
      </p:grpSpPr>
      <p:sp>
        <p:nvSpPr>
          <p:cNvPr id="6" name="Chart Placeholder 5"/>
          <p:cNvSpPr>
            <a:spLocks noGrp="1"/>
          </p:cNvSpPr>
          <p:nvPr>
            <p:ph type="chart" sz="quarter" idx="10"/>
          </p:nvPr>
        </p:nvSpPr>
        <p:spPr>
          <a:xfrm>
            <a:off x="6786035" y="431803"/>
            <a:ext cx="4796367" cy="6045199"/>
          </a:xfrm>
          <a:prstGeom prst="rect">
            <a:avLst/>
          </a:prstGeom>
        </p:spPr>
        <p:txBody>
          <a:bodyPr anchor="ctr" anchorCtr="0"/>
          <a:lstStyle>
            <a:lvl1pPr marL="0" indent="0" algn="ctr">
              <a:buNone/>
              <a:defRPr>
                <a:solidFill>
                  <a:schemeClr val="tx1"/>
                </a:solidFill>
              </a:defRPr>
            </a:lvl1pPr>
          </a:lstStyle>
          <a:p>
            <a:r>
              <a:rPr lang="en-US"/>
              <a:t>Click icon to add chart</a:t>
            </a:r>
            <a:endParaRPr lang="en-US" dirty="0"/>
          </a:p>
        </p:txBody>
      </p:sp>
      <p:sp>
        <p:nvSpPr>
          <p:cNvPr id="4" name="Title 1">
            <a:extLst>
              <a:ext uri="{FF2B5EF4-FFF2-40B4-BE49-F238E27FC236}">
                <a16:creationId xmlns:a16="http://schemas.microsoft.com/office/drawing/2014/main" id="{7C0FB4A9-9785-254F-982E-7E82B77BF549}"/>
              </a:ext>
            </a:extLst>
          </p:cNvPr>
          <p:cNvSpPr>
            <a:spLocks noGrp="1"/>
          </p:cNvSpPr>
          <p:nvPr>
            <p:ph type="ctrTitle" hasCustomPrompt="1"/>
          </p:nvPr>
        </p:nvSpPr>
        <p:spPr>
          <a:xfrm>
            <a:off x="636096" y="2209802"/>
            <a:ext cx="5451437" cy="1955628"/>
          </a:xfrm>
          <a:prstGeom prst="rect">
            <a:avLst/>
          </a:prstGeom>
        </p:spPr>
        <p:txBody>
          <a:bodyPr lIns="0" tIns="0" rIns="0" bIns="0" anchor="ctr" anchorCtr="0"/>
          <a:lstStyle>
            <a:lvl1pPr marL="0" indent="0" algn="l">
              <a:lnSpc>
                <a:spcPct val="100000"/>
              </a:lnSpc>
              <a:buFont typeface="Arial" panose="020B0604020202020204" pitchFamily="34" charset="0"/>
              <a:buNone/>
              <a:defRPr sz="4267" b="0" i="0" spc="0" baseline="0">
                <a:solidFill>
                  <a:schemeClr val="bg1"/>
                </a:solidFill>
                <a:latin typeface="CiscoSansTT ExtraLight" panose="020B0303020201020303" pitchFamily="34" charset="0"/>
                <a:cs typeface="CiscoSansTT ExtraLight" panose="020B0303020201020303" pitchFamily="34" charset="0"/>
              </a:defRPr>
            </a:lvl1pPr>
          </a:lstStyle>
          <a:p>
            <a:r>
              <a:rPr lang="en-GB" dirty="0"/>
              <a:t>Slide copy should</a:t>
            </a:r>
            <a:br>
              <a:rPr lang="en-GB" dirty="0"/>
            </a:br>
            <a:r>
              <a:rPr lang="en-GB" dirty="0"/>
              <a:t>go here</a:t>
            </a:r>
            <a:endParaRPr lang="en-US" dirty="0"/>
          </a:p>
        </p:txBody>
      </p:sp>
      <p:sp>
        <p:nvSpPr>
          <p:cNvPr id="7" name="Text Placeholder 2">
            <a:extLst>
              <a:ext uri="{FF2B5EF4-FFF2-40B4-BE49-F238E27FC236}">
                <a16:creationId xmlns:a16="http://schemas.microsoft.com/office/drawing/2014/main" id="{25F9E7A7-281F-24AD-2948-98640334E329}"/>
              </a:ext>
            </a:extLst>
          </p:cNvPr>
          <p:cNvSpPr>
            <a:spLocks noGrp="1"/>
          </p:cNvSpPr>
          <p:nvPr>
            <p:ph type="body" sz="quarter" idx="14" hasCustomPrompt="1"/>
          </p:nvPr>
        </p:nvSpPr>
        <p:spPr>
          <a:xfrm>
            <a:off x="632127" y="431800"/>
            <a:ext cx="3489235" cy="304800"/>
          </a:xfrm>
          <a:prstGeom prst="rect">
            <a:avLst/>
          </a:prstGeom>
        </p:spPr>
        <p:txBody>
          <a:bodyPr lIns="0" tIns="0" rIns="0" bIns="0"/>
          <a:lstStyle>
            <a:lvl1pPr marL="0" indent="0">
              <a:buFont typeface="Arial" panose="020B0604020202020204" pitchFamily="34" charset="0"/>
              <a:buNone/>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Tree>
    <p:extLst>
      <p:ext uri="{BB962C8B-B14F-4D97-AF65-F5344CB8AC3E}">
        <p14:creationId xmlns:p14="http://schemas.microsoft.com/office/powerpoint/2010/main" val="190814764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4" pos="3567">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cSld name="Map">
    <p:spTree>
      <p:nvGrpSpPr>
        <p:cNvPr id="1" name=""/>
        <p:cNvGrpSpPr/>
        <p:nvPr/>
      </p:nvGrpSpPr>
      <p:grpSpPr>
        <a:xfrm>
          <a:off x="0" y="0"/>
          <a:ext cx="0" cy="0"/>
          <a:chOff x="0" y="0"/>
          <a:chExt cx="0" cy="0"/>
        </a:xfrm>
      </p:grpSpPr>
      <p:sp>
        <p:nvSpPr>
          <p:cNvPr id="239" name="Text Placeholder 2">
            <a:extLst>
              <a:ext uri="{FF2B5EF4-FFF2-40B4-BE49-F238E27FC236}">
                <a16:creationId xmlns:a16="http://schemas.microsoft.com/office/drawing/2014/main" id="{0432F0B5-AA18-A142-8000-0B8E86D9192F}"/>
              </a:ext>
            </a:extLst>
          </p:cNvPr>
          <p:cNvSpPr>
            <a:spLocks noGrp="1"/>
          </p:cNvSpPr>
          <p:nvPr>
            <p:ph type="body" sz="quarter" idx="15" hasCustomPrompt="1"/>
          </p:nvPr>
        </p:nvSpPr>
        <p:spPr>
          <a:xfrm>
            <a:off x="632125" y="4261989"/>
            <a:ext cx="2587813" cy="1859411"/>
          </a:xfrm>
          <a:prstGeom prst="rect">
            <a:avLst/>
          </a:prstGeom>
        </p:spPr>
        <p:txBody>
          <a:bodyPr lIns="0" tIns="0" rIns="0" bIns="0"/>
          <a:lstStyle>
            <a:lvl1pPr marL="0" marR="0" indent="0" algn="l" defTabSz="912276" rtl="0" eaLnBrk="1" fontAlgn="base" latinLnBrk="0" hangingPunct="1">
              <a:lnSpc>
                <a:spcPts val="1467"/>
              </a:lnSpc>
              <a:spcBef>
                <a:spcPts val="0"/>
              </a:spcBef>
              <a:spcAft>
                <a:spcPts val="800"/>
              </a:spcAft>
              <a:buClr>
                <a:schemeClr val="tx2"/>
              </a:buClr>
              <a:buSzPct val="90000"/>
              <a:buFont typeface="Arial" panose="020B0604020202020204" pitchFamily="34" charset="0"/>
              <a:buNone/>
              <a:tabLst/>
              <a:defRPr sz="1067" b="0" i="1"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This map is fully editable. Double-click </a:t>
            </a:r>
            <a:br>
              <a:rPr lang="en-GB" dirty="0"/>
            </a:br>
            <a:r>
              <a:rPr lang="en-GB" dirty="0"/>
              <a:t>or ungroup to edit individual countries. </a:t>
            </a:r>
            <a:br>
              <a:rPr lang="en-GB" dirty="0"/>
            </a:br>
            <a:br>
              <a:rPr lang="en-GB" dirty="0"/>
            </a:br>
            <a:r>
              <a:rPr lang="en-GB" dirty="0"/>
              <a:t>Disclaimer: This map is sourced from the current UN map. It represents only the approximate relative location of boundaries and is not authoritative. This is for informational purposes and is not prepared or suitable for legal, engineering or survey purposes.  </a:t>
            </a:r>
          </a:p>
          <a:p>
            <a:pPr lvl="0"/>
            <a:endParaRPr lang="en-GB" dirty="0"/>
          </a:p>
        </p:txBody>
      </p:sp>
      <p:sp>
        <p:nvSpPr>
          <p:cNvPr id="6" name="Text Placeholder 6">
            <a:extLst>
              <a:ext uri="{FF2B5EF4-FFF2-40B4-BE49-F238E27FC236}">
                <a16:creationId xmlns:a16="http://schemas.microsoft.com/office/drawing/2014/main" id="{CF248584-E96B-60F6-5CB7-077CEF8F3BDE}"/>
              </a:ext>
            </a:extLst>
          </p:cNvPr>
          <p:cNvSpPr>
            <a:spLocks noGrp="1"/>
          </p:cNvSpPr>
          <p:nvPr>
            <p:ph type="body" sz="quarter" idx="23" hasCustomPrompt="1"/>
          </p:nvPr>
        </p:nvSpPr>
        <p:spPr>
          <a:xfrm>
            <a:off x="632820" y="753583"/>
            <a:ext cx="7460073" cy="482748"/>
          </a:xfrm>
          <a:prstGeom prst="rect">
            <a:avLst/>
          </a:prstGeom>
        </p:spPr>
        <p:txBody>
          <a:bodyPr lIns="0" tIns="0" rIns="0" bIns="0" anchor="t" anchorCtr="0"/>
          <a:lstStyle>
            <a:lvl1pPr marL="0" indent="0">
              <a:lnSpc>
                <a:spcPct val="100000"/>
              </a:lnSpc>
              <a:spcBef>
                <a:spcPts val="0"/>
              </a:spcBef>
              <a:buNone/>
              <a:defRPr sz="3200" b="0" i="0">
                <a:solidFill>
                  <a:schemeClr val="bg1"/>
                </a:solidFill>
                <a:latin typeface="CiscoSansTT ExtraLight" panose="020B0303020201020303" pitchFamily="34" charset="0"/>
                <a:cs typeface="CiscoSansTT ExtraLight" panose="020B0303020201020303" pitchFamily="34" charset="0"/>
              </a:defRPr>
            </a:lvl1pPr>
          </a:lstStyle>
          <a:p>
            <a:r>
              <a:rPr lang="en-GB" dirty="0"/>
              <a:t>Heading goes here</a:t>
            </a:r>
          </a:p>
        </p:txBody>
      </p:sp>
      <p:sp>
        <p:nvSpPr>
          <p:cNvPr id="7" name="Text Placeholder 2">
            <a:extLst>
              <a:ext uri="{FF2B5EF4-FFF2-40B4-BE49-F238E27FC236}">
                <a16:creationId xmlns:a16="http://schemas.microsoft.com/office/drawing/2014/main" id="{37AD3E42-A8B0-11B1-2428-C383D0195139}"/>
              </a:ext>
            </a:extLst>
          </p:cNvPr>
          <p:cNvSpPr>
            <a:spLocks noGrp="1"/>
          </p:cNvSpPr>
          <p:nvPr>
            <p:ph type="body" sz="quarter" idx="14" hasCustomPrompt="1"/>
          </p:nvPr>
        </p:nvSpPr>
        <p:spPr>
          <a:xfrm>
            <a:off x="632127" y="431800"/>
            <a:ext cx="3489235" cy="304800"/>
          </a:xfrm>
          <a:prstGeom prst="rect">
            <a:avLst/>
          </a:prstGeom>
        </p:spPr>
        <p:txBody>
          <a:bodyPr lIns="0" tIns="0" rIns="0" bIns="0"/>
          <a:lstStyle>
            <a:lvl1pPr marL="0" indent="0">
              <a:spcBef>
                <a:spcPts val="0"/>
              </a:spcBef>
              <a:buFont typeface="Arial" panose="020B0604020202020204" pitchFamily="34" charset="0"/>
              <a:buNone/>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Tree>
    <p:extLst>
      <p:ext uri="{BB962C8B-B14F-4D97-AF65-F5344CB8AC3E}">
        <p14:creationId xmlns:p14="http://schemas.microsoft.com/office/powerpoint/2010/main" val="169722861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Org chart 1">
    <p:bg>
      <p:bgPr>
        <a:solidFill>
          <a:schemeClr val="bg2"/>
        </a:solidFill>
        <a:effectLst/>
      </p:bgPr>
    </p:bg>
    <p:spTree>
      <p:nvGrpSpPr>
        <p:cNvPr id="1" name=""/>
        <p:cNvGrpSpPr/>
        <p:nvPr/>
      </p:nvGrpSpPr>
      <p:grpSpPr>
        <a:xfrm>
          <a:off x="0" y="0"/>
          <a:ext cx="0" cy="0"/>
          <a:chOff x="0" y="0"/>
          <a:chExt cx="0" cy="0"/>
        </a:xfrm>
      </p:grpSpPr>
      <p:sp>
        <p:nvSpPr>
          <p:cNvPr id="76" name="Text Placeholder 7">
            <a:extLst>
              <a:ext uri="{FF2B5EF4-FFF2-40B4-BE49-F238E27FC236}">
                <a16:creationId xmlns:a16="http://schemas.microsoft.com/office/drawing/2014/main" id="{E17737D0-FC6B-7145-AB20-DD008328E7AF}"/>
              </a:ext>
            </a:extLst>
          </p:cNvPr>
          <p:cNvSpPr>
            <a:spLocks noGrp="1"/>
          </p:cNvSpPr>
          <p:nvPr>
            <p:ph type="body" sz="quarter" idx="21" hasCustomPrompt="1"/>
          </p:nvPr>
        </p:nvSpPr>
        <p:spPr>
          <a:xfrm>
            <a:off x="632127" y="1349831"/>
            <a:ext cx="2490219"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78" name="Picture Placeholder 3">
            <a:extLst>
              <a:ext uri="{FF2B5EF4-FFF2-40B4-BE49-F238E27FC236}">
                <a16:creationId xmlns:a16="http://schemas.microsoft.com/office/drawing/2014/main" id="{A7181BD4-D32F-9345-AF80-E1B50A790230}"/>
              </a:ext>
            </a:extLst>
          </p:cNvPr>
          <p:cNvSpPr>
            <a:spLocks noGrp="1"/>
          </p:cNvSpPr>
          <p:nvPr>
            <p:ph type="pic" sz="quarter" idx="23"/>
          </p:nvPr>
        </p:nvSpPr>
        <p:spPr>
          <a:xfrm>
            <a:off x="696827" y="1917045"/>
            <a:ext cx="538263" cy="538263"/>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79" name="Picture Placeholder 3">
            <a:extLst>
              <a:ext uri="{FF2B5EF4-FFF2-40B4-BE49-F238E27FC236}">
                <a16:creationId xmlns:a16="http://schemas.microsoft.com/office/drawing/2014/main" id="{8B41B35C-4335-694B-BF5C-EFF21B146926}"/>
              </a:ext>
            </a:extLst>
          </p:cNvPr>
          <p:cNvSpPr>
            <a:spLocks noGrp="1"/>
          </p:cNvSpPr>
          <p:nvPr>
            <p:ph type="pic" sz="quarter" idx="24"/>
          </p:nvPr>
        </p:nvSpPr>
        <p:spPr>
          <a:xfrm>
            <a:off x="696827" y="2535199"/>
            <a:ext cx="538263" cy="538263"/>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80" name="Picture Placeholder 3">
            <a:extLst>
              <a:ext uri="{FF2B5EF4-FFF2-40B4-BE49-F238E27FC236}">
                <a16:creationId xmlns:a16="http://schemas.microsoft.com/office/drawing/2014/main" id="{866CFDD6-B03C-D145-9DE2-DE5127549723}"/>
              </a:ext>
            </a:extLst>
          </p:cNvPr>
          <p:cNvSpPr>
            <a:spLocks noGrp="1"/>
          </p:cNvSpPr>
          <p:nvPr>
            <p:ph type="pic" sz="quarter" idx="25"/>
          </p:nvPr>
        </p:nvSpPr>
        <p:spPr>
          <a:xfrm>
            <a:off x="696827" y="3153354"/>
            <a:ext cx="538263" cy="538263"/>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81" name="Picture Placeholder 3">
            <a:extLst>
              <a:ext uri="{FF2B5EF4-FFF2-40B4-BE49-F238E27FC236}">
                <a16:creationId xmlns:a16="http://schemas.microsoft.com/office/drawing/2014/main" id="{7E9D6FF4-058B-8046-ABE9-38E11FFC6001}"/>
              </a:ext>
            </a:extLst>
          </p:cNvPr>
          <p:cNvSpPr>
            <a:spLocks noGrp="1"/>
          </p:cNvSpPr>
          <p:nvPr>
            <p:ph type="pic" sz="quarter" idx="26"/>
          </p:nvPr>
        </p:nvSpPr>
        <p:spPr>
          <a:xfrm>
            <a:off x="696827" y="3771509"/>
            <a:ext cx="538263" cy="538263"/>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82" name="Picture Placeholder 3">
            <a:extLst>
              <a:ext uri="{FF2B5EF4-FFF2-40B4-BE49-F238E27FC236}">
                <a16:creationId xmlns:a16="http://schemas.microsoft.com/office/drawing/2014/main" id="{7D143D2C-F993-FD4D-A334-8C81C2918C4C}"/>
              </a:ext>
            </a:extLst>
          </p:cNvPr>
          <p:cNvSpPr>
            <a:spLocks noGrp="1"/>
          </p:cNvSpPr>
          <p:nvPr>
            <p:ph type="pic" sz="quarter" idx="27"/>
          </p:nvPr>
        </p:nvSpPr>
        <p:spPr>
          <a:xfrm>
            <a:off x="696827" y="4389663"/>
            <a:ext cx="538263" cy="538263"/>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83" name="Picture Placeholder 3">
            <a:extLst>
              <a:ext uri="{FF2B5EF4-FFF2-40B4-BE49-F238E27FC236}">
                <a16:creationId xmlns:a16="http://schemas.microsoft.com/office/drawing/2014/main" id="{989569BD-3B1E-2F43-AD8E-12EEFDBDB542}"/>
              </a:ext>
            </a:extLst>
          </p:cNvPr>
          <p:cNvSpPr>
            <a:spLocks noGrp="1"/>
          </p:cNvSpPr>
          <p:nvPr>
            <p:ph type="pic" sz="quarter" idx="28"/>
          </p:nvPr>
        </p:nvSpPr>
        <p:spPr>
          <a:xfrm>
            <a:off x="696827" y="5007818"/>
            <a:ext cx="538263" cy="538263"/>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84" name="Picture Placeholder 3">
            <a:extLst>
              <a:ext uri="{FF2B5EF4-FFF2-40B4-BE49-F238E27FC236}">
                <a16:creationId xmlns:a16="http://schemas.microsoft.com/office/drawing/2014/main" id="{BEB04B58-EE83-374A-AB3A-FD4D12C64DD5}"/>
              </a:ext>
            </a:extLst>
          </p:cNvPr>
          <p:cNvSpPr>
            <a:spLocks noGrp="1"/>
          </p:cNvSpPr>
          <p:nvPr>
            <p:ph type="pic" sz="quarter" idx="29"/>
          </p:nvPr>
        </p:nvSpPr>
        <p:spPr>
          <a:xfrm>
            <a:off x="696827" y="5625970"/>
            <a:ext cx="538263" cy="538263"/>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85" name="Text Placeholder 7">
            <a:extLst>
              <a:ext uri="{FF2B5EF4-FFF2-40B4-BE49-F238E27FC236}">
                <a16:creationId xmlns:a16="http://schemas.microsoft.com/office/drawing/2014/main" id="{8AAC0B54-C96C-C441-8863-1932E37ACBAD}"/>
              </a:ext>
            </a:extLst>
          </p:cNvPr>
          <p:cNvSpPr>
            <a:spLocks noGrp="1"/>
          </p:cNvSpPr>
          <p:nvPr>
            <p:ph type="body" sz="quarter" idx="30" hasCustomPrompt="1"/>
          </p:nvPr>
        </p:nvSpPr>
        <p:spPr>
          <a:xfrm>
            <a:off x="1235089" y="1967221"/>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86" name="Text Placeholder 7">
            <a:extLst>
              <a:ext uri="{FF2B5EF4-FFF2-40B4-BE49-F238E27FC236}">
                <a16:creationId xmlns:a16="http://schemas.microsoft.com/office/drawing/2014/main" id="{0F089C13-C00D-1746-A5D0-6C1948F1A73E}"/>
              </a:ext>
            </a:extLst>
          </p:cNvPr>
          <p:cNvSpPr>
            <a:spLocks noGrp="1"/>
          </p:cNvSpPr>
          <p:nvPr>
            <p:ph type="body" sz="quarter" idx="31" hasCustomPrompt="1"/>
          </p:nvPr>
        </p:nvSpPr>
        <p:spPr>
          <a:xfrm>
            <a:off x="1235089" y="2584612"/>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87" name="Text Placeholder 7">
            <a:extLst>
              <a:ext uri="{FF2B5EF4-FFF2-40B4-BE49-F238E27FC236}">
                <a16:creationId xmlns:a16="http://schemas.microsoft.com/office/drawing/2014/main" id="{3AB30254-5518-6C40-BF50-3E9FAE4EDF85}"/>
              </a:ext>
            </a:extLst>
          </p:cNvPr>
          <p:cNvSpPr>
            <a:spLocks noGrp="1"/>
          </p:cNvSpPr>
          <p:nvPr>
            <p:ph type="body" sz="quarter" idx="32" hasCustomPrompt="1"/>
          </p:nvPr>
        </p:nvSpPr>
        <p:spPr>
          <a:xfrm>
            <a:off x="1235089" y="3202003"/>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88" name="Text Placeholder 7">
            <a:extLst>
              <a:ext uri="{FF2B5EF4-FFF2-40B4-BE49-F238E27FC236}">
                <a16:creationId xmlns:a16="http://schemas.microsoft.com/office/drawing/2014/main" id="{0811A6CF-DD21-8D4C-9C08-8AF894110913}"/>
              </a:ext>
            </a:extLst>
          </p:cNvPr>
          <p:cNvSpPr>
            <a:spLocks noGrp="1"/>
          </p:cNvSpPr>
          <p:nvPr>
            <p:ph type="body" sz="quarter" idx="33" hasCustomPrompt="1"/>
          </p:nvPr>
        </p:nvSpPr>
        <p:spPr>
          <a:xfrm>
            <a:off x="1235089" y="3819393"/>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89" name="Text Placeholder 7">
            <a:extLst>
              <a:ext uri="{FF2B5EF4-FFF2-40B4-BE49-F238E27FC236}">
                <a16:creationId xmlns:a16="http://schemas.microsoft.com/office/drawing/2014/main" id="{D21AD92C-4C78-7443-BE76-29C48973EDB2}"/>
              </a:ext>
            </a:extLst>
          </p:cNvPr>
          <p:cNvSpPr>
            <a:spLocks noGrp="1"/>
          </p:cNvSpPr>
          <p:nvPr>
            <p:ph type="body" sz="quarter" idx="34" hasCustomPrompt="1"/>
          </p:nvPr>
        </p:nvSpPr>
        <p:spPr>
          <a:xfrm>
            <a:off x="1235089" y="4436784"/>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90" name="Text Placeholder 7">
            <a:extLst>
              <a:ext uri="{FF2B5EF4-FFF2-40B4-BE49-F238E27FC236}">
                <a16:creationId xmlns:a16="http://schemas.microsoft.com/office/drawing/2014/main" id="{C2B48CD5-A321-6E4E-A37C-2F205EF929FB}"/>
              </a:ext>
            </a:extLst>
          </p:cNvPr>
          <p:cNvSpPr>
            <a:spLocks noGrp="1"/>
          </p:cNvSpPr>
          <p:nvPr>
            <p:ph type="body" sz="quarter" idx="35" hasCustomPrompt="1"/>
          </p:nvPr>
        </p:nvSpPr>
        <p:spPr>
          <a:xfrm>
            <a:off x="1235089" y="5054175"/>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91" name="Text Placeholder 7">
            <a:extLst>
              <a:ext uri="{FF2B5EF4-FFF2-40B4-BE49-F238E27FC236}">
                <a16:creationId xmlns:a16="http://schemas.microsoft.com/office/drawing/2014/main" id="{D1F05418-8D4D-C748-A3F2-A4480B3CD983}"/>
              </a:ext>
            </a:extLst>
          </p:cNvPr>
          <p:cNvSpPr>
            <a:spLocks noGrp="1"/>
          </p:cNvSpPr>
          <p:nvPr>
            <p:ph type="body" sz="quarter" idx="36" hasCustomPrompt="1"/>
          </p:nvPr>
        </p:nvSpPr>
        <p:spPr>
          <a:xfrm>
            <a:off x="1235089" y="5671563"/>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08" name="Text Placeholder 7">
            <a:extLst>
              <a:ext uri="{FF2B5EF4-FFF2-40B4-BE49-F238E27FC236}">
                <a16:creationId xmlns:a16="http://schemas.microsoft.com/office/drawing/2014/main" id="{F7397E79-89BD-7149-B996-8FADDB83B5EC}"/>
              </a:ext>
            </a:extLst>
          </p:cNvPr>
          <p:cNvSpPr>
            <a:spLocks noGrp="1"/>
          </p:cNvSpPr>
          <p:nvPr>
            <p:ph type="body" sz="quarter" idx="37" hasCustomPrompt="1"/>
          </p:nvPr>
        </p:nvSpPr>
        <p:spPr>
          <a:xfrm>
            <a:off x="9203831" y="1349831"/>
            <a:ext cx="2507711"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09" name="Picture Placeholder 3">
            <a:extLst>
              <a:ext uri="{FF2B5EF4-FFF2-40B4-BE49-F238E27FC236}">
                <a16:creationId xmlns:a16="http://schemas.microsoft.com/office/drawing/2014/main" id="{65977F0B-74CE-E44C-93B2-249490598A1B}"/>
              </a:ext>
            </a:extLst>
          </p:cNvPr>
          <p:cNvSpPr>
            <a:spLocks noGrp="1"/>
          </p:cNvSpPr>
          <p:nvPr>
            <p:ph type="pic" sz="quarter" idx="38"/>
          </p:nvPr>
        </p:nvSpPr>
        <p:spPr>
          <a:xfrm>
            <a:off x="9286023" y="1917045"/>
            <a:ext cx="538263" cy="538263"/>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10" name="Picture Placeholder 3">
            <a:extLst>
              <a:ext uri="{FF2B5EF4-FFF2-40B4-BE49-F238E27FC236}">
                <a16:creationId xmlns:a16="http://schemas.microsoft.com/office/drawing/2014/main" id="{219BB1E5-9F99-5143-A2D1-EABF082DCA12}"/>
              </a:ext>
            </a:extLst>
          </p:cNvPr>
          <p:cNvSpPr>
            <a:spLocks noGrp="1"/>
          </p:cNvSpPr>
          <p:nvPr>
            <p:ph type="pic" sz="quarter" idx="39"/>
          </p:nvPr>
        </p:nvSpPr>
        <p:spPr>
          <a:xfrm>
            <a:off x="9286023" y="2535199"/>
            <a:ext cx="538263" cy="538263"/>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11" name="Picture Placeholder 3">
            <a:extLst>
              <a:ext uri="{FF2B5EF4-FFF2-40B4-BE49-F238E27FC236}">
                <a16:creationId xmlns:a16="http://schemas.microsoft.com/office/drawing/2014/main" id="{916A17DF-2388-4B4F-9CF8-7379304305A8}"/>
              </a:ext>
            </a:extLst>
          </p:cNvPr>
          <p:cNvSpPr>
            <a:spLocks noGrp="1"/>
          </p:cNvSpPr>
          <p:nvPr>
            <p:ph type="pic" sz="quarter" idx="40"/>
          </p:nvPr>
        </p:nvSpPr>
        <p:spPr>
          <a:xfrm>
            <a:off x="9286023" y="3153354"/>
            <a:ext cx="538263" cy="538263"/>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12" name="Picture Placeholder 3">
            <a:extLst>
              <a:ext uri="{FF2B5EF4-FFF2-40B4-BE49-F238E27FC236}">
                <a16:creationId xmlns:a16="http://schemas.microsoft.com/office/drawing/2014/main" id="{DC933AF6-FC67-8444-94EE-A70793FE14EC}"/>
              </a:ext>
            </a:extLst>
          </p:cNvPr>
          <p:cNvSpPr>
            <a:spLocks noGrp="1"/>
          </p:cNvSpPr>
          <p:nvPr>
            <p:ph type="pic" sz="quarter" idx="41"/>
          </p:nvPr>
        </p:nvSpPr>
        <p:spPr>
          <a:xfrm>
            <a:off x="9286023" y="3771509"/>
            <a:ext cx="538263" cy="538263"/>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13" name="Picture Placeholder 3">
            <a:extLst>
              <a:ext uri="{FF2B5EF4-FFF2-40B4-BE49-F238E27FC236}">
                <a16:creationId xmlns:a16="http://schemas.microsoft.com/office/drawing/2014/main" id="{CB399D5E-7F31-A24F-A1DE-A37A559BF962}"/>
              </a:ext>
            </a:extLst>
          </p:cNvPr>
          <p:cNvSpPr>
            <a:spLocks noGrp="1"/>
          </p:cNvSpPr>
          <p:nvPr>
            <p:ph type="pic" sz="quarter" idx="42"/>
          </p:nvPr>
        </p:nvSpPr>
        <p:spPr>
          <a:xfrm>
            <a:off x="9286023" y="4389663"/>
            <a:ext cx="538263" cy="538263"/>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14" name="Picture Placeholder 3">
            <a:extLst>
              <a:ext uri="{FF2B5EF4-FFF2-40B4-BE49-F238E27FC236}">
                <a16:creationId xmlns:a16="http://schemas.microsoft.com/office/drawing/2014/main" id="{B965FBBE-9194-2143-8B08-05E031CD6DBF}"/>
              </a:ext>
            </a:extLst>
          </p:cNvPr>
          <p:cNvSpPr>
            <a:spLocks noGrp="1"/>
          </p:cNvSpPr>
          <p:nvPr>
            <p:ph type="pic" sz="quarter" idx="43"/>
          </p:nvPr>
        </p:nvSpPr>
        <p:spPr>
          <a:xfrm>
            <a:off x="9286023" y="5007818"/>
            <a:ext cx="538263" cy="538263"/>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15" name="Picture Placeholder 3">
            <a:extLst>
              <a:ext uri="{FF2B5EF4-FFF2-40B4-BE49-F238E27FC236}">
                <a16:creationId xmlns:a16="http://schemas.microsoft.com/office/drawing/2014/main" id="{49F35041-77CA-1848-B269-74C604CA7E40}"/>
              </a:ext>
            </a:extLst>
          </p:cNvPr>
          <p:cNvSpPr>
            <a:spLocks noGrp="1"/>
          </p:cNvSpPr>
          <p:nvPr>
            <p:ph type="pic" sz="quarter" idx="44"/>
          </p:nvPr>
        </p:nvSpPr>
        <p:spPr>
          <a:xfrm>
            <a:off x="9286022" y="5625970"/>
            <a:ext cx="538263" cy="538263"/>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16" name="Text Placeholder 7">
            <a:extLst>
              <a:ext uri="{FF2B5EF4-FFF2-40B4-BE49-F238E27FC236}">
                <a16:creationId xmlns:a16="http://schemas.microsoft.com/office/drawing/2014/main" id="{7523ABB3-75D2-EB4B-8C6E-3820D8F4D52B}"/>
              </a:ext>
            </a:extLst>
          </p:cNvPr>
          <p:cNvSpPr>
            <a:spLocks noGrp="1"/>
          </p:cNvSpPr>
          <p:nvPr>
            <p:ph type="body" sz="quarter" idx="45" hasCustomPrompt="1"/>
          </p:nvPr>
        </p:nvSpPr>
        <p:spPr>
          <a:xfrm>
            <a:off x="9824285" y="1967221"/>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17" name="Text Placeholder 7">
            <a:extLst>
              <a:ext uri="{FF2B5EF4-FFF2-40B4-BE49-F238E27FC236}">
                <a16:creationId xmlns:a16="http://schemas.microsoft.com/office/drawing/2014/main" id="{31960E30-9C67-F74E-B253-1DE44672EE81}"/>
              </a:ext>
            </a:extLst>
          </p:cNvPr>
          <p:cNvSpPr>
            <a:spLocks noGrp="1"/>
          </p:cNvSpPr>
          <p:nvPr>
            <p:ph type="body" sz="quarter" idx="46" hasCustomPrompt="1"/>
          </p:nvPr>
        </p:nvSpPr>
        <p:spPr>
          <a:xfrm>
            <a:off x="9824285" y="2584612"/>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18" name="Text Placeholder 7">
            <a:extLst>
              <a:ext uri="{FF2B5EF4-FFF2-40B4-BE49-F238E27FC236}">
                <a16:creationId xmlns:a16="http://schemas.microsoft.com/office/drawing/2014/main" id="{D198513C-EECB-854A-B6A3-42BC9E6FB8C4}"/>
              </a:ext>
            </a:extLst>
          </p:cNvPr>
          <p:cNvSpPr>
            <a:spLocks noGrp="1"/>
          </p:cNvSpPr>
          <p:nvPr>
            <p:ph type="body" sz="quarter" idx="47" hasCustomPrompt="1"/>
          </p:nvPr>
        </p:nvSpPr>
        <p:spPr>
          <a:xfrm>
            <a:off x="9824285" y="3202003"/>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19" name="Text Placeholder 7">
            <a:extLst>
              <a:ext uri="{FF2B5EF4-FFF2-40B4-BE49-F238E27FC236}">
                <a16:creationId xmlns:a16="http://schemas.microsoft.com/office/drawing/2014/main" id="{D7710000-DF90-134E-97A1-21653758D218}"/>
              </a:ext>
            </a:extLst>
          </p:cNvPr>
          <p:cNvSpPr>
            <a:spLocks noGrp="1"/>
          </p:cNvSpPr>
          <p:nvPr>
            <p:ph type="body" sz="quarter" idx="48" hasCustomPrompt="1"/>
          </p:nvPr>
        </p:nvSpPr>
        <p:spPr>
          <a:xfrm>
            <a:off x="9824285" y="3819393"/>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20" name="Text Placeholder 7">
            <a:extLst>
              <a:ext uri="{FF2B5EF4-FFF2-40B4-BE49-F238E27FC236}">
                <a16:creationId xmlns:a16="http://schemas.microsoft.com/office/drawing/2014/main" id="{22BB9ACD-30E4-4842-B8B6-F65E21604C23}"/>
              </a:ext>
            </a:extLst>
          </p:cNvPr>
          <p:cNvSpPr>
            <a:spLocks noGrp="1"/>
          </p:cNvSpPr>
          <p:nvPr>
            <p:ph type="body" sz="quarter" idx="49" hasCustomPrompt="1"/>
          </p:nvPr>
        </p:nvSpPr>
        <p:spPr>
          <a:xfrm>
            <a:off x="9824285" y="4436784"/>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21" name="Text Placeholder 7">
            <a:extLst>
              <a:ext uri="{FF2B5EF4-FFF2-40B4-BE49-F238E27FC236}">
                <a16:creationId xmlns:a16="http://schemas.microsoft.com/office/drawing/2014/main" id="{F1A7767C-FCA9-9742-8B5C-0539AFAAB5B0}"/>
              </a:ext>
            </a:extLst>
          </p:cNvPr>
          <p:cNvSpPr>
            <a:spLocks noGrp="1"/>
          </p:cNvSpPr>
          <p:nvPr>
            <p:ph type="body" sz="quarter" idx="50" hasCustomPrompt="1"/>
          </p:nvPr>
        </p:nvSpPr>
        <p:spPr>
          <a:xfrm>
            <a:off x="9824285" y="5054175"/>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22" name="Text Placeholder 7">
            <a:extLst>
              <a:ext uri="{FF2B5EF4-FFF2-40B4-BE49-F238E27FC236}">
                <a16:creationId xmlns:a16="http://schemas.microsoft.com/office/drawing/2014/main" id="{C3DF1340-33D8-624D-A201-67A4FB45E295}"/>
              </a:ext>
            </a:extLst>
          </p:cNvPr>
          <p:cNvSpPr>
            <a:spLocks noGrp="1"/>
          </p:cNvSpPr>
          <p:nvPr>
            <p:ph type="body" sz="quarter" idx="51" hasCustomPrompt="1"/>
          </p:nvPr>
        </p:nvSpPr>
        <p:spPr>
          <a:xfrm>
            <a:off x="9824285" y="5671563"/>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23" name="Text Placeholder 7">
            <a:extLst>
              <a:ext uri="{FF2B5EF4-FFF2-40B4-BE49-F238E27FC236}">
                <a16:creationId xmlns:a16="http://schemas.microsoft.com/office/drawing/2014/main" id="{9A8C8EBC-B967-3441-9C50-E663A1873548}"/>
              </a:ext>
            </a:extLst>
          </p:cNvPr>
          <p:cNvSpPr>
            <a:spLocks noGrp="1"/>
          </p:cNvSpPr>
          <p:nvPr>
            <p:ph type="body" sz="quarter" idx="52" hasCustomPrompt="1"/>
          </p:nvPr>
        </p:nvSpPr>
        <p:spPr>
          <a:xfrm>
            <a:off x="6340767" y="1349831"/>
            <a:ext cx="2507711"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24" name="Picture Placeholder 3">
            <a:extLst>
              <a:ext uri="{FF2B5EF4-FFF2-40B4-BE49-F238E27FC236}">
                <a16:creationId xmlns:a16="http://schemas.microsoft.com/office/drawing/2014/main" id="{85D84EFE-A9F0-F949-8B06-B05A3CF9FC86}"/>
              </a:ext>
            </a:extLst>
          </p:cNvPr>
          <p:cNvSpPr>
            <a:spLocks noGrp="1"/>
          </p:cNvSpPr>
          <p:nvPr>
            <p:ph type="pic" sz="quarter" idx="53"/>
          </p:nvPr>
        </p:nvSpPr>
        <p:spPr>
          <a:xfrm>
            <a:off x="6422959" y="1917045"/>
            <a:ext cx="538263" cy="538263"/>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25" name="Picture Placeholder 3">
            <a:extLst>
              <a:ext uri="{FF2B5EF4-FFF2-40B4-BE49-F238E27FC236}">
                <a16:creationId xmlns:a16="http://schemas.microsoft.com/office/drawing/2014/main" id="{8EFF426A-2289-1D42-9B4B-084B41BA8E48}"/>
              </a:ext>
            </a:extLst>
          </p:cNvPr>
          <p:cNvSpPr>
            <a:spLocks noGrp="1"/>
          </p:cNvSpPr>
          <p:nvPr>
            <p:ph type="pic" sz="quarter" idx="54"/>
          </p:nvPr>
        </p:nvSpPr>
        <p:spPr>
          <a:xfrm>
            <a:off x="6422959" y="2535199"/>
            <a:ext cx="538263" cy="538263"/>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26" name="Picture Placeholder 3">
            <a:extLst>
              <a:ext uri="{FF2B5EF4-FFF2-40B4-BE49-F238E27FC236}">
                <a16:creationId xmlns:a16="http://schemas.microsoft.com/office/drawing/2014/main" id="{0A50ED24-F3A8-5A4B-9ABA-EE3E81B5D8D3}"/>
              </a:ext>
            </a:extLst>
          </p:cNvPr>
          <p:cNvSpPr>
            <a:spLocks noGrp="1"/>
          </p:cNvSpPr>
          <p:nvPr>
            <p:ph type="pic" sz="quarter" idx="55"/>
          </p:nvPr>
        </p:nvSpPr>
        <p:spPr>
          <a:xfrm>
            <a:off x="6422959" y="3153354"/>
            <a:ext cx="538263" cy="538263"/>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27" name="Picture Placeholder 3">
            <a:extLst>
              <a:ext uri="{FF2B5EF4-FFF2-40B4-BE49-F238E27FC236}">
                <a16:creationId xmlns:a16="http://schemas.microsoft.com/office/drawing/2014/main" id="{86391241-E295-F04A-8D4F-B3CC3531A58C}"/>
              </a:ext>
            </a:extLst>
          </p:cNvPr>
          <p:cNvSpPr>
            <a:spLocks noGrp="1"/>
          </p:cNvSpPr>
          <p:nvPr>
            <p:ph type="pic" sz="quarter" idx="56"/>
          </p:nvPr>
        </p:nvSpPr>
        <p:spPr>
          <a:xfrm>
            <a:off x="6422959" y="3771509"/>
            <a:ext cx="538263" cy="538263"/>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28" name="Picture Placeholder 3">
            <a:extLst>
              <a:ext uri="{FF2B5EF4-FFF2-40B4-BE49-F238E27FC236}">
                <a16:creationId xmlns:a16="http://schemas.microsoft.com/office/drawing/2014/main" id="{5800B324-271D-A144-994E-8EEC38FAD6E2}"/>
              </a:ext>
            </a:extLst>
          </p:cNvPr>
          <p:cNvSpPr>
            <a:spLocks noGrp="1"/>
          </p:cNvSpPr>
          <p:nvPr>
            <p:ph type="pic" sz="quarter" idx="57"/>
          </p:nvPr>
        </p:nvSpPr>
        <p:spPr>
          <a:xfrm>
            <a:off x="6422959" y="4389663"/>
            <a:ext cx="538263" cy="538263"/>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29" name="Picture Placeholder 3">
            <a:extLst>
              <a:ext uri="{FF2B5EF4-FFF2-40B4-BE49-F238E27FC236}">
                <a16:creationId xmlns:a16="http://schemas.microsoft.com/office/drawing/2014/main" id="{2B710327-3253-2A41-8C63-5C40B8CE1260}"/>
              </a:ext>
            </a:extLst>
          </p:cNvPr>
          <p:cNvSpPr>
            <a:spLocks noGrp="1"/>
          </p:cNvSpPr>
          <p:nvPr>
            <p:ph type="pic" sz="quarter" idx="58"/>
          </p:nvPr>
        </p:nvSpPr>
        <p:spPr>
          <a:xfrm>
            <a:off x="6422959" y="5007818"/>
            <a:ext cx="538263" cy="538263"/>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30" name="Picture Placeholder 3">
            <a:extLst>
              <a:ext uri="{FF2B5EF4-FFF2-40B4-BE49-F238E27FC236}">
                <a16:creationId xmlns:a16="http://schemas.microsoft.com/office/drawing/2014/main" id="{73578B84-B907-EE47-BD2B-152CC5042C2F}"/>
              </a:ext>
            </a:extLst>
          </p:cNvPr>
          <p:cNvSpPr>
            <a:spLocks noGrp="1"/>
          </p:cNvSpPr>
          <p:nvPr>
            <p:ph type="pic" sz="quarter" idx="59"/>
          </p:nvPr>
        </p:nvSpPr>
        <p:spPr>
          <a:xfrm>
            <a:off x="6422957" y="5625970"/>
            <a:ext cx="538263" cy="538263"/>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31" name="Text Placeholder 7">
            <a:extLst>
              <a:ext uri="{FF2B5EF4-FFF2-40B4-BE49-F238E27FC236}">
                <a16:creationId xmlns:a16="http://schemas.microsoft.com/office/drawing/2014/main" id="{B19546DA-147A-E247-8549-A1603BB54EA3}"/>
              </a:ext>
            </a:extLst>
          </p:cNvPr>
          <p:cNvSpPr>
            <a:spLocks noGrp="1"/>
          </p:cNvSpPr>
          <p:nvPr>
            <p:ph type="body" sz="quarter" idx="60" hasCustomPrompt="1"/>
          </p:nvPr>
        </p:nvSpPr>
        <p:spPr>
          <a:xfrm>
            <a:off x="6961220" y="1967221"/>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32" name="Text Placeholder 7">
            <a:extLst>
              <a:ext uri="{FF2B5EF4-FFF2-40B4-BE49-F238E27FC236}">
                <a16:creationId xmlns:a16="http://schemas.microsoft.com/office/drawing/2014/main" id="{18BADDE2-0D41-7F49-94A6-68B4FC423185}"/>
              </a:ext>
            </a:extLst>
          </p:cNvPr>
          <p:cNvSpPr>
            <a:spLocks noGrp="1"/>
          </p:cNvSpPr>
          <p:nvPr>
            <p:ph type="body" sz="quarter" idx="61" hasCustomPrompt="1"/>
          </p:nvPr>
        </p:nvSpPr>
        <p:spPr>
          <a:xfrm>
            <a:off x="6961220" y="2584612"/>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33" name="Text Placeholder 7">
            <a:extLst>
              <a:ext uri="{FF2B5EF4-FFF2-40B4-BE49-F238E27FC236}">
                <a16:creationId xmlns:a16="http://schemas.microsoft.com/office/drawing/2014/main" id="{7E6CE366-201D-8B40-BA7D-4A11C575FF36}"/>
              </a:ext>
            </a:extLst>
          </p:cNvPr>
          <p:cNvSpPr>
            <a:spLocks noGrp="1"/>
          </p:cNvSpPr>
          <p:nvPr>
            <p:ph type="body" sz="quarter" idx="62" hasCustomPrompt="1"/>
          </p:nvPr>
        </p:nvSpPr>
        <p:spPr>
          <a:xfrm>
            <a:off x="6961220" y="3202003"/>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34" name="Text Placeholder 7">
            <a:extLst>
              <a:ext uri="{FF2B5EF4-FFF2-40B4-BE49-F238E27FC236}">
                <a16:creationId xmlns:a16="http://schemas.microsoft.com/office/drawing/2014/main" id="{465604B6-8FCF-4B40-8A9B-0F5C655A7EE7}"/>
              </a:ext>
            </a:extLst>
          </p:cNvPr>
          <p:cNvSpPr>
            <a:spLocks noGrp="1"/>
          </p:cNvSpPr>
          <p:nvPr>
            <p:ph type="body" sz="quarter" idx="63" hasCustomPrompt="1"/>
          </p:nvPr>
        </p:nvSpPr>
        <p:spPr>
          <a:xfrm>
            <a:off x="6961220" y="3819393"/>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35" name="Text Placeholder 7">
            <a:extLst>
              <a:ext uri="{FF2B5EF4-FFF2-40B4-BE49-F238E27FC236}">
                <a16:creationId xmlns:a16="http://schemas.microsoft.com/office/drawing/2014/main" id="{D608FA58-EAB0-4D46-9359-1EB2C7A651E9}"/>
              </a:ext>
            </a:extLst>
          </p:cNvPr>
          <p:cNvSpPr>
            <a:spLocks noGrp="1"/>
          </p:cNvSpPr>
          <p:nvPr>
            <p:ph type="body" sz="quarter" idx="64" hasCustomPrompt="1"/>
          </p:nvPr>
        </p:nvSpPr>
        <p:spPr>
          <a:xfrm>
            <a:off x="6961220" y="4436784"/>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36" name="Text Placeholder 7">
            <a:extLst>
              <a:ext uri="{FF2B5EF4-FFF2-40B4-BE49-F238E27FC236}">
                <a16:creationId xmlns:a16="http://schemas.microsoft.com/office/drawing/2014/main" id="{66A1D58A-319D-484B-B270-C19908CCE522}"/>
              </a:ext>
            </a:extLst>
          </p:cNvPr>
          <p:cNvSpPr>
            <a:spLocks noGrp="1"/>
          </p:cNvSpPr>
          <p:nvPr>
            <p:ph type="body" sz="quarter" idx="65" hasCustomPrompt="1"/>
          </p:nvPr>
        </p:nvSpPr>
        <p:spPr>
          <a:xfrm>
            <a:off x="6961220" y="5054175"/>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37" name="Text Placeholder 7">
            <a:extLst>
              <a:ext uri="{FF2B5EF4-FFF2-40B4-BE49-F238E27FC236}">
                <a16:creationId xmlns:a16="http://schemas.microsoft.com/office/drawing/2014/main" id="{445DAC0C-999B-824E-8AA3-C28ED112E896}"/>
              </a:ext>
            </a:extLst>
          </p:cNvPr>
          <p:cNvSpPr>
            <a:spLocks noGrp="1"/>
          </p:cNvSpPr>
          <p:nvPr>
            <p:ph type="body" sz="quarter" idx="66" hasCustomPrompt="1"/>
          </p:nvPr>
        </p:nvSpPr>
        <p:spPr>
          <a:xfrm>
            <a:off x="6961220" y="5671563"/>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38" name="Text Placeholder 7">
            <a:extLst>
              <a:ext uri="{FF2B5EF4-FFF2-40B4-BE49-F238E27FC236}">
                <a16:creationId xmlns:a16="http://schemas.microsoft.com/office/drawing/2014/main" id="{3EE18008-A4F6-524A-9AF5-F1EA61E66A83}"/>
              </a:ext>
            </a:extLst>
          </p:cNvPr>
          <p:cNvSpPr>
            <a:spLocks noGrp="1"/>
          </p:cNvSpPr>
          <p:nvPr>
            <p:ph type="body" sz="quarter" idx="67" hasCustomPrompt="1"/>
          </p:nvPr>
        </p:nvSpPr>
        <p:spPr>
          <a:xfrm>
            <a:off x="3491401" y="1349831"/>
            <a:ext cx="2507711"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39" name="Picture Placeholder 3">
            <a:extLst>
              <a:ext uri="{FF2B5EF4-FFF2-40B4-BE49-F238E27FC236}">
                <a16:creationId xmlns:a16="http://schemas.microsoft.com/office/drawing/2014/main" id="{C606DDCF-1093-3C40-9DA4-C8FA9DDF68A6}"/>
              </a:ext>
            </a:extLst>
          </p:cNvPr>
          <p:cNvSpPr>
            <a:spLocks noGrp="1"/>
          </p:cNvSpPr>
          <p:nvPr>
            <p:ph type="pic" sz="quarter" idx="68"/>
          </p:nvPr>
        </p:nvSpPr>
        <p:spPr>
          <a:xfrm>
            <a:off x="3573593" y="1917045"/>
            <a:ext cx="538263" cy="538263"/>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40" name="Picture Placeholder 3">
            <a:extLst>
              <a:ext uri="{FF2B5EF4-FFF2-40B4-BE49-F238E27FC236}">
                <a16:creationId xmlns:a16="http://schemas.microsoft.com/office/drawing/2014/main" id="{7D435CA4-D726-254B-8C0D-14AABA90391A}"/>
              </a:ext>
            </a:extLst>
          </p:cNvPr>
          <p:cNvSpPr>
            <a:spLocks noGrp="1"/>
          </p:cNvSpPr>
          <p:nvPr>
            <p:ph type="pic" sz="quarter" idx="69"/>
          </p:nvPr>
        </p:nvSpPr>
        <p:spPr>
          <a:xfrm>
            <a:off x="3573593" y="2535199"/>
            <a:ext cx="538263" cy="538263"/>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41" name="Picture Placeholder 3">
            <a:extLst>
              <a:ext uri="{FF2B5EF4-FFF2-40B4-BE49-F238E27FC236}">
                <a16:creationId xmlns:a16="http://schemas.microsoft.com/office/drawing/2014/main" id="{0BD6C709-0DC1-2C44-B6B5-6FF36E6A3BE5}"/>
              </a:ext>
            </a:extLst>
          </p:cNvPr>
          <p:cNvSpPr>
            <a:spLocks noGrp="1"/>
          </p:cNvSpPr>
          <p:nvPr>
            <p:ph type="pic" sz="quarter" idx="70"/>
          </p:nvPr>
        </p:nvSpPr>
        <p:spPr>
          <a:xfrm>
            <a:off x="3573593" y="3153354"/>
            <a:ext cx="538263" cy="538263"/>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42" name="Picture Placeholder 3">
            <a:extLst>
              <a:ext uri="{FF2B5EF4-FFF2-40B4-BE49-F238E27FC236}">
                <a16:creationId xmlns:a16="http://schemas.microsoft.com/office/drawing/2014/main" id="{DC8D87A0-3C79-C546-A435-B78B1F5D3A4F}"/>
              </a:ext>
            </a:extLst>
          </p:cNvPr>
          <p:cNvSpPr>
            <a:spLocks noGrp="1"/>
          </p:cNvSpPr>
          <p:nvPr>
            <p:ph type="pic" sz="quarter" idx="71"/>
          </p:nvPr>
        </p:nvSpPr>
        <p:spPr>
          <a:xfrm>
            <a:off x="3573593" y="3771509"/>
            <a:ext cx="538263" cy="538263"/>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43" name="Picture Placeholder 3">
            <a:extLst>
              <a:ext uri="{FF2B5EF4-FFF2-40B4-BE49-F238E27FC236}">
                <a16:creationId xmlns:a16="http://schemas.microsoft.com/office/drawing/2014/main" id="{A02C95F8-AB0D-6943-BE11-975298CD5587}"/>
              </a:ext>
            </a:extLst>
          </p:cNvPr>
          <p:cNvSpPr>
            <a:spLocks noGrp="1"/>
          </p:cNvSpPr>
          <p:nvPr>
            <p:ph type="pic" sz="quarter" idx="72"/>
          </p:nvPr>
        </p:nvSpPr>
        <p:spPr>
          <a:xfrm>
            <a:off x="3573593" y="4389663"/>
            <a:ext cx="538263" cy="538263"/>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44" name="Picture Placeholder 3">
            <a:extLst>
              <a:ext uri="{FF2B5EF4-FFF2-40B4-BE49-F238E27FC236}">
                <a16:creationId xmlns:a16="http://schemas.microsoft.com/office/drawing/2014/main" id="{7F865E1B-0FE7-0D46-BDD2-A9C595992E87}"/>
              </a:ext>
            </a:extLst>
          </p:cNvPr>
          <p:cNvSpPr>
            <a:spLocks noGrp="1"/>
          </p:cNvSpPr>
          <p:nvPr>
            <p:ph type="pic" sz="quarter" idx="73"/>
          </p:nvPr>
        </p:nvSpPr>
        <p:spPr>
          <a:xfrm>
            <a:off x="3573593" y="5007818"/>
            <a:ext cx="538263" cy="538263"/>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45" name="Picture Placeholder 3">
            <a:extLst>
              <a:ext uri="{FF2B5EF4-FFF2-40B4-BE49-F238E27FC236}">
                <a16:creationId xmlns:a16="http://schemas.microsoft.com/office/drawing/2014/main" id="{445B5578-E099-1041-967A-4DC54DB24B51}"/>
              </a:ext>
            </a:extLst>
          </p:cNvPr>
          <p:cNvSpPr>
            <a:spLocks noGrp="1"/>
          </p:cNvSpPr>
          <p:nvPr>
            <p:ph type="pic" sz="quarter" idx="74"/>
          </p:nvPr>
        </p:nvSpPr>
        <p:spPr>
          <a:xfrm>
            <a:off x="3573591" y="5625970"/>
            <a:ext cx="538263" cy="538263"/>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46" name="Text Placeholder 7">
            <a:extLst>
              <a:ext uri="{FF2B5EF4-FFF2-40B4-BE49-F238E27FC236}">
                <a16:creationId xmlns:a16="http://schemas.microsoft.com/office/drawing/2014/main" id="{211687FD-DB71-0342-A587-F03CA82E1912}"/>
              </a:ext>
            </a:extLst>
          </p:cNvPr>
          <p:cNvSpPr>
            <a:spLocks noGrp="1"/>
          </p:cNvSpPr>
          <p:nvPr>
            <p:ph type="body" sz="quarter" idx="75" hasCustomPrompt="1"/>
          </p:nvPr>
        </p:nvSpPr>
        <p:spPr>
          <a:xfrm>
            <a:off x="4111853" y="1967221"/>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47" name="Text Placeholder 7">
            <a:extLst>
              <a:ext uri="{FF2B5EF4-FFF2-40B4-BE49-F238E27FC236}">
                <a16:creationId xmlns:a16="http://schemas.microsoft.com/office/drawing/2014/main" id="{C6266F2D-D76E-4B44-93DD-A34796AC023B}"/>
              </a:ext>
            </a:extLst>
          </p:cNvPr>
          <p:cNvSpPr>
            <a:spLocks noGrp="1"/>
          </p:cNvSpPr>
          <p:nvPr>
            <p:ph type="body" sz="quarter" idx="76" hasCustomPrompt="1"/>
          </p:nvPr>
        </p:nvSpPr>
        <p:spPr>
          <a:xfrm>
            <a:off x="4111853" y="2584612"/>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48" name="Text Placeholder 7">
            <a:extLst>
              <a:ext uri="{FF2B5EF4-FFF2-40B4-BE49-F238E27FC236}">
                <a16:creationId xmlns:a16="http://schemas.microsoft.com/office/drawing/2014/main" id="{EED47149-409B-B14D-8718-6D51AE3D3AB5}"/>
              </a:ext>
            </a:extLst>
          </p:cNvPr>
          <p:cNvSpPr>
            <a:spLocks noGrp="1"/>
          </p:cNvSpPr>
          <p:nvPr>
            <p:ph type="body" sz="quarter" idx="77" hasCustomPrompt="1"/>
          </p:nvPr>
        </p:nvSpPr>
        <p:spPr>
          <a:xfrm>
            <a:off x="4111853" y="3202003"/>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49" name="Text Placeholder 7">
            <a:extLst>
              <a:ext uri="{FF2B5EF4-FFF2-40B4-BE49-F238E27FC236}">
                <a16:creationId xmlns:a16="http://schemas.microsoft.com/office/drawing/2014/main" id="{4E84D3C7-B3A4-CC48-9855-4938E4E118AD}"/>
              </a:ext>
            </a:extLst>
          </p:cNvPr>
          <p:cNvSpPr>
            <a:spLocks noGrp="1"/>
          </p:cNvSpPr>
          <p:nvPr>
            <p:ph type="body" sz="quarter" idx="78" hasCustomPrompt="1"/>
          </p:nvPr>
        </p:nvSpPr>
        <p:spPr>
          <a:xfrm>
            <a:off x="4111853" y="3819393"/>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50" name="Text Placeholder 7">
            <a:extLst>
              <a:ext uri="{FF2B5EF4-FFF2-40B4-BE49-F238E27FC236}">
                <a16:creationId xmlns:a16="http://schemas.microsoft.com/office/drawing/2014/main" id="{DC0C48EA-7A34-944B-8132-DF37F09318AE}"/>
              </a:ext>
            </a:extLst>
          </p:cNvPr>
          <p:cNvSpPr>
            <a:spLocks noGrp="1"/>
          </p:cNvSpPr>
          <p:nvPr>
            <p:ph type="body" sz="quarter" idx="79" hasCustomPrompt="1"/>
          </p:nvPr>
        </p:nvSpPr>
        <p:spPr>
          <a:xfrm>
            <a:off x="4111853" y="4436784"/>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51" name="Text Placeholder 7">
            <a:extLst>
              <a:ext uri="{FF2B5EF4-FFF2-40B4-BE49-F238E27FC236}">
                <a16:creationId xmlns:a16="http://schemas.microsoft.com/office/drawing/2014/main" id="{7ACADDD2-9A10-6942-8259-473273FBB069}"/>
              </a:ext>
            </a:extLst>
          </p:cNvPr>
          <p:cNvSpPr>
            <a:spLocks noGrp="1"/>
          </p:cNvSpPr>
          <p:nvPr>
            <p:ph type="body" sz="quarter" idx="80" hasCustomPrompt="1"/>
          </p:nvPr>
        </p:nvSpPr>
        <p:spPr>
          <a:xfrm>
            <a:off x="4111853" y="5054175"/>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52" name="Text Placeholder 7">
            <a:extLst>
              <a:ext uri="{FF2B5EF4-FFF2-40B4-BE49-F238E27FC236}">
                <a16:creationId xmlns:a16="http://schemas.microsoft.com/office/drawing/2014/main" id="{B7475A50-9DE6-6F44-B7FA-C3C7928FF283}"/>
              </a:ext>
            </a:extLst>
          </p:cNvPr>
          <p:cNvSpPr>
            <a:spLocks noGrp="1"/>
          </p:cNvSpPr>
          <p:nvPr>
            <p:ph type="body" sz="quarter" idx="81" hasCustomPrompt="1"/>
          </p:nvPr>
        </p:nvSpPr>
        <p:spPr>
          <a:xfrm>
            <a:off x="4111853" y="5671563"/>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64" name="Text Placeholder 6">
            <a:extLst>
              <a:ext uri="{FF2B5EF4-FFF2-40B4-BE49-F238E27FC236}">
                <a16:creationId xmlns:a16="http://schemas.microsoft.com/office/drawing/2014/main" id="{58C553A7-8A31-870C-101B-0A204C3890FC}"/>
              </a:ext>
            </a:extLst>
          </p:cNvPr>
          <p:cNvSpPr>
            <a:spLocks noGrp="1"/>
          </p:cNvSpPr>
          <p:nvPr>
            <p:ph type="body" sz="quarter" idx="82" hasCustomPrompt="1"/>
          </p:nvPr>
        </p:nvSpPr>
        <p:spPr>
          <a:xfrm>
            <a:off x="632820" y="753583"/>
            <a:ext cx="7460073" cy="482748"/>
          </a:xfrm>
          <a:prstGeom prst="rect">
            <a:avLst/>
          </a:prstGeom>
        </p:spPr>
        <p:txBody>
          <a:bodyPr lIns="0" tIns="0" rIns="0" bIns="0" anchor="t" anchorCtr="0"/>
          <a:lstStyle>
            <a:lvl1pPr marL="0" indent="0">
              <a:lnSpc>
                <a:spcPct val="100000"/>
              </a:lnSpc>
              <a:spcBef>
                <a:spcPts val="0"/>
              </a:spcBef>
              <a:buNone/>
              <a:defRPr sz="3200" b="0" i="0">
                <a:solidFill>
                  <a:schemeClr val="bg1"/>
                </a:solidFill>
                <a:latin typeface="CiscoSansTT ExtraLight" panose="020B0303020201020303" pitchFamily="34" charset="0"/>
                <a:cs typeface="CiscoSansTT ExtraLight" panose="020B0303020201020303" pitchFamily="34" charset="0"/>
              </a:defRPr>
            </a:lvl1pPr>
          </a:lstStyle>
          <a:p>
            <a:r>
              <a:rPr lang="en-GB" dirty="0"/>
              <a:t>Heading goes here</a:t>
            </a:r>
          </a:p>
        </p:txBody>
      </p:sp>
      <p:sp>
        <p:nvSpPr>
          <p:cNvPr id="65" name="Text Placeholder 2">
            <a:extLst>
              <a:ext uri="{FF2B5EF4-FFF2-40B4-BE49-F238E27FC236}">
                <a16:creationId xmlns:a16="http://schemas.microsoft.com/office/drawing/2014/main" id="{7469A137-485B-5AAB-AAF4-554238BF1365}"/>
              </a:ext>
            </a:extLst>
          </p:cNvPr>
          <p:cNvSpPr>
            <a:spLocks noGrp="1"/>
          </p:cNvSpPr>
          <p:nvPr>
            <p:ph type="body" sz="quarter" idx="14" hasCustomPrompt="1"/>
          </p:nvPr>
        </p:nvSpPr>
        <p:spPr>
          <a:xfrm>
            <a:off x="632127" y="431800"/>
            <a:ext cx="3489235" cy="304800"/>
          </a:xfrm>
          <a:prstGeom prst="rect">
            <a:avLst/>
          </a:prstGeom>
        </p:spPr>
        <p:txBody>
          <a:bodyPr lIns="0" tIns="0" rIns="0" bIns="0"/>
          <a:lstStyle>
            <a:lvl1pPr marL="0" indent="0">
              <a:spcBef>
                <a:spcPts val="0"/>
              </a:spcBef>
              <a:buFont typeface="Arial" panose="020B0604020202020204" pitchFamily="34" charset="0"/>
              <a:buNone/>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Tree>
    <p:extLst>
      <p:ext uri="{BB962C8B-B14F-4D97-AF65-F5344CB8AC3E}">
        <p14:creationId xmlns:p14="http://schemas.microsoft.com/office/powerpoint/2010/main" val="17115002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Org chart 2">
    <p:bg>
      <p:bgPr>
        <a:solidFill>
          <a:schemeClr val="bg2"/>
        </a:solidFill>
        <a:effectLst/>
      </p:bgPr>
    </p:bg>
    <p:spTree>
      <p:nvGrpSpPr>
        <p:cNvPr id="1" name=""/>
        <p:cNvGrpSpPr/>
        <p:nvPr/>
      </p:nvGrpSpPr>
      <p:grpSpPr>
        <a:xfrm>
          <a:off x="0" y="0"/>
          <a:ext cx="0" cy="0"/>
          <a:chOff x="0" y="0"/>
          <a:chExt cx="0" cy="0"/>
        </a:xfrm>
      </p:grpSpPr>
      <p:sp>
        <p:nvSpPr>
          <p:cNvPr id="76" name="Text Placeholder 7">
            <a:extLst>
              <a:ext uri="{FF2B5EF4-FFF2-40B4-BE49-F238E27FC236}">
                <a16:creationId xmlns:a16="http://schemas.microsoft.com/office/drawing/2014/main" id="{E17737D0-FC6B-7145-AB20-DD008328E7AF}"/>
              </a:ext>
            </a:extLst>
          </p:cNvPr>
          <p:cNvSpPr>
            <a:spLocks noGrp="1"/>
          </p:cNvSpPr>
          <p:nvPr>
            <p:ph type="body" sz="quarter" idx="21" hasCustomPrompt="1"/>
          </p:nvPr>
        </p:nvSpPr>
        <p:spPr>
          <a:xfrm>
            <a:off x="614635" y="1171748"/>
            <a:ext cx="2507711"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78" name="Picture Placeholder 3">
            <a:extLst>
              <a:ext uri="{FF2B5EF4-FFF2-40B4-BE49-F238E27FC236}">
                <a16:creationId xmlns:a16="http://schemas.microsoft.com/office/drawing/2014/main" id="{A7181BD4-D32F-9345-AF80-E1B50A790230}"/>
              </a:ext>
            </a:extLst>
          </p:cNvPr>
          <p:cNvSpPr>
            <a:spLocks noGrp="1"/>
          </p:cNvSpPr>
          <p:nvPr>
            <p:ph type="pic" sz="quarter" idx="23"/>
          </p:nvPr>
        </p:nvSpPr>
        <p:spPr>
          <a:xfrm>
            <a:off x="724227" y="1578211"/>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79" name="Picture Placeholder 3">
            <a:extLst>
              <a:ext uri="{FF2B5EF4-FFF2-40B4-BE49-F238E27FC236}">
                <a16:creationId xmlns:a16="http://schemas.microsoft.com/office/drawing/2014/main" id="{8B41B35C-4335-694B-BF5C-EFF21B146926}"/>
              </a:ext>
            </a:extLst>
          </p:cNvPr>
          <p:cNvSpPr>
            <a:spLocks noGrp="1"/>
          </p:cNvSpPr>
          <p:nvPr>
            <p:ph type="pic" sz="quarter" idx="24"/>
          </p:nvPr>
        </p:nvSpPr>
        <p:spPr>
          <a:xfrm>
            <a:off x="724227" y="2166105"/>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80" name="Picture Placeholder 3">
            <a:extLst>
              <a:ext uri="{FF2B5EF4-FFF2-40B4-BE49-F238E27FC236}">
                <a16:creationId xmlns:a16="http://schemas.microsoft.com/office/drawing/2014/main" id="{866CFDD6-B03C-D145-9DE2-DE5127549723}"/>
              </a:ext>
            </a:extLst>
          </p:cNvPr>
          <p:cNvSpPr>
            <a:spLocks noGrp="1"/>
          </p:cNvSpPr>
          <p:nvPr>
            <p:ph type="pic" sz="quarter" idx="25"/>
          </p:nvPr>
        </p:nvSpPr>
        <p:spPr>
          <a:xfrm>
            <a:off x="724227" y="2754000"/>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81" name="Picture Placeholder 3">
            <a:extLst>
              <a:ext uri="{FF2B5EF4-FFF2-40B4-BE49-F238E27FC236}">
                <a16:creationId xmlns:a16="http://schemas.microsoft.com/office/drawing/2014/main" id="{7E9D6FF4-058B-8046-ABE9-38E11FFC6001}"/>
              </a:ext>
            </a:extLst>
          </p:cNvPr>
          <p:cNvSpPr>
            <a:spLocks noGrp="1"/>
          </p:cNvSpPr>
          <p:nvPr>
            <p:ph type="pic" sz="quarter" idx="26"/>
          </p:nvPr>
        </p:nvSpPr>
        <p:spPr>
          <a:xfrm>
            <a:off x="724227" y="3341895"/>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82" name="Picture Placeholder 3">
            <a:extLst>
              <a:ext uri="{FF2B5EF4-FFF2-40B4-BE49-F238E27FC236}">
                <a16:creationId xmlns:a16="http://schemas.microsoft.com/office/drawing/2014/main" id="{7D143D2C-F993-FD4D-A334-8C81C2918C4C}"/>
              </a:ext>
            </a:extLst>
          </p:cNvPr>
          <p:cNvSpPr>
            <a:spLocks noGrp="1"/>
          </p:cNvSpPr>
          <p:nvPr>
            <p:ph type="pic" sz="quarter" idx="27"/>
          </p:nvPr>
        </p:nvSpPr>
        <p:spPr>
          <a:xfrm>
            <a:off x="724227" y="3929789"/>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83" name="Picture Placeholder 3">
            <a:extLst>
              <a:ext uri="{FF2B5EF4-FFF2-40B4-BE49-F238E27FC236}">
                <a16:creationId xmlns:a16="http://schemas.microsoft.com/office/drawing/2014/main" id="{989569BD-3B1E-2F43-AD8E-12EEFDBDB542}"/>
              </a:ext>
            </a:extLst>
          </p:cNvPr>
          <p:cNvSpPr>
            <a:spLocks noGrp="1"/>
          </p:cNvSpPr>
          <p:nvPr>
            <p:ph type="pic" sz="quarter" idx="28"/>
          </p:nvPr>
        </p:nvSpPr>
        <p:spPr>
          <a:xfrm>
            <a:off x="724227" y="4517684"/>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84" name="Picture Placeholder 3">
            <a:extLst>
              <a:ext uri="{FF2B5EF4-FFF2-40B4-BE49-F238E27FC236}">
                <a16:creationId xmlns:a16="http://schemas.microsoft.com/office/drawing/2014/main" id="{BEB04B58-EE83-374A-AB3A-FD4D12C64DD5}"/>
              </a:ext>
            </a:extLst>
          </p:cNvPr>
          <p:cNvSpPr>
            <a:spLocks noGrp="1"/>
          </p:cNvSpPr>
          <p:nvPr>
            <p:ph type="pic" sz="quarter" idx="29"/>
          </p:nvPr>
        </p:nvSpPr>
        <p:spPr>
          <a:xfrm>
            <a:off x="724224" y="5105579"/>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85" name="Text Placeholder 7">
            <a:extLst>
              <a:ext uri="{FF2B5EF4-FFF2-40B4-BE49-F238E27FC236}">
                <a16:creationId xmlns:a16="http://schemas.microsoft.com/office/drawing/2014/main" id="{8AAC0B54-C96C-C441-8863-1932E37ACBAD}"/>
              </a:ext>
            </a:extLst>
          </p:cNvPr>
          <p:cNvSpPr>
            <a:spLocks noGrp="1"/>
          </p:cNvSpPr>
          <p:nvPr>
            <p:ph type="body" sz="quarter" idx="30" hasCustomPrompt="1"/>
          </p:nvPr>
        </p:nvSpPr>
        <p:spPr>
          <a:xfrm>
            <a:off x="1235089" y="1600989"/>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86" name="Text Placeholder 7">
            <a:extLst>
              <a:ext uri="{FF2B5EF4-FFF2-40B4-BE49-F238E27FC236}">
                <a16:creationId xmlns:a16="http://schemas.microsoft.com/office/drawing/2014/main" id="{0F089C13-C00D-1746-A5D0-6C1948F1A73E}"/>
              </a:ext>
            </a:extLst>
          </p:cNvPr>
          <p:cNvSpPr>
            <a:spLocks noGrp="1"/>
          </p:cNvSpPr>
          <p:nvPr>
            <p:ph type="body" sz="quarter" idx="31" hasCustomPrompt="1"/>
          </p:nvPr>
        </p:nvSpPr>
        <p:spPr>
          <a:xfrm>
            <a:off x="1235089" y="2188229"/>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87" name="Text Placeholder 7">
            <a:extLst>
              <a:ext uri="{FF2B5EF4-FFF2-40B4-BE49-F238E27FC236}">
                <a16:creationId xmlns:a16="http://schemas.microsoft.com/office/drawing/2014/main" id="{3AB30254-5518-6C40-BF50-3E9FAE4EDF85}"/>
              </a:ext>
            </a:extLst>
          </p:cNvPr>
          <p:cNvSpPr>
            <a:spLocks noGrp="1"/>
          </p:cNvSpPr>
          <p:nvPr>
            <p:ph type="body" sz="quarter" idx="32" hasCustomPrompt="1"/>
          </p:nvPr>
        </p:nvSpPr>
        <p:spPr>
          <a:xfrm>
            <a:off x="1235089" y="2775469"/>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88" name="Text Placeholder 7">
            <a:extLst>
              <a:ext uri="{FF2B5EF4-FFF2-40B4-BE49-F238E27FC236}">
                <a16:creationId xmlns:a16="http://schemas.microsoft.com/office/drawing/2014/main" id="{0811A6CF-DD21-8D4C-9C08-8AF894110913}"/>
              </a:ext>
            </a:extLst>
          </p:cNvPr>
          <p:cNvSpPr>
            <a:spLocks noGrp="1"/>
          </p:cNvSpPr>
          <p:nvPr>
            <p:ph type="body" sz="quarter" idx="33" hasCustomPrompt="1"/>
          </p:nvPr>
        </p:nvSpPr>
        <p:spPr>
          <a:xfrm>
            <a:off x="1235089" y="3362709"/>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89" name="Text Placeholder 7">
            <a:extLst>
              <a:ext uri="{FF2B5EF4-FFF2-40B4-BE49-F238E27FC236}">
                <a16:creationId xmlns:a16="http://schemas.microsoft.com/office/drawing/2014/main" id="{D21AD92C-4C78-7443-BE76-29C48973EDB2}"/>
              </a:ext>
            </a:extLst>
          </p:cNvPr>
          <p:cNvSpPr>
            <a:spLocks noGrp="1"/>
          </p:cNvSpPr>
          <p:nvPr>
            <p:ph type="body" sz="quarter" idx="34" hasCustomPrompt="1"/>
          </p:nvPr>
        </p:nvSpPr>
        <p:spPr>
          <a:xfrm>
            <a:off x="1235089" y="3949949"/>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90" name="Text Placeholder 7">
            <a:extLst>
              <a:ext uri="{FF2B5EF4-FFF2-40B4-BE49-F238E27FC236}">
                <a16:creationId xmlns:a16="http://schemas.microsoft.com/office/drawing/2014/main" id="{C2B48CD5-A321-6E4E-A37C-2F205EF929FB}"/>
              </a:ext>
            </a:extLst>
          </p:cNvPr>
          <p:cNvSpPr>
            <a:spLocks noGrp="1"/>
          </p:cNvSpPr>
          <p:nvPr>
            <p:ph type="body" sz="quarter" idx="35" hasCustomPrompt="1"/>
          </p:nvPr>
        </p:nvSpPr>
        <p:spPr>
          <a:xfrm>
            <a:off x="1235089" y="4537189"/>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91" name="Text Placeholder 7">
            <a:extLst>
              <a:ext uri="{FF2B5EF4-FFF2-40B4-BE49-F238E27FC236}">
                <a16:creationId xmlns:a16="http://schemas.microsoft.com/office/drawing/2014/main" id="{D1F05418-8D4D-C748-A3F2-A4480B3CD983}"/>
              </a:ext>
            </a:extLst>
          </p:cNvPr>
          <p:cNvSpPr>
            <a:spLocks noGrp="1"/>
          </p:cNvSpPr>
          <p:nvPr>
            <p:ph type="body" sz="quarter" idx="36" hasCustomPrompt="1"/>
          </p:nvPr>
        </p:nvSpPr>
        <p:spPr>
          <a:xfrm>
            <a:off x="1235089" y="5124429"/>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08" name="Text Placeholder 7">
            <a:extLst>
              <a:ext uri="{FF2B5EF4-FFF2-40B4-BE49-F238E27FC236}">
                <a16:creationId xmlns:a16="http://schemas.microsoft.com/office/drawing/2014/main" id="{F7397E79-89BD-7149-B996-8FADDB83B5EC}"/>
              </a:ext>
            </a:extLst>
          </p:cNvPr>
          <p:cNvSpPr>
            <a:spLocks noGrp="1"/>
          </p:cNvSpPr>
          <p:nvPr>
            <p:ph type="body" sz="quarter" idx="37" hasCustomPrompt="1"/>
          </p:nvPr>
        </p:nvSpPr>
        <p:spPr>
          <a:xfrm>
            <a:off x="9203831" y="1171748"/>
            <a:ext cx="2507711"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09" name="Picture Placeholder 3">
            <a:extLst>
              <a:ext uri="{FF2B5EF4-FFF2-40B4-BE49-F238E27FC236}">
                <a16:creationId xmlns:a16="http://schemas.microsoft.com/office/drawing/2014/main" id="{65977F0B-74CE-E44C-93B2-249490598A1B}"/>
              </a:ext>
            </a:extLst>
          </p:cNvPr>
          <p:cNvSpPr>
            <a:spLocks noGrp="1"/>
          </p:cNvSpPr>
          <p:nvPr>
            <p:ph type="pic" sz="quarter" idx="38"/>
          </p:nvPr>
        </p:nvSpPr>
        <p:spPr>
          <a:xfrm>
            <a:off x="9313421" y="1578211"/>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10" name="Picture Placeholder 3">
            <a:extLst>
              <a:ext uri="{FF2B5EF4-FFF2-40B4-BE49-F238E27FC236}">
                <a16:creationId xmlns:a16="http://schemas.microsoft.com/office/drawing/2014/main" id="{219BB1E5-9F99-5143-A2D1-EABF082DCA12}"/>
              </a:ext>
            </a:extLst>
          </p:cNvPr>
          <p:cNvSpPr>
            <a:spLocks noGrp="1"/>
          </p:cNvSpPr>
          <p:nvPr>
            <p:ph type="pic" sz="quarter" idx="39"/>
          </p:nvPr>
        </p:nvSpPr>
        <p:spPr>
          <a:xfrm>
            <a:off x="9313421" y="2166105"/>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11" name="Picture Placeholder 3">
            <a:extLst>
              <a:ext uri="{FF2B5EF4-FFF2-40B4-BE49-F238E27FC236}">
                <a16:creationId xmlns:a16="http://schemas.microsoft.com/office/drawing/2014/main" id="{916A17DF-2388-4B4F-9CF8-7379304305A8}"/>
              </a:ext>
            </a:extLst>
          </p:cNvPr>
          <p:cNvSpPr>
            <a:spLocks noGrp="1"/>
          </p:cNvSpPr>
          <p:nvPr>
            <p:ph type="pic" sz="quarter" idx="40"/>
          </p:nvPr>
        </p:nvSpPr>
        <p:spPr>
          <a:xfrm>
            <a:off x="9313421" y="2754000"/>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12" name="Picture Placeholder 3">
            <a:extLst>
              <a:ext uri="{FF2B5EF4-FFF2-40B4-BE49-F238E27FC236}">
                <a16:creationId xmlns:a16="http://schemas.microsoft.com/office/drawing/2014/main" id="{DC933AF6-FC67-8444-94EE-A70793FE14EC}"/>
              </a:ext>
            </a:extLst>
          </p:cNvPr>
          <p:cNvSpPr>
            <a:spLocks noGrp="1"/>
          </p:cNvSpPr>
          <p:nvPr>
            <p:ph type="pic" sz="quarter" idx="41"/>
          </p:nvPr>
        </p:nvSpPr>
        <p:spPr>
          <a:xfrm>
            <a:off x="9313421" y="3341895"/>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13" name="Picture Placeholder 3">
            <a:extLst>
              <a:ext uri="{FF2B5EF4-FFF2-40B4-BE49-F238E27FC236}">
                <a16:creationId xmlns:a16="http://schemas.microsoft.com/office/drawing/2014/main" id="{CB399D5E-7F31-A24F-A1DE-A37A559BF962}"/>
              </a:ext>
            </a:extLst>
          </p:cNvPr>
          <p:cNvSpPr>
            <a:spLocks noGrp="1"/>
          </p:cNvSpPr>
          <p:nvPr>
            <p:ph type="pic" sz="quarter" idx="42"/>
          </p:nvPr>
        </p:nvSpPr>
        <p:spPr>
          <a:xfrm>
            <a:off x="9313421" y="3929789"/>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14" name="Picture Placeholder 3">
            <a:extLst>
              <a:ext uri="{FF2B5EF4-FFF2-40B4-BE49-F238E27FC236}">
                <a16:creationId xmlns:a16="http://schemas.microsoft.com/office/drawing/2014/main" id="{B965FBBE-9194-2143-8B08-05E031CD6DBF}"/>
              </a:ext>
            </a:extLst>
          </p:cNvPr>
          <p:cNvSpPr>
            <a:spLocks noGrp="1"/>
          </p:cNvSpPr>
          <p:nvPr>
            <p:ph type="pic" sz="quarter" idx="43"/>
          </p:nvPr>
        </p:nvSpPr>
        <p:spPr>
          <a:xfrm>
            <a:off x="9313421" y="4517684"/>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15" name="Picture Placeholder 3">
            <a:extLst>
              <a:ext uri="{FF2B5EF4-FFF2-40B4-BE49-F238E27FC236}">
                <a16:creationId xmlns:a16="http://schemas.microsoft.com/office/drawing/2014/main" id="{49F35041-77CA-1848-B269-74C604CA7E40}"/>
              </a:ext>
            </a:extLst>
          </p:cNvPr>
          <p:cNvSpPr>
            <a:spLocks noGrp="1"/>
          </p:cNvSpPr>
          <p:nvPr>
            <p:ph type="pic" sz="quarter" idx="44"/>
          </p:nvPr>
        </p:nvSpPr>
        <p:spPr>
          <a:xfrm>
            <a:off x="9313421" y="5105579"/>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16" name="Text Placeholder 7">
            <a:extLst>
              <a:ext uri="{FF2B5EF4-FFF2-40B4-BE49-F238E27FC236}">
                <a16:creationId xmlns:a16="http://schemas.microsoft.com/office/drawing/2014/main" id="{7523ABB3-75D2-EB4B-8C6E-3820D8F4D52B}"/>
              </a:ext>
            </a:extLst>
          </p:cNvPr>
          <p:cNvSpPr>
            <a:spLocks noGrp="1"/>
          </p:cNvSpPr>
          <p:nvPr>
            <p:ph type="body" sz="quarter" idx="45" hasCustomPrompt="1"/>
          </p:nvPr>
        </p:nvSpPr>
        <p:spPr>
          <a:xfrm>
            <a:off x="9824285" y="1600989"/>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17" name="Text Placeholder 7">
            <a:extLst>
              <a:ext uri="{FF2B5EF4-FFF2-40B4-BE49-F238E27FC236}">
                <a16:creationId xmlns:a16="http://schemas.microsoft.com/office/drawing/2014/main" id="{31960E30-9C67-F74E-B253-1DE44672EE81}"/>
              </a:ext>
            </a:extLst>
          </p:cNvPr>
          <p:cNvSpPr>
            <a:spLocks noGrp="1"/>
          </p:cNvSpPr>
          <p:nvPr>
            <p:ph type="body" sz="quarter" idx="46" hasCustomPrompt="1"/>
          </p:nvPr>
        </p:nvSpPr>
        <p:spPr>
          <a:xfrm>
            <a:off x="9824285" y="2188229"/>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18" name="Text Placeholder 7">
            <a:extLst>
              <a:ext uri="{FF2B5EF4-FFF2-40B4-BE49-F238E27FC236}">
                <a16:creationId xmlns:a16="http://schemas.microsoft.com/office/drawing/2014/main" id="{D198513C-EECB-854A-B6A3-42BC9E6FB8C4}"/>
              </a:ext>
            </a:extLst>
          </p:cNvPr>
          <p:cNvSpPr>
            <a:spLocks noGrp="1"/>
          </p:cNvSpPr>
          <p:nvPr>
            <p:ph type="body" sz="quarter" idx="47" hasCustomPrompt="1"/>
          </p:nvPr>
        </p:nvSpPr>
        <p:spPr>
          <a:xfrm>
            <a:off x="9824285" y="2775469"/>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19" name="Text Placeholder 7">
            <a:extLst>
              <a:ext uri="{FF2B5EF4-FFF2-40B4-BE49-F238E27FC236}">
                <a16:creationId xmlns:a16="http://schemas.microsoft.com/office/drawing/2014/main" id="{D7710000-DF90-134E-97A1-21653758D218}"/>
              </a:ext>
            </a:extLst>
          </p:cNvPr>
          <p:cNvSpPr>
            <a:spLocks noGrp="1"/>
          </p:cNvSpPr>
          <p:nvPr>
            <p:ph type="body" sz="quarter" idx="48" hasCustomPrompt="1"/>
          </p:nvPr>
        </p:nvSpPr>
        <p:spPr>
          <a:xfrm>
            <a:off x="9824285" y="3362709"/>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20" name="Text Placeholder 7">
            <a:extLst>
              <a:ext uri="{FF2B5EF4-FFF2-40B4-BE49-F238E27FC236}">
                <a16:creationId xmlns:a16="http://schemas.microsoft.com/office/drawing/2014/main" id="{22BB9ACD-30E4-4842-B8B6-F65E21604C23}"/>
              </a:ext>
            </a:extLst>
          </p:cNvPr>
          <p:cNvSpPr>
            <a:spLocks noGrp="1"/>
          </p:cNvSpPr>
          <p:nvPr>
            <p:ph type="body" sz="quarter" idx="49" hasCustomPrompt="1"/>
          </p:nvPr>
        </p:nvSpPr>
        <p:spPr>
          <a:xfrm>
            <a:off x="9824285" y="3949949"/>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21" name="Text Placeholder 7">
            <a:extLst>
              <a:ext uri="{FF2B5EF4-FFF2-40B4-BE49-F238E27FC236}">
                <a16:creationId xmlns:a16="http://schemas.microsoft.com/office/drawing/2014/main" id="{F1A7767C-FCA9-9742-8B5C-0539AFAAB5B0}"/>
              </a:ext>
            </a:extLst>
          </p:cNvPr>
          <p:cNvSpPr>
            <a:spLocks noGrp="1"/>
          </p:cNvSpPr>
          <p:nvPr>
            <p:ph type="body" sz="quarter" idx="50" hasCustomPrompt="1"/>
          </p:nvPr>
        </p:nvSpPr>
        <p:spPr>
          <a:xfrm>
            <a:off x="9824285" y="4537189"/>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22" name="Text Placeholder 7">
            <a:extLst>
              <a:ext uri="{FF2B5EF4-FFF2-40B4-BE49-F238E27FC236}">
                <a16:creationId xmlns:a16="http://schemas.microsoft.com/office/drawing/2014/main" id="{C3DF1340-33D8-624D-A201-67A4FB45E295}"/>
              </a:ext>
            </a:extLst>
          </p:cNvPr>
          <p:cNvSpPr>
            <a:spLocks noGrp="1"/>
          </p:cNvSpPr>
          <p:nvPr>
            <p:ph type="body" sz="quarter" idx="51" hasCustomPrompt="1"/>
          </p:nvPr>
        </p:nvSpPr>
        <p:spPr>
          <a:xfrm>
            <a:off x="9824285" y="5124429"/>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23" name="Text Placeholder 7">
            <a:extLst>
              <a:ext uri="{FF2B5EF4-FFF2-40B4-BE49-F238E27FC236}">
                <a16:creationId xmlns:a16="http://schemas.microsoft.com/office/drawing/2014/main" id="{9A8C8EBC-B967-3441-9C50-E663A1873548}"/>
              </a:ext>
            </a:extLst>
          </p:cNvPr>
          <p:cNvSpPr>
            <a:spLocks noGrp="1"/>
          </p:cNvSpPr>
          <p:nvPr>
            <p:ph type="body" sz="quarter" idx="52" hasCustomPrompt="1"/>
          </p:nvPr>
        </p:nvSpPr>
        <p:spPr>
          <a:xfrm>
            <a:off x="6340767" y="1171748"/>
            <a:ext cx="2507711"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24" name="Picture Placeholder 3">
            <a:extLst>
              <a:ext uri="{FF2B5EF4-FFF2-40B4-BE49-F238E27FC236}">
                <a16:creationId xmlns:a16="http://schemas.microsoft.com/office/drawing/2014/main" id="{85D84EFE-A9F0-F949-8B06-B05A3CF9FC86}"/>
              </a:ext>
            </a:extLst>
          </p:cNvPr>
          <p:cNvSpPr>
            <a:spLocks noGrp="1"/>
          </p:cNvSpPr>
          <p:nvPr>
            <p:ph type="pic" sz="quarter" idx="53"/>
          </p:nvPr>
        </p:nvSpPr>
        <p:spPr>
          <a:xfrm>
            <a:off x="6450356" y="1578211"/>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25" name="Picture Placeholder 3">
            <a:extLst>
              <a:ext uri="{FF2B5EF4-FFF2-40B4-BE49-F238E27FC236}">
                <a16:creationId xmlns:a16="http://schemas.microsoft.com/office/drawing/2014/main" id="{8EFF426A-2289-1D42-9B4B-084B41BA8E48}"/>
              </a:ext>
            </a:extLst>
          </p:cNvPr>
          <p:cNvSpPr>
            <a:spLocks noGrp="1"/>
          </p:cNvSpPr>
          <p:nvPr>
            <p:ph type="pic" sz="quarter" idx="54"/>
          </p:nvPr>
        </p:nvSpPr>
        <p:spPr>
          <a:xfrm>
            <a:off x="6450356" y="2166105"/>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26" name="Picture Placeholder 3">
            <a:extLst>
              <a:ext uri="{FF2B5EF4-FFF2-40B4-BE49-F238E27FC236}">
                <a16:creationId xmlns:a16="http://schemas.microsoft.com/office/drawing/2014/main" id="{0A50ED24-F3A8-5A4B-9ABA-EE3E81B5D8D3}"/>
              </a:ext>
            </a:extLst>
          </p:cNvPr>
          <p:cNvSpPr>
            <a:spLocks noGrp="1"/>
          </p:cNvSpPr>
          <p:nvPr>
            <p:ph type="pic" sz="quarter" idx="55"/>
          </p:nvPr>
        </p:nvSpPr>
        <p:spPr>
          <a:xfrm>
            <a:off x="6450356" y="2754000"/>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27" name="Picture Placeholder 3">
            <a:extLst>
              <a:ext uri="{FF2B5EF4-FFF2-40B4-BE49-F238E27FC236}">
                <a16:creationId xmlns:a16="http://schemas.microsoft.com/office/drawing/2014/main" id="{86391241-E295-F04A-8D4F-B3CC3531A58C}"/>
              </a:ext>
            </a:extLst>
          </p:cNvPr>
          <p:cNvSpPr>
            <a:spLocks noGrp="1"/>
          </p:cNvSpPr>
          <p:nvPr>
            <p:ph type="pic" sz="quarter" idx="56"/>
          </p:nvPr>
        </p:nvSpPr>
        <p:spPr>
          <a:xfrm>
            <a:off x="6450356" y="3341895"/>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28" name="Picture Placeholder 3">
            <a:extLst>
              <a:ext uri="{FF2B5EF4-FFF2-40B4-BE49-F238E27FC236}">
                <a16:creationId xmlns:a16="http://schemas.microsoft.com/office/drawing/2014/main" id="{5800B324-271D-A144-994E-8EEC38FAD6E2}"/>
              </a:ext>
            </a:extLst>
          </p:cNvPr>
          <p:cNvSpPr>
            <a:spLocks noGrp="1"/>
          </p:cNvSpPr>
          <p:nvPr>
            <p:ph type="pic" sz="quarter" idx="57"/>
          </p:nvPr>
        </p:nvSpPr>
        <p:spPr>
          <a:xfrm>
            <a:off x="6450356" y="3929789"/>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29" name="Picture Placeholder 3">
            <a:extLst>
              <a:ext uri="{FF2B5EF4-FFF2-40B4-BE49-F238E27FC236}">
                <a16:creationId xmlns:a16="http://schemas.microsoft.com/office/drawing/2014/main" id="{2B710327-3253-2A41-8C63-5C40B8CE1260}"/>
              </a:ext>
            </a:extLst>
          </p:cNvPr>
          <p:cNvSpPr>
            <a:spLocks noGrp="1"/>
          </p:cNvSpPr>
          <p:nvPr>
            <p:ph type="pic" sz="quarter" idx="58"/>
          </p:nvPr>
        </p:nvSpPr>
        <p:spPr>
          <a:xfrm>
            <a:off x="6450356" y="4517684"/>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30" name="Picture Placeholder 3">
            <a:extLst>
              <a:ext uri="{FF2B5EF4-FFF2-40B4-BE49-F238E27FC236}">
                <a16:creationId xmlns:a16="http://schemas.microsoft.com/office/drawing/2014/main" id="{73578B84-B907-EE47-BD2B-152CC5042C2F}"/>
              </a:ext>
            </a:extLst>
          </p:cNvPr>
          <p:cNvSpPr>
            <a:spLocks noGrp="1"/>
          </p:cNvSpPr>
          <p:nvPr>
            <p:ph type="pic" sz="quarter" idx="59"/>
          </p:nvPr>
        </p:nvSpPr>
        <p:spPr>
          <a:xfrm>
            <a:off x="6450356" y="5105579"/>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31" name="Text Placeholder 7">
            <a:extLst>
              <a:ext uri="{FF2B5EF4-FFF2-40B4-BE49-F238E27FC236}">
                <a16:creationId xmlns:a16="http://schemas.microsoft.com/office/drawing/2014/main" id="{B19546DA-147A-E247-8549-A1603BB54EA3}"/>
              </a:ext>
            </a:extLst>
          </p:cNvPr>
          <p:cNvSpPr>
            <a:spLocks noGrp="1"/>
          </p:cNvSpPr>
          <p:nvPr>
            <p:ph type="body" sz="quarter" idx="60" hasCustomPrompt="1"/>
          </p:nvPr>
        </p:nvSpPr>
        <p:spPr>
          <a:xfrm>
            <a:off x="6961220" y="1600989"/>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32" name="Text Placeholder 7">
            <a:extLst>
              <a:ext uri="{FF2B5EF4-FFF2-40B4-BE49-F238E27FC236}">
                <a16:creationId xmlns:a16="http://schemas.microsoft.com/office/drawing/2014/main" id="{18BADDE2-0D41-7F49-94A6-68B4FC423185}"/>
              </a:ext>
            </a:extLst>
          </p:cNvPr>
          <p:cNvSpPr>
            <a:spLocks noGrp="1"/>
          </p:cNvSpPr>
          <p:nvPr>
            <p:ph type="body" sz="quarter" idx="61" hasCustomPrompt="1"/>
          </p:nvPr>
        </p:nvSpPr>
        <p:spPr>
          <a:xfrm>
            <a:off x="6961220" y="2188229"/>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33" name="Text Placeholder 7">
            <a:extLst>
              <a:ext uri="{FF2B5EF4-FFF2-40B4-BE49-F238E27FC236}">
                <a16:creationId xmlns:a16="http://schemas.microsoft.com/office/drawing/2014/main" id="{7E6CE366-201D-8B40-BA7D-4A11C575FF36}"/>
              </a:ext>
            </a:extLst>
          </p:cNvPr>
          <p:cNvSpPr>
            <a:spLocks noGrp="1"/>
          </p:cNvSpPr>
          <p:nvPr>
            <p:ph type="body" sz="quarter" idx="62" hasCustomPrompt="1"/>
          </p:nvPr>
        </p:nvSpPr>
        <p:spPr>
          <a:xfrm>
            <a:off x="6961220" y="2775469"/>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34" name="Text Placeholder 7">
            <a:extLst>
              <a:ext uri="{FF2B5EF4-FFF2-40B4-BE49-F238E27FC236}">
                <a16:creationId xmlns:a16="http://schemas.microsoft.com/office/drawing/2014/main" id="{465604B6-8FCF-4B40-8A9B-0F5C655A7EE7}"/>
              </a:ext>
            </a:extLst>
          </p:cNvPr>
          <p:cNvSpPr>
            <a:spLocks noGrp="1"/>
          </p:cNvSpPr>
          <p:nvPr>
            <p:ph type="body" sz="quarter" idx="63" hasCustomPrompt="1"/>
          </p:nvPr>
        </p:nvSpPr>
        <p:spPr>
          <a:xfrm>
            <a:off x="6961220" y="3362709"/>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35" name="Text Placeholder 7">
            <a:extLst>
              <a:ext uri="{FF2B5EF4-FFF2-40B4-BE49-F238E27FC236}">
                <a16:creationId xmlns:a16="http://schemas.microsoft.com/office/drawing/2014/main" id="{D608FA58-EAB0-4D46-9359-1EB2C7A651E9}"/>
              </a:ext>
            </a:extLst>
          </p:cNvPr>
          <p:cNvSpPr>
            <a:spLocks noGrp="1"/>
          </p:cNvSpPr>
          <p:nvPr>
            <p:ph type="body" sz="quarter" idx="64" hasCustomPrompt="1"/>
          </p:nvPr>
        </p:nvSpPr>
        <p:spPr>
          <a:xfrm>
            <a:off x="6961220" y="3949949"/>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36" name="Text Placeholder 7">
            <a:extLst>
              <a:ext uri="{FF2B5EF4-FFF2-40B4-BE49-F238E27FC236}">
                <a16:creationId xmlns:a16="http://schemas.microsoft.com/office/drawing/2014/main" id="{66A1D58A-319D-484B-B270-C19908CCE522}"/>
              </a:ext>
            </a:extLst>
          </p:cNvPr>
          <p:cNvSpPr>
            <a:spLocks noGrp="1"/>
          </p:cNvSpPr>
          <p:nvPr>
            <p:ph type="body" sz="quarter" idx="65" hasCustomPrompt="1"/>
          </p:nvPr>
        </p:nvSpPr>
        <p:spPr>
          <a:xfrm>
            <a:off x="6961220" y="4537189"/>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37" name="Text Placeholder 7">
            <a:extLst>
              <a:ext uri="{FF2B5EF4-FFF2-40B4-BE49-F238E27FC236}">
                <a16:creationId xmlns:a16="http://schemas.microsoft.com/office/drawing/2014/main" id="{445DAC0C-999B-824E-8AA3-C28ED112E896}"/>
              </a:ext>
            </a:extLst>
          </p:cNvPr>
          <p:cNvSpPr>
            <a:spLocks noGrp="1"/>
          </p:cNvSpPr>
          <p:nvPr>
            <p:ph type="body" sz="quarter" idx="66" hasCustomPrompt="1"/>
          </p:nvPr>
        </p:nvSpPr>
        <p:spPr>
          <a:xfrm>
            <a:off x="6961220" y="5124429"/>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38" name="Text Placeholder 7">
            <a:extLst>
              <a:ext uri="{FF2B5EF4-FFF2-40B4-BE49-F238E27FC236}">
                <a16:creationId xmlns:a16="http://schemas.microsoft.com/office/drawing/2014/main" id="{3EE18008-A4F6-524A-9AF5-F1EA61E66A83}"/>
              </a:ext>
            </a:extLst>
          </p:cNvPr>
          <p:cNvSpPr>
            <a:spLocks noGrp="1"/>
          </p:cNvSpPr>
          <p:nvPr>
            <p:ph type="body" sz="quarter" idx="67" hasCustomPrompt="1"/>
          </p:nvPr>
        </p:nvSpPr>
        <p:spPr>
          <a:xfrm>
            <a:off x="3491401" y="1171748"/>
            <a:ext cx="2507711"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39" name="Picture Placeholder 3">
            <a:extLst>
              <a:ext uri="{FF2B5EF4-FFF2-40B4-BE49-F238E27FC236}">
                <a16:creationId xmlns:a16="http://schemas.microsoft.com/office/drawing/2014/main" id="{C606DDCF-1093-3C40-9DA4-C8FA9DDF68A6}"/>
              </a:ext>
            </a:extLst>
          </p:cNvPr>
          <p:cNvSpPr>
            <a:spLocks noGrp="1"/>
          </p:cNvSpPr>
          <p:nvPr>
            <p:ph type="pic" sz="quarter" idx="68"/>
          </p:nvPr>
        </p:nvSpPr>
        <p:spPr>
          <a:xfrm>
            <a:off x="3600989" y="1578211"/>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40" name="Picture Placeholder 3">
            <a:extLst>
              <a:ext uri="{FF2B5EF4-FFF2-40B4-BE49-F238E27FC236}">
                <a16:creationId xmlns:a16="http://schemas.microsoft.com/office/drawing/2014/main" id="{7D435CA4-D726-254B-8C0D-14AABA90391A}"/>
              </a:ext>
            </a:extLst>
          </p:cNvPr>
          <p:cNvSpPr>
            <a:spLocks noGrp="1"/>
          </p:cNvSpPr>
          <p:nvPr>
            <p:ph type="pic" sz="quarter" idx="69"/>
          </p:nvPr>
        </p:nvSpPr>
        <p:spPr>
          <a:xfrm>
            <a:off x="3600989" y="2166105"/>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41" name="Picture Placeholder 3">
            <a:extLst>
              <a:ext uri="{FF2B5EF4-FFF2-40B4-BE49-F238E27FC236}">
                <a16:creationId xmlns:a16="http://schemas.microsoft.com/office/drawing/2014/main" id="{0BD6C709-0DC1-2C44-B6B5-6FF36E6A3BE5}"/>
              </a:ext>
            </a:extLst>
          </p:cNvPr>
          <p:cNvSpPr>
            <a:spLocks noGrp="1"/>
          </p:cNvSpPr>
          <p:nvPr>
            <p:ph type="pic" sz="quarter" idx="70"/>
          </p:nvPr>
        </p:nvSpPr>
        <p:spPr>
          <a:xfrm>
            <a:off x="3600989" y="2754000"/>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42" name="Picture Placeholder 3">
            <a:extLst>
              <a:ext uri="{FF2B5EF4-FFF2-40B4-BE49-F238E27FC236}">
                <a16:creationId xmlns:a16="http://schemas.microsoft.com/office/drawing/2014/main" id="{DC8D87A0-3C79-C546-A435-B78B1F5D3A4F}"/>
              </a:ext>
            </a:extLst>
          </p:cNvPr>
          <p:cNvSpPr>
            <a:spLocks noGrp="1"/>
          </p:cNvSpPr>
          <p:nvPr>
            <p:ph type="pic" sz="quarter" idx="71"/>
          </p:nvPr>
        </p:nvSpPr>
        <p:spPr>
          <a:xfrm>
            <a:off x="3600989" y="3341895"/>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43" name="Picture Placeholder 3">
            <a:extLst>
              <a:ext uri="{FF2B5EF4-FFF2-40B4-BE49-F238E27FC236}">
                <a16:creationId xmlns:a16="http://schemas.microsoft.com/office/drawing/2014/main" id="{A02C95F8-AB0D-6943-BE11-975298CD5587}"/>
              </a:ext>
            </a:extLst>
          </p:cNvPr>
          <p:cNvSpPr>
            <a:spLocks noGrp="1"/>
          </p:cNvSpPr>
          <p:nvPr>
            <p:ph type="pic" sz="quarter" idx="72"/>
          </p:nvPr>
        </p:nvSpPr>
        <p:spPr>
          <a:xfrm>
            <a:off x="3600989" y="3929789"/>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44" name="Picture Placeholder 3">
            <a:extLst>
              <a:ext uri="{FF2B5EF4-FFF2-40B4-BE49-F238E27FC236}">
                <a16:creationId xmlns:a16="http://schemas.microsoft.com/office/drawing/2014/main" id="{7F865E1B-0FE7-0D46-BDD2-A9C595992E87}"/>
              </a:ext>
            </a:extLst>
          </p:cNvPr>
          <p:cNvSpPr>
            <a:spLocks noGrp="1"/>
          </p:cNvSpPr>
          <p:nvPr>
            <p:ph type="pic" sz="quarter" idx="73"/>
          </p:nvPr>
        </p:nvSpPr>
        <p:spPr>
          <a:xfrm>
            <a:off x="3600989" y="4517684"/>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45" name="Picture Placeholder 3">
            <a:extLst>
              <a:ext uri="{FF2B5EF4-FFF2-40B4-BE49-F238E27FC236}">
                <a16:creationId xmlns:a16="http://schemas.microsoft.com/office/drawing/2014/main" id="{445B5578-E099-1041-967A-4DC54DB24B51}"/>
              </a:ext>
            </a:extLst>
          </p:cNvPr>
          <p:cNvSpPr>
            <a:spLocks noGrp="1"/>
          </p:cNvSpPr>
          <p:nvPr>
            <p:ph type="pic" sz="quarter" idx="74"/>
          </p:nvPr>
        </p:nvSpPr>
        <p:spPr>
          <a:xfrm>
            <a:off x="3600988" y="5105579"/>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46" name="Text Placeholder 7">
            <a:extLst>
              <a:ext uri="{FF2B5EF4-FFF2-40B4-BE49-F238E27FC236}">
                <a16:creationId xmlns:a16="http://schemas.microsoft.com/office/drawing/2014/main" id="{211687FD-DB71-0342-A587-F03CA82E1912}"/>
              </a:ext>
            </a:extLst>
          </p:cNvPr>
          <p:cNvSpPr>
            <a:spLocks noGrp="1"/>
          </p:cNvSpPr>
          <p:nvPr>
            <p:ph type="body" sz="quarter" idx="75" hasCustomPrompt="1"/>
          </p:nvPr>
        </p:nvSpPr>
        <p:spPr>
          <a:xfrm>
            <a:off x="4111853" y="1600989"/>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47" name="Text Placeholder 7">
            <a:extLst>
              <a:ext uri="{FF2B5EF4-FFF2-40B4-BE49-F238E27FC236}">
                <a16:creationId xmlns:a16="http://schemas.microsoft.com/office/drawing/2014/main" id="{C6266F2D-D76E-4B44-93DD-A34796AC023B}"/>
              </a:ext>
            </a:extLst>
          </p:cNvPr>
          <p:cNvSpPr>
            <a:spLocks noGrp="1"/>
          </p:cNvSpPr>
          <p:nvPr>
            <p:ph type="body" sz="quarter" idx="76" hasCustomPrompt="1"/>
          </p:nvPr>
        </p:nvSpPr>
        <p:spPr>
          <a:xfrm>
            <a:off x="4111853" y="2188229"/>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48" name="Text Placeholder 7">
            <a:extLst>
              <a:ext uri="{FF2B5EF4-FFF2-40B4-BE49-F238E27FC236}">
                <a16:creationId xmlns:a16="http://schemas.microsoft.com/office/drawing/2014/main" id="{EED47149-409B-B14D-8718-6D51AE3D3AB5}"/>
              </a:ext>
            </a:extLst>
          </p:cNvPr>
          <p:cNvSpPr>
            <a:spLocks noGrp="1"/>
          </p:cNvSpPr>
          <p:nvPr>
            <p:ph type="body" sz="quarter" idx="77" hasCustomPrompt="1"/>
          </p:nvPr>
        </p:nvSpPr>
        <p:spPr>
          <a:xfrm>
            <a:off x="4111853" y="2775469"/>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49" name="Text Placeholder 7">
            <a:extLst>
              <a:ext uri="{FF2B5EF4-FFF2-40B4-BE49-F238E27FC236}">
                <a16:creationId xmlns:a16="http://schemas.microsoft.com/office/drawing/2014/main" id="{4E84D3C7-B3A4-CC48-9855-4938E4E118AD}"/>
              </a:ext>
            </a:extLst>
          </p:cNvPr>
          <p:cNvSpPr>
            <a:spLocks noGrp="1"/>
          </p:cNvSpPr>
          <p:nvPr>
            <p:ph type="body" sz="quarter" idx="78" hasCustomPrompt="1"/>
          </p:nvPr>
        </p:nvSpPr>
        <p:spPr>
          <a:xfrm>
            <a:off x="4111853" y="3362709"/>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50" name="Text Placeholder 7">
            <a:extLst>
              <a:ext uri="{FF2B5EF4-FFF2-40B4-BE49-F238E27FC236}">
                <a16:creationId xmlns:a16="http://schemas.microsoft.com/office/drawing/2014/main" id="{DC0C48EA-7A34-944B-8132-DF37F09318AE}"/>
              </a:ext>
            </a:extLst>
          </p:cNvPr>
          <p:cNvSpPr>
            <a:spLocks noGrp="1"/>
          </p:cNvSpPr>
          <p:nvPr>
            <p:ph type="body" sz="quarter" idx="79" hasCustomPrompt="1"/>
          </p:nvPr>
        </p:nvSpPr>
        <p:spPr>
          <a:xfrm>
            <a:off x="4111853" y="3949949"/>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51" name="Text Placeholder 7">
            <a:extLst>
              <a:ext uri="{FF2B5EF4-FFF2-40B4-BE49-F238E27FC236}">
                <a16:creationId xmlns:a16="http://schemas.microsoft.com/office/drawing/2014/main" id="{7ACADDD2-9A10-6942-8259-473273FBB069}"/>
              </a:ext>
            </a:extLst>
          </p:cNvPr>
          <p:cNvSpPr>
            <a:spLocks noGrp="1"/>
          </p:cNvSpPr>
          <p:nvPr>
            <p:ph type="body" sz="quarter" idx="80" hasCustomPrompt="1"/>
          </p:nvPr>
        </p:nvSpPr>
        <p:spPr>
          <a:xfrm>
            <a:off x="4111853" y="4537189"/>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52" name="Text Placeholder 7">
            <a:extLst>
              <a:ext uri="{FF2B5EF4-FFF2-40B4-BE49-F238E27FC236}">
                <a16:creationId xmlns:a16="http://schemas.microsoft.com/office/drawing/2014/main" id="{B7475A50-9DE6-6F44-B7FA-C3C7928FF283}"/>
              </a:ext>
            </a:extLst>
          </p:cNvPr>
          <p:cNvSpPr>
            <a:spLocks noGrp="1"/>
          </p:cNvSpPr>
          <p:nvPr>
            <p:ph type="body" sz="quarter" idx="81" hasCustomPrompt="1"/>
          </p:nvPr>
        </p:nvSpPr>
        <p:spPr>
          <a:xfrm>
            <a:off x="4111853" y="5124429"/>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64" name="Picture Placeholder 3">
            <a:extLst>
              <a:ext uri="{FF2B5EF4-FFF2-40B4-BE49-F238E27FC236}">
                <a16:creationId xmlns:a16="http://schemas.microsoft.com/office/drawing/2014/main" id="{12FBBD29-DE96-1B40-80B4-0F0231B1AC5D}"/>
              </a:ext>
            </a:extLst>
          </p:cNvPr>
          <p:cNvSpPr>
            <a:spLocks noGrp="1"/>
          </p:cNvSpPr>
          <p:nvPr>
            <p:ph type="pic" sz="quarter" idx="82"/>
          </p:nvPr>
        </p:nvSpPr>
        <p:spPr>
          <a:xfrm>
            <a:off x="724224" y="5693473"/>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65" name="Text Placeholder 7">
            <a:extLst>
              <a:ext uri="{FF2B5EF4-FFF2-40B4-BE49-F238E27FC236}">
                <a16:creationId xmlns:a16="http://schemas.microsoft.com/office/drawing/2014/main" id="{39F508A9-3E93-DC43-B332-68A35B7D24FA}"/>
              </a:ext>
            </a:extLst>
          </p:cNvPr>
          <p:cNvSpPr>
            <a:spLocks noGrp="1"/>
          </p:cNvSpPr>
          <p:nvPr>
            <p:ph type="body" sz="quarter" idx="83" hasCustomPrompt="1"/>
          </p:nvPr>
        </p:nvSpPr>
        <p:spPr>
          <a:xfrm>
            <a:off x="1235089" y="5711668"/>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66" name="Picture Placeholder 3">
            <a:extLst>
              <a:ext uri="{FF2B5EF4-FFF2-40B4-BE49-F238E27FC236}">
                <a16:creationId xmlns:a16="http://schemas.microsoft.com/office/drawing/2014/main" id="{6840C14B-D589-C94B-B8F9-28CFE94FABCE}"/>
              </a:ext>
            </a:extLst>
          </p:cNvPr>
          <p:cNvSpPr>
            <a:spLocks noGrp="1"/>
          </p:cNvSpPr>
          <p:nvPr>
            <p:ph type="pic" sz="quarter" idx="84"/>
          </p:nvPr>
        </p:nvSpPr>
        <p:spPr>
          <a:xfrm>
            <a:off x="9313421" y="5693473"/>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67" name="Text Placeholder 7">
            <a:extLst>
              <a:ext uri="{FF2B5EF4-FFF2-40B4-BE49-F238E27FC236}">
                <a16:creationId xmlns:a16="http://schemas.microsoft.com/office/drawing/2014/main" id="{6F63A7A9-9CFA-0F4D-8695-447FE1CB25B8}"/>
              </a:ext>
            </a:extLst>
          </p:cNvPr>
          <p:cNvSpPr>
            <a:spLocks noGrp="1"/>
          </p:cNvSpPr>
          <p:nvPr>
            <p:ph type="body" sz="quarter" idx="85" hasCustomPrompt="1"/>
          </p:nvPr>
        </p:nvSpPr>
        <p:spPr>
          <a:xfrm>
            <a:off x="9824285" y="5711668"/>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68" name="Picture Placeholder 3">
            <a:extLst>
              <a:ext uri="{FF2B5EF4-FFF2-40B4-BE49-F238E27FC236}">
                <a16:creationId xmlns:a16="http://schemas.microsoft.com/office/drawing/2014/main" id="{39551C59-03A2-B642-967F-11FFE636352F}"/>
              </a:ext>
            </a:extLst>
          </p:cNvPr>
          <p:cNvSpPr>
            <a:spLocks noGrp="1"/>
          </p:cNvSpPr>
          <p:nvPr>
            <p:ph type="pic" sz="quarter" idx="86"/>
          </p:nvPr>
        </p:nvSpPr>
        <p:spPr>
          <a:xfrm>
            <a:off x="6450356" y="5693473"/>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69" name="Text Placeholder 7">
            <a:extLst>
              <a:ext uri="{FF2B5EF4-FFF2-40B4-BE49-F238E27FC236}">
                <a16:creationId xmlns:a16="http://schemas.microsoft.com/office/drawing/2014/main" id="{C02837D7-FC31-B34E-9191-971D6AEF1BA0}"/>
              </a:ext>
            </a:extLst>
          </p:cNvPr>
          <p:cNvSpPr>
            <a:spLocks noGrp="1"/>
          </p:cNvSpPr>
          <p:nvPr>
            <p:ph type="body" sz="quarter" idx="87" hasCustomPrompt="1"/>
          </p:nvPr>
        </p:nvSpPr>
        <p:spPr>
          <a:xfrm>
            <a:off x="6961220" y="5711668"/>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70" name="Picture Placeholder 3">
            <a:extLst>
              <a:ext uri="{FF2B5EF4-FFF2-40B4-BE49-F238E27FC236}">
                <a16:creationId xmlns:a16="http://schemas.microsoft.com/office/drawing/2014/main" id="{0A9A16C4-5950-FE46-8970-C4FE824F08F2}"/>
              </a:ext>
            </a:extLst>
          </p:cNvPr>
          <p:cNvSpPr>
            <a:spLocks noGrp="1"/>
          </p:cNvSpPr>
          <p:nvPr>
            <p:ph type="pic" sz="quarter" idx="88"/>
          </p:nvPr>
        </p:nvSpPr>
        <p:spPr>
          <a:xfrm>
            <a:off x="3600988" y="5693473"/>
            <a:ext cx="483467" cy="483464"/>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71" name="Text Placeholder 7">
            <a:extLst>
              <a:ext uri="{FF2B5EF4-FFF2-40B4-BE49-F238E27FC236}">
                <a16:creationId xmlns:a16="http://schemas.microsoft.com/office/drawing/2014/main" id="{F0A4E703-0CB6-8D41-8B11-CDC79E494EEE}"/>
              </a:ext>
            </a:extLst>
          </p:cNvPr>
          <p:cNvSpPr>
            <a:spLocks noGrp="1"/>
          </p:cNvSpPr>
          <p:nvPr>
            <p:ph type="body" sz="quarter" idx="89" hasCustomPrompt="1"/>
          </p:nvPr>
        </p:nvSpPr>
        <p:spPr>
          <a:xfrm>
            <a:off x="4111853" y="5711668"/>
            <a:ext cx="1957848"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74" name="Text Placeholder 6">
            <a:extLst>
              <a:ext uri="{FF2B5EF4-FFF2-40B4-BE49-F238E27FC236}">
                <a16:creationId xmlns:a16="http://schemas.microsoft.com/office/drawing/2014/main" id="{1E10DC83-CCB3-2596-F842-884E3BF17A47}"/>
              </a:ext>
            </a:extLst>
          </p:cNvPr>
          <p:cNvSpPr>
            <a:spLocks noGrp="1"/>
          </p:cNvSpPr>
          <p:nvPr>
            <p:ph type="body" sz="quarter" idx="90" hasCustomPrompt="1"/>
          </p:nvPr>
        </p:nvSpPr>
        <p:spPr>
          <a:xfrm>
            <a:off x="625928" y="450012"/>
            <a:ext cx="7460073" cy="482748"/>
          </a:xfrm>
          <a:prstGeom prst="rect">
            <a:avLst/>
          </a:prstGeom>
        </p:spPr>
        <p:txBody>
          <a:bodyPr lIns="0" tIns="0" rIns="0" bIns="0" anchor="t" anchorCtr="0"/>
          <a:lstStyle>
            <a:lvl1pPr marL="0" indent="0">
              <a:lnSpc>
                <a:spcPct val="100000"/>
              </a:lnSpc>
              <a:spcBef>
                <a:spcPts val="0"/>
              </a:spcBef>
              <a:buNone/>
              <a:defRPr sz="3200" b="0" i="0">
                <a:solidFill>
                  <a:schemeClr val="bg1"/>
                </a:solidFill>
                <a:latin typeface="CiscoSansTT ExtraLight" panose="020B0303020201020303" pitchFamily="34" charset="0"/>
                <a:cs typeface="CiscoSansTT ExtraLight" panose="020B0303020201020303" pitchFamily="34" charset="0"/>
              </a:defRPr>
            </a:lvl1pPr>
          </a:lstStyle>
          <a:p>
            <a:r>
              <a:rPr lang="en-GB" dirty="0"/>
              <a:t>Heading goes here</a:t>
            </a:r>
          </a:p>
        </p:txBody>
      </p:sp>
    </p:spTree>
    <p:extLst>
      <p:ext uri="{BB962C8B-B14F-4D97-AF65-F5344CB8AC3E}">
        <p14:creationId xmlns:p14="http://schemas.microsoft.com/office/powerpoint/2010/main" val="341510200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Org chart 3">
    <p:bg>
      <p:bgPr>
        <a:solidFill>
          <a:schemeClr val="bg2"/>
        </a:solidFill>
        <a:effectLst/>
      </p:bgPr>
    </p:bg>
    <p:spTree>
      <p:nvGrpSpPr>
        <p:cNvPr id="1" name=""/>
        <p:cNvGrpSpPr/>
        <p:nvPr/>
      </p:nvGrpSpPr>
      <p:grpSpPr>
        <a:xfrm>
          <a:off x="0" y="0"/>
          <a:ext cx="0" cy="0"/>
          <a:chOff x="0" y="0"/>
          <a:chExt cx="0" cy="0"/>
        </a:xfrm>
      </p:grpSpPr>
      <p:sp>
        <p:nvSpPr>
          <p:cNvPr id="76" name="Text Placeholder 7">
            <a:extLst>
              <a:ext uri="{FF2B5EF4-FFF2-40B4-BE49-F238E27FC236}">
                <a16:creationId xmlns:a16="http://schemas.microsoft.com/office/drawing/2014/main" id="{E17737D0-FC6B-7145-AB20-DD008328E7AF}"/>
              </a:ext>
            </a:extLst>
          </p:cNvPr>
          <p:cNvSpPr>
            <a:spLocks noGrp="1"/>
          </p:cNvSpPr>
          <p:nvPr>
            <p:ph type="body" sz="quarter" idx="21" hasCustomPrompt="1"/>
          </p:nvPr>
        </p:nvSpPr>
        <p:spPr>
          <a:xfrm>
            <a:off x="632126" y="1029572"/>
            <a:ext cx="2517617"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78" name="Picture Placeholder 3">
            <a:extLst>
              <a:ext uri="{FF2B5EF4-FFF2-40B4-BE49-F238E27FC236}">
                <a16:creationId xmlns:a16="http://schemas.microsoft.com/office/drawing/2014/main" id="{A7181BD4-D32F-9345-AF80-E1B50A790230}"/>
              </a:ext>
            </a:extLst>
          </p:cNvPr>
          <p:cNvSpPr>
            <a:spLocks noGrp="1"/>
          </p:cNvSpPr>
          <p:nvPr>
            <p:ph type="pic" sz="quarter" idx="23"/>
          </p:nvPr>
        </p:nvSpPr>
        <p:spPr>
          <a:xfrm>
            <a:off x="711691" y="1479553"/>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79" name="Picture Placeholder 3">
            <a:extLst>
              <a:ext uri="{FF2B5EF4-FFF2-40B4-BE49-F238E27FC236}">
                <a16:creationId xmlns:a16="http://schemas.microsoft.com/office/drawing/2014/main" id="{8B41B35C-4335-694B-BF5C-EFF21B146926}"/>
              </a:ext>
            </a:extLst>
          </p:cNvPr>
          <p:cNvSpPr>
            <a:spLocks noGrp="1"/>
          </p:cNvSpPr>
          <p:nvPr>
            <p:ph type="pic" sz="quarter" idx="24"/>
          </p:nvPr>
        </p:nvSpPr>
        <p:spPr>
          <a:xfrm>
            <a:off x="711691" y="2004320"/>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80" name="Picture Placeholder 3">
            <a:extLst>
              <a:ext uri="{FF2B5EF4-FFF2-40B4-BE49-F238E27FC236}">
                <a16:creationId xmlns:a16="http://schemas.microsoft.com/office/drawing/2014/main" id="{866CFDD6-B03C-D145-9DE2-DE5127549723}"/>
              </a:ext>
            </a:extLst>
          </p:cNvPr>
          <p:cNvSpPr>
            <a:spLocks noGrp="1"/>
          </p:cNvSpPr>
          <p:nvPr>
            <p:ph type="pic" sz="quarter" idx="25"/>
          </p:nvPr>
        </p:nvSpPr>
        <p:spPr>
          <a:xfrm>
            <a:off x="711691" y="2529085"/>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81" name="Picture Placeholder 3">
            <a:extLst>
              <a:ext uri="{FF2B5EF4-FFF2-40B4-BE49-F238E27FC236}">
                <a16:creationId xmlns:a16="http://schemas.microsoft.com/office/drawing/2014/main" id="{7E9D6FF4-058B-8046-ABE9-38E11FFC6001}"/>
              </a:ext>
            </a:extLst>
          </p:cNvPr>
          <p:cNvSpPr>
            <a:spLocks noGrp="1"/>
          </p:cNvSpPr>
          <p:nvPr>
            <p:ph type="pic" sz="quarter" idx="26"/>
          </p:nvPr>
        </p:nvSpPr>
        <p:spPr>
          <a:xfrm>
            <a:off x="711691" y="3053849"/>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82" name="Picture Placeholder 3">
            <a:extLst>
              <a:ext uri="{FF2B5EF4-FFF2-40B4-BE49-F238E27FC236}">
                <a16:creationId xmlns:a16="http://schemas.microsoft.com/office/drawing/2014/main" id="{7D143D2C-F993-FD4D-A334-8C81C2918C4C}"/>
              </a:ext>
            </a:extLst>
          </p:cNvPr>
          <p:cNvSpPr>
            <a:spLocks noGrp="1"/>
          </p:cNvSpPr>
          <p:nvPr>
            <p:ph type="pic" sz="quarter" idx="27"/>
          </p:nvPr>
        </p:nvSpPr>
        <p:spPr>
          <a:xfrm>
            <a:off x="711691" y="3578614"/>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83" name="Picture Placeholder 3">
            <a:extLst>
              <a:ext uri="{FF2B5EF4-FFF2-40B4-BE49-F238E27FC236}">
                <a16:creationId xmlns:a16="http://schemas.microsoft.com/office/drawing/2014/main" id="{989569BD-3B1E-2F43-AD8E-12EEFDBDB542}"/>
              </a:ext>
            </a:extLst>
          </p:cNvPr>
          <p:cNvSpPr>
            <a:spLocks noGrp="1"/>
          </p:cNvSpPr>
          <p:nvPr>
            <p:ph type="pic" sz="quarter" idx="28"/>
          </p:nvPr>
        </p:nvSpPr>
        <p:spPr>
          <a:xfrm>
            <a:off x="711691" y="4103380"/>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84" name="Picture Placeholder 3">
            <a:extLst>
              <a:ext uri="{FF2B5EF4-FFF2-40B4-BE49-F238E27FC236}">
                <a16:creationId xmlns:a16="http://schemas.microsoft.com/office/drawing/2014/main" id="{BEB04B58-EE83-374A-AB3A-FD4D12C64DD5}"/>
              </a:ext>
            </a:extLst>
          </p:cNvPr>
          <p:cNvSpPr>
            <a:spLocks noGrp="1"/>
          </p:cNvSpPr>
          <p:nvPr>
            <p:ph type="pic" sz="quarter" idx="29"/>
          </p:nvPr>
        </p:nvSpPr>
        <p:spPr>
          <a:xfrm>
            <a:off x="711690" y="4628145"/>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85" name="Text Placeholder 7">
            <a:extLst>
              <a:ext uri="{FF2B5EF4-FFF2-40B4-BE49-F238E27FC236}">
                <a16:creationId xmlns:a16="http://schemas.microsoft.com/office/drawing/2014/main" id="{8AAC0B54-C96C-C441-8863-1932E37ACBAD}"/>
              </a:ext>
            </a:extLst>
          </p:cNvPr>
          <p:cNvSpPr>
            <a:spLocks noGrp="1"/>
          </p:cNvSpPr>
          <p:nvPr>
            <p:ph type="body" sz="quarter" idx="30" hasCustomPrompt="1"/>
          </p:nvPr>
        </p:nvSpPr>
        <p:spPr>
          <a:xfrm>
            <a:off x="1108119" y="1458813"/>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86" name="Text Placeholder 7">
            <a:extLst>
              <a:ext uri="{FF2B5EF4-FFF2-40B4-BE49-F238E27FC236}">
                <a16:creationId xmlns:a16="http://schemas.microsoft.com/office/drawing/2014/main" id="{0F089C13-C00D-1746-A5D0-6C1948F1A73E}"/>
              </a:ext>
            </a:extLst>
          </p:cNvPr>
          <p:cNvSpPr>
            <a:spLocks noGrp="1"/>
          </p:cNvSpPr>
          <p:nvPr>
            <p:ph type="body" sz="quarter" idx="31" hasCustomPrompt="1"/>
          </p:nvPr>
        </p:nvSpPr>
        <p:spPr>
          <a:xfrm>
            <a:off x="1108119" y="1983005"/>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87" name="Text Placeholder 7">
            <a:extLst>
              <a:ext uri="{FF2B5EF4-FFF2-40B4-BE49-F238E27FC236}">
                <a16:creationId xmlns:a16="http://schemas.microsoft.com/office/drawing/2014/main" id="{3AB30254-5518-6C40-BF50-3E9FAE4EDF85}"/>
              </a:ext>
            </a:extLst>
          </p:cNvPr>
          <p:cNvSpPr>
            <a:spLocks noGrp="1"/>
          </p:cNvSpPr>
          <p:nvPr>
            <p:ph type="body" sz="quarter" idx="32" hasCustomPrompt="1"/>
          </p:nvPr>
        </p:nvSpPr>
        <p:spPr>
          <a:xfrm>
            <a:off x="1108119" y="2507197"/>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88" name="Text Placeholder 7">
            <a:extLst>
              <a:ext uri="{FF2B5EF4-FFF2-40B4-BE49-F238E27FC236}">
                <a16:creationId xmlns:a16="http://schemas.microsoft.com/office/drawing/2014/main" id="{0811A6CF-DD21-8D4C-9C08-8AF894110913}"/>
              </a:ext>
            </a:extLst>
          </p:cNvPr>
          <p:cNvSpPr>
            <a:spLocks noGrp="1"/>
          </p:cNvSpPr>
          <p:nvPr>
            <p:ph type="body" sz="quarter" idx="33" hasCustomPrompt="1"/>
          </p:nvPr>
        </p:nvSpPr>
        <p:spPr>
          <a:xfrm>
            <a:off x="1108119" y="3031389"/>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89" name="Text Placeholder 7">
            <a:extLst>
              <a:ext uri="{FF2B5EF4-FFF2-40B4-BE49-F238E27FC236}">
                <a16:creationId xmlns:a16="http://schemas.microsoft.com/office/drawing/2014/main" id="{D21AD92C-4C78-7443-BE76-29C48973EDB2}"/>
              </a:ext>
            </a:extLst>
          </p:cNvPr>
          <p:cNvSpPr>
            <a:spLocks noGrp="1"/>
          </p:cNvSpPr>
          <p:nvPr>
            <p:ph type="body" sz="quarter" idx="34" hasCustomPrompt="1"/>
          </p:nvPr>
        </p:nvSpPr>
        <p:spPr>
          <a:xfrm>
            <a:off x="1108119" y="3555581"/>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90" name="Text Placeholder 7">
            <a:extLst>
              <a:ext uri="{FF2B5EF4-FFF2-40B4-BE49-F238E27FC236}">
                <a16:creationId xmlns:a16="http://schemas.microsoft.com/office/drawing/2014/main" id="{C2B48CD5-A321-6E4E-A37C-2F205EF929FB}"/>
              </a:ext>
            </a:extLst>
          </p:cNvPr>
          <p:cNvSpPr>
            <a:spLocks noGrp="1"/>
          </p:cNvSpPr>
          <p:nvPr>
            <p:ph type="body" sz="quarter" idx="35" hasCustomPrompt="1"/>
          </p:nvPr>
        </p:nvSpPr>
        <p:spPr>
          <a:xfrm>
            <a:off x="1108119" y="4079773"/>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91" name="Text Placeholder 7">
            <a:extLst>
              <a:ext uri="{FF2B5EF4-FFF2-40B4-BE49-F238E27FC236}">
                <a16:creationId xmlns:a16="http://schemas.microsoft.com/office/drawing/2014/main" id="{D1F05418-8D4D-C748-A3F2-A4480B3CD983}"/>
              </a:ext>
            </a:extLst>
          </p:cNvPr>
          <p:cNvSpPr>
            <a:spLocks noGrp="1"/>
          </p:cNvSpPr>
          <p:nvPr>
            <p:ph type="body" sz="quarter" idx="36" hasCustomPrompt="1"/>
          </p:nvPr>
        </p:nvSpPr>
        <p:spPr>
          <a:xfrm>
            <a:off x="1108119" y="4603965"/>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08" name="Text Placeholder 7">
            <a:extLst>
              <a:ext uri="{FF2B5EF4-FFF2-40B4-BE49-F238E27FC236}">
                <a16:creationId xmlns:a16="http://schemas.microsoft.com/office/drawing/2014/main" id="{F7397E79-89BD-7149-B996-8FADDB83B5EC}"/>
              </a:ext>
            </a:extLst>
          </p:cNvPr>
          <p:cNvSpPr>
            <a:spLocks noGrp="1"/>
          </p:cNvSpPr>
          <p:nvPr>
            <p:ph type="body" sz="quarter" idx="37" hasCustomPrompt="1"/>
          </p:nvPr>
        </p:nvSpPr>
        <p:spPr>
          <a:xfrm>
            <a:off x="9203831" y="1029572"/>
            <a:ext cx="2507711"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09" name="Picture Placeholder 3">
            <a:extLst>
              <a:ext uri="{FF2B5EF4-FFF2-40B4-BE49-F238E27FC236}">
                <a16:creationId xmlns:a16="http://schemas.microsoft.com/office/drawing/2014/main" id="{65977F0B-74CE-E44C-93B2-249490598A1B}"/>
              </a:ext>
            </a:extLst>
          </p:cNvPr>
          <p:cNvSpPr>
            <a:spLocks noGrp="1"/>
          </p:cNvSpPr>
          <p:nvPr>
            <p:ph type="pic" sz="quarter" idx="38"/>
          </p:nvPr>
        </p:nvSpPr>
        <p:spPr>
          <a:xfrm>
            <a:off x="9300887" y="1479553"/>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10" name="Picture Placeholder 3">
            <a:extLst>
              <a:ext uri="{FF2B5EF4-FFF2-40B4-BE49-F238E27FC236}">
                <a16:creationId xmlns:a16="http://schemas.microsoft.com/office/drawing/2014/main" id="{219BB1E5-9F99-5143-A2D1-EABF082DCA12}"/>
              </a:ext>
            </a:extLst>
          </p:cNvPr>
          <p:cNvSpPr>
            <a:spLocks noGrp="1"/>
          </p:cNvSpPr>
          <p:nvPr>
            <p:ph type="pic" sz="quarter" idx="39"/>
          </p:nvPr>
        </p:nvSpPr>
        <p:spPr>
          <a:xfrm>
            <a:off x="9300887" y="2004320"/>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11" name="Picture Placeholder 3">
            <a:extLst>
              <a:ext uri="{FF2B5EF4-FFF2-40B4-BE49-F238E27FC236}">
                <a16:creationId xmlns:a16="http://schemas.microsoft.com/office/drawing/2014/main" id="{916A17DF-2388-4B4F-9CF8-7379304305A8}"/>
              </a:ext>
            </a:extLst>
          </p:cNvPr>
          <p:cNvSpPr>
            <a:spLocks noGrp="1"/>
          </p:cNvSpPr>
          <p:nvPr>
            <p:ph type="pic" sz="quarter" idx="40"/>
          </p:nvPr>
        </p:nvSpPr>
        <p:spPr>
          <a:xfrm>
            <a:off x="9300887" y="2529085"/>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12" name="Picture Placeholder 3">
            <a:extLst>
              <a:ext uri="{FF2B5EF4-FFF2-40B4-BE49-F238E27FC236}">
                <a16:creationId xmlns:a16="http://schemas.microsoft.com/office/drawing/2014/main" id="{DC933AF6-FC67-8444-94EE-A70793FE14EC}"/>
              </a:ext>
            </a:extLst>
          </p:cNvPr>
          <p:cNvSpPr>
            <a:spLocks noGrp="1"/>
          </p:cNvSpPr>
          <p:nvPr>
            <p:ph type="pic" sz="quarter" idx="41"/>
          </p:nvPr>
        </p:nvSpPr>
        <p:spPr>
          <a:xfrm>
            <a:off x="9300887" y="3053849"/>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13" name="Picture Placeholder 3">
            <a:extLst>
              <a:ext uri="{FF2B5EF4-FFF2-40B4-BE49-F238E27FC236}">
                <a16:creationId xmlns:a16="http://schemas.microsoft.com/office/drawing/2014/main" id="{CB399D5E-7F31-A24F-A1DE-A37A559BF962}"/>
              </a:ext>
            </a:extLst>
          </p:cNvPr>
          <p:cNvSpPr>
            <a:spLocks noGrp="1"/>
          </p:cNvSpPr>
          <p:nvPr>
            <p:ph type="pic" sz="quarter" idx="42"/>
          </p:nvPr>
        </p:nvSpPr>
        <p:spPr>
          <a:xfrm>
            <a:off x="9300887" y="3578614"/>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14" name="Picture Placeholder 3">
            <a:extLst>
              <a:ext uri="{FF2B5EF4-FFF2-40B4-BE49-F238E27FC236}">
                <a16:creationId xmlns:a16="http://schemas.microsoft.com/office/drawing/2014/main" id="{B965FBBE-9194-2143-8B08-05E031CD6DBF}"/>
              </a:ext>
            </a:extLst>
          </p:cNvPr>
          <p:cNvSpPr>
            <a:spLocks noGrp="1"/>
          </p:cNvSpPr>
          <p:nvPr>
            <p:ph type="pic" sz="quarter" idx="43"/>
          </p:nvPr>
        </p:nvSpPr>
        <p:spPr>
          <a:xfrm>
            <a:off x="9300887" y="4103380"/>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15" name="Picture Placeholder 3">
            <a:extLst>
              <a:ext uri="{FF2B5EF4-FFF2-40B4-BE49-F238E27FC236}">
                <a16:creationId xmlns:a16="http://schemas.microsoft.com/office/drawing/2014/main" id="{49F35041-77CA-1848-B269-74C604CA7E40}"/>
              </a:ext>
            </a:extLst>
          </p:cNvPr>
          <p:cNvSpPr>
            <a:spLocks noGrp="1"/>
          </p:cNvSpPr>
          <p:nvPr>
            <p:ph type="pic" sz="quarter" idx="44"/>
          </p:nvPr>
        </p:nvSpPr>
        <p:spPr>
          <a:xfrm>
            <a:off x="9300886" y="4628145"/>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16" name="Text Placeholder 7">
            <a:extLst>
              <a:ext uri="{FF2B5EF4-FFF2-40B4-BE49-F238E27FC236}">
                <a16:creationId xmlns:a16="http://schemas.microsoft.com/office/drawing/2014/main" id="{7523ABB3-75D2-EB4B-8C6E-3820D8F4D52B}"/>
              </a:ext>
            </a:extLst>
          </p:cNvPr>
          <p:cNvSpPr>
            <a:spLocks noGrp="1"/>
          </p:cNvSpPr>
          <p:nvPr>
            <p:ph type="body" sz="quarter" idx="45" hasCustomPrompt="1"/>
          </p:nvPr>
        </p:nvSpPr>
        <p:spPr>
          <a:xfrm>
            <a:off x="9697315" y="1458813"/>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17" name="Text Placeholder 7">
            <a:extLst>
              <a:ext uri="{FF2B5EF4-FFF2-40B4-BE49-F238E27FC236}">
                <a16:creationId xmlns:a16="http://schemas.microsoft.com/office/drawing/2014/main" id="{31960E30-9C67-F74E-B253-1DE44672EE81}"/>
              </a:ext>
            </a:extLst>
          </p:cNvPr>
          <p:cNvSpPr>
            <a:spLocks noGrp="1"/>
          </p:cNvSpPr>
          <p:nvPr>
            <p:ph type="body" sz="quarter" idx="46" hasCustomPrompt="1"/>
          </p:nvPr>
        </p:nvSpPr>
        <p:spPr>
          <a:xfrm>
            <a:off x="9697315" y="1983005"/>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18" name="Text Placeholder 7">
            <a:extLst>
              <a:ext uri="{FF2B5EF4-FFF2-40B4-BE49-F238E27FC236}">
                <a16:creationId xmlns:a16="http://schemas.microsoft.com/office/drawing/2014/main" id="{D198513C-EECB-854A-B6A3-42BC9E6FB8C4}"/>
              </a:ext>
            </a:extLst>
          </p:cNvPr>
          <p:cNvSpPr>
            <a:spLocks noGrp="1"/>
          </p:cNvSpPr>
          <p:nvPr>
            <p:ph type="body" sz="quarter" idx="47" hasCustomPrompt="1"/>
          </p:nvPr>
        </p:nvSpPr>
        <p:spPr>
          <a:xfrm>
            <a:off x="9697315" y="2507197"/>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19" name="Text Placeholder 7">
            <a:extLst>
              <a:ext uri="{FF2B5EF4-FFF2-40B4-BE49-F238E27FC236}">
                <a16:creationId xmlns:a16="http://schemas.microsoft.com/office/drawing/2014/main" id="{D7710000-DF90-134E-97A1-21653758D218}"/>
              </a:ext>
            </a:extLst>
          </p:cNvPr>
          <p:cNvSpPr>
            <a:spLocks noGrp="1"/>
          </p:cNvSpPr>
          <p:nvPr>
            <p:ph type="body" sz="quarter" idx="48" hasCustomPrompt="1"/>
          </p:nvPr>
        </p:nvSpPr>
        <p:spPr>
          <a:xfrm>
            <a:off x="9697315" y="3031389"/>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20" name="Text Placeholder 7">
            <a:extLst>
              <a:ext uri="{FF2B5EF4-FFF2-40B4-BE49-F238E27FC236}">
                <a16:creationId xmlns:a16="http://schemas.microsoft.com/office/drawing/2014/main" id="{22BB9ACD-30E4-4842-B8B6-F65E21604C23}"/>
              </a:ext>
            </a:extLst>
          </p:cNvPr>
          <p:cNvSpPr>
            <a:spLocks noGrp="1"/>
          </p:cNvSpPr>
          <p:nvPr>
            <p:ph type="body" sz="quarter" idx="49" hasCustomPrompt="1"/>
          </p:nvPr>
        </p:nvSpPr>
        <p:spPr>
          <a:xfrm>
            <a:off x="9697315" y="3555581"/>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21" name="Text Placeholder 7">
            <a:extLst>
              <a:ext uri="{FF2B5EF4-FFF2-40B4-BE49-F238E27FC236}">
                <a16:creationId xmlns:a16="http://schemas.microsoft.com/office/drawing/2014/main" id="{F1A7767C-FCA9-9742-8B5C-0539AFAAB5B0}"/>
              </a:ext>
            </a:extLst>
          </p:cNvPr>
          <p:cNvSpPr>
            <a:spLocks noGrp="1"/>
          </p:cNvSpPr>
          <p:nvPr>
            <p:ph type="body" sz="quarter" idx="50" hasCustomPrompt="1"/>
          </p:nvPr>
        </p:nvSpPr>
        <p:spPr>
          <a:xfrm>
            <a:off x="9697315" y="4079773"/>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22" name="Text Placeholder 7">
            <a:extLst>
              <a:ext uri="{FF2B5EF4-FFF2-40B4-BE49-F238E27FC236}">
                <a16:creationId xmlns:a16="http://schemas.microsoft.com/office/drawing/2014/main" id="{C3DF1340-33D8-624D-A201-67A4FB45E295}"/>
              </a:ext>
            </a:extLst>
          </p:cNvPr>
          <p:cNvSpPr>
            <a:spLocks noGrp="1"/>
          </p:cNvSpPr>
          <p:nvPr>
            <p:ph type="body" sz="quarter" idx="51" hasCustomPrompt="1"/>
          </p:nvPr>
        </p:nvSpPr>
        <p:spPr>
          <a:xfrm>
            <a:off x="9697315" y="4603965"/>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23" name="Text Placeholder 7">
            <a:extLst>
              <a:ext uri="{FF2B5EF4-FFF2-40B4-BE49-F238E27FC236}">
                <a16:creationId xmlns:a16="http://schemas.microsoft.com/office/drawing/2014/main" id="{9A8C8EBC-B967-3441-9C50-E663A1873548}"/>
              </a:ext>
            </a:extLst>
          </p:cNvPr>
          <p:cNvSpPr>
            <a:spLocks noGrp="1"/>
          </p:cNvSpPr>
          <p:nvPr>
            <p:ph type="body" sz="quarter" idx="52" hasCustomPrompt="1"/>
          </p:nvPr>
        </p:nvSpPr>
        <p:spPr>
          <a:xfrm>
            <a:off x="6340767" y="1029572"/>
            <a:ext cx="2507711"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24" name="Picture Placeholder 3">
            <a:extLst>
              <a:ext uri="{FF2B5EF4-FFF2-40B4-BE49-F238E27FC236}">
                <a16:creationId xmlns:a16="http://schemas.microsoft.com/office/drawing/2014/main" id="{85D84EFE-A9F0-F949-8B06-B05A3CF9FC86}"/>
              </a:ext>
            </a:extLst>
          </p:cNvPr>
          <p:cNvSpPr>
            <a:spLocks noGrp="1"/>
          </p:cNvSpPr>
          <p:nvPr>
            <p:ph type="pic" sz="quarter" idx="53"/>
          </p:nvPr>
        </p:nvSpPr>
        <p:spPr>
          <a:xfrm>
            <a:off x="6437822" y="1479553"/>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25" name="Picture Placeholder 3">
            <a:extLst>
              <a:ext uri="{FF2B5EF4-FFF2-40B4-BE49-F238E27FC236}">
                <a16:creationId xmlns:a16="http://schemas.microsoft.com/office/drawing/2014/main" id="{8EFF426A-2289-1D42-9B4B-084B41BA8E48}"/>
              </a:ext>
            </a:extLst>
          </p:cNvPr>
          <p:cNvSpPr>
            <a:spLocks noGrp="1"/>
          </p:cNvSpPr>
          <p:nvPr>
            <p:ph type="pic" sz="quarter" idx="54"/>
          </p:nvPr>
        </p:nvSpPr>
        <p:spPr>
          <a:xfrm>
            <a:off x="6437822" y="2004320"/>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26" name="Picture Placeholder 3">
            <a:extLst>
              <a:ext uri="{FF2B5EF4-FFF2-40B4-BE49-F238E27FC236}">
                <a16:creationId xmlns:a16="http://schemas.microsoft.com/office/drawing/2014/main" id="{0A50ED24-F3A8-5A4B-9ABA-EE3E81B5D8D3}"/>
              </a:ext>
            </a:extLst>
          </p:cNvPr>
          <p:cNvSpPr>
            <a:spLocks noGrp="1"/>
          </p:cNvSpPr>
          <p:nvPr>
            <p:ph type="pic" sz="quarter" idx="55"/>
          </p:nvPr>
        </p:nvSpPr>
        <p:spPr>
          <a:xfrm>
            <a:off x="6437822" y="2529085"/>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27" name="Picture Placeholder 3">
            <a:extLst>
              <a:ext uri="{FF2B5EF4-FFF2-40B4-BE49-F238E27FC236}">
                <a16:creationId xmlns:a16="http://schemas.microsoft.com/office/drawing/2014/main" id="{86391241-E295-F04A-8D4F-B3CC3531A58C}"/>
              </a:ext>
            </a:extLst>
          </p:cNvPr>
          <p:cNvSpPr>
            <a:spLocks noGrp="1"/>
          </p:cNvSpPr>
          <p:nvPr>
            <p:ph type="pic" sz="quarter" idx="56"/>
          </p:nvPr>
        </p:nvSpPr>
        <p:spPr>
          <a:xfrm>
            <a:off x="6437822" y="3053849"/>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28" name="Picture Placeholder 3">
            <a:extLst>
              <a:ext uri="{FF2B5EF4-FFF2-40B4-BE49-F238E27FC236}">
                <a16:creationId xmlns:a16="http://schemas.microsoft.com/office/drawing/2014/main" id="{5800B324-271D-A144-994E-8EEC38FAD6E2}"/>
              </a:ext>
            </a:extLst>
          </p:cNvPr>
          <p:cNvSpPr>
            <a:spLocks noGrp="1"/>
          </p:cNvSpPr>
          <p:nvPr>
            <p:ph type="pic" sz="quarter" idx="57"/>
          </p:nvPr>
        </p:nvSpPr>
        <p:spPr>
          <a:xfrm>
            <a:off x="6437822" y="3578614"/>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29" name="Picture Placeholder 3">
            <a:extLst>
              <a:ext uri="{FF2B5EF4-FFF2-40B4-BE49-F238E27FC236}">
                <a16:creationId xmlns:a16="http://schemas.microsoft.com/office/drawing/2014/main" id="{2B710327-3253-2A41-8C63-5C40B8CE1260}"/>
              </a:ext>
            </a:extLst>
          </p:cNvPr>
          <p:cNvSpPr>
            <a:spLocks noGrp="1"/>
          </p:cNvSpPr>
          <p:nvPr>
            <p:ph type="pic" sz="quarter" idx="58"/>
          </p:nvPr>
        </p:nvSpPr>
        <p:spPr>
          <a:xfrm>
            <a:off x="6437822" y="4103380"/>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30" name="Picture Placeholder 3">
            <a:extLst>
              <a:ext uri="{FF2B5EF4-FFF2-40B4-BE49-F238E27FC236}">
                <a16:creationId xmlns:a16="http://schemas.microsoft.com/office/drawing/2014/main" id="{73578B84-B907-EE47-BD2B-152CC5042C2F}"/>
              </a:ext>
            </a:extLst>
          </p:cNvPr>
          <p:cNvSpPr>
            <a:spLocks noGrp="1"/>
          </p:cNvSpPr>
          <p:nvPr>
            <p:ph type="pic" sz="quarter" idx="59"/>
          </p:nvPr>
        </p:nvSpPr>
        <p:spPr>
          <a:xfrm>
            <a:off x="6437820" y="4628145"/>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31" name="Text Placeholder 7">
            <a:extLst>
              <a:ext uri="{FF2B5EF4-FFF2-40B4-BE49-F238E27FC236}">
                <a16:creationId xmlns:a16="http://schemas.microsoft.com/office/drawing/2014/main" id="{B19546DA-147A-E247-8549-A1603BB54EA3}"/>
              </a:ext>
            </a:extLst>
          </p:cNvPr>
          <p:cNvSpPr>
            <a:spLocks noGrp="1"/>
          </p:cNvSpPr>
          <p:nvPr>
            <p:ph type="body" sz="quarter" idx="60" hasCustomPrompt="1"/>
          </p:nvPr>
        </p:nvSpPr>
        <p:spPr>
          <a:xfrm>
            <a:off x="6834251" y="1458813"/>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32" name="Text Placeholder 7">
            <a:extLst>
              <a:ext uri="{FF2B5EF4-FFF2-40B4-BE49-F238E27FC236}">
                <a16:creationId xmlns:a16="http://schemas.microsoft.com/office/drawing/2014/main" id="{18BADDE2-0D41-7F49-94A6-68B4FC423185}"/>
              </a:ext>
            </a:extLst>
          </p:cNvPr>
          <p:cNvSpPr>
            <a:spLocks noGrp="1"/>
          </p:cNvSpPr>
          <p:nvPr>
            <p:ph type="body" sz="quarter" idx="61" hasCustomPrompt="1"/>
          </p:nvPr>
        </p:nvSpPr>
        <p:spPr>
          <a:xfrm>
            <a:off x="6834251" y="1983005"/>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33" name="Text Placeholder 7">
            <a:extLst>
              <a:ext uri="{FF2B5EF4-FFF2-40B4-BE49-F238E27FC236}">
                <a16:creationId xmlns:a16="http://schemas.microsoft.com/office/drawing/2014/main" id="{7E6CE366-201D-8B40-BA7D-4A11C575FF36}"/>
              </a:ext>
            </a:extLst>
          </p:cNvPr>
          <p:cNvSpPr>
            <a:spLocks noGrp="1"/>
          </p:cNvSpPr>
          <p:nvPr>
            <p:ph type="body" sz="quarter" idx="62" hasCustomPrompt="1"/>
          </p:nvPr>
        </p:nvSpPr>
        <p:spPr>
          <a:xfrm>
            <a:off x="6834251" y="2507197"/>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34" name="Text Placeholder 7">
            <a:extLst>
              <a:ext uri="{FF2B5EF4-FFF2-40B4-BE49-F238E27FC236}">
                <a16:creationId xmlns:a16="http://schemas.microsoft.com/office/drawing/2014/main" id="{465604B6-8FCF-4B40-8A9B-0F5C655A7EE7}"/>
              </a:ext>
            </a:extLst>
          </p:cNvPr>
          <p:cNvSpPr>
            <a:spLocks noGrp="1"/>
          </p:cNvSpPr>
          <p:nvPr>
            <p:ph type="body" sz="quarter" idx="63" hasCustomPrompt="1"/>
          </p:nvPr>
        </p:nvSpPr>
        <p:spPr>
          <a:xfrm>
            <a:off x="6834251" y="3031389"/>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35" name="Text Placeholder 7">
            <a:extLst>
              <a:ext uri="{FF2B5EF4-FFF2-40B4-BE49-F238E27FC236}">
                <a16:creationId xmlns:a16="http://schemas.microsoft.com/office/drawing/2014/main" id="{D608FA58-EAB0-4D46-9359-1EB2C7A651E9}"/>
              </a:ext>
            </a:extLst>
          </p:cNvPr>
          <p:cNvSpPr>
            <a:spLocks noGrp="1"/>
          </p:cNvSpPr>
          <p:nvPr>
            <p:ph type="body" sz="quarter" idx="64" hasCustomPrompt="1"/>
          </p:nvPr>
        </p:nvSpPr>
        <p:spPr>
          <a:xfrm>
            <a:off x="6834251" y="3555581"/>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36" name="Text Placeholder 7">
            <a:extLst>
              <a:ext uri="{FF2B5EF4-FFF2-40B4-BE49-F238E27FC236}">
                <a16:creationId xmlns:a16="http://schemas.microsoft.com/office/drawing/2014/main" id="{66A1D58A-319D-484B-B270-C19908CCE522}"/>
              </a:ext>
            </a:extLst>
          </p:cNvPr>
          <p:cNvSpPr>
            <a:spLocks noGrp="1"/>
          </p:cNvSpPr>
          <p:nvPr>
            <p:ph type="body" sz="quarter" idx="65" hasCustomPrompt="1"/>
          </p:nvPr>
        </p:nvSpPr>
        <p:spPr>
          <a:xfrm>
            <a:off x="6834251" y="4079773"/>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37" name="Text Placeholder 7">
            <a:extLst>
              <a:ext uri="{FF2B5EF4-FFF2-40B4-BE49-F238E27FC236}">
                <a16:creationId xmlns:a16="http://schemas.microsoft.com/office/drawing/2014/main" id="{445DAC0C-999B-824E-8AA3-C28ED112E896}"/>
              </a:ext>
            </a:extLst>
          </p:cNvPr>
          <p:cNvSpPr>
            <a:spLocks noGrp="1"/>
          </p:cNvSpPr>
          <p:nvPr>
            <p:ph type="body" sz="quarter" idx="66" hasCustomPrompt="1"/>
          </p:nvPr>
        </p:nvSpPr>
        <p:spPr>
          <a:xfrm>
            <a:off x="6834251" y="4603965"/>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38" name="Text Placeholder 7">
            <a:extLst>
              <a:ext uri="{FF2B5EF4-FFF2-40B4-BE49-F238E27FC236}">
                <a16:creationId xmlns:a16="http://schemas.microsoft.com/office/drawing/2014/main" id="{3EE18008-A4F6-524A-9AF5-F1EA61E66A83}"/>
              </a:ext>
            </a:extLst>
          </p:cNvPr>
          <p:cNvSpPr>
            <a:spLocks noGrp="1"/>
          </p:cNvSpPr>
          <p:nvPr>
            <p:ph type="body" sz="quarter" idx="67" hasCustomPrompt="1"/>
          </p:nvPr>
        </p:nvSpPr>
        <p:spPr>
          <a:xfrm>
            <a:off x="3491401" y="1029572"/>
            <a:ext cx="2507711"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39" name="Picture Placeholder 3">
            <a:extLst>
              <a:ext uri="{FF2B5EF4-FFF2-40B4-BE49-F238E27FC236}">
                <a16:creationId xmlns:a16="http://schemas.microsoft.com/office/drawing/2014/main" id="{C606DDCF-1093-3C40-9DA4-C8FA9DDF68A6}"/>
              </a:ext>
            </a:extLst>
          </p:cNvPr>
          <p:cNvSpPr>
            <a:spLocks noGrp="1"/>
          </p:cNvSpPr>
          <p:nvPr>
            <p:ph type="pic" sz="quarter" idx="68"/>
          </p:nvPr>
        </p:nvSpPr>
        <p:spPr>
          <a:xfrm>
            <a:off x="3588455" y="1479553"/>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40" name="Picture Placeholder 3">
            <a:extLst>
              <a:ext uri="{FF2B5EF4-FFF2-40B4-BE49-F238E27FC236}">
                <a16:creationId xmlns:a16="http://schemas.microsoft.com/office/drawing/2014/main" id="{7D435CA4-D726-254B-8C0D-14AABA90391A}"/>
              </a:ext>
            </a:extLst>
          </p:cNvPr>
          <p:cNvSpPr>
            <a:spLocks noGrp="1"/>
          </p:cNvSpPr>
          <p:nvPr>
            <p:ph type="pic" sz="quarter" idx="69"/>
          </p:nvPr>
        </p:nvSpPr>
        <p:spPr>
          <a:xfrm>
            <a:off x="3588455" y="2004320"/>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41" name="Picture Placeholder 3">
            <a:extLst>
              <a:ext uri="{FF2B5EF4-FFF2-40B4-BE49-F238E27FC236}">
                <a16:creationId xmlns:a16="http://schemas.microsoft.com/office/drawing/2014/main" id="{0BD6C709-0DC1-2C44-B6B5-6FF36E6A3BE5}"/>
              </a:ext>
            </a:extLst>
          </p:cNvPr>
          <p:cNvSpPr>
            <a:spLocks noGrp="1"/>
          </p:cNvSpPr>
          <p:nvPr>
            <p:ph type="pic" sz="quarter" idx="70"/>
          </p:nvPr>
        </p:nvSpPr>
        <p:spPr>
          <a:xfrm>
            <a:off x="3588455" y="2529085"/>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42" name="Picture Placeholder 3">
            <a:extLst>
              <a:ext uri="{FF2B5EF4-FFF2-40B4-BE49-F238E27FC236}">
                <a16:creationId xmlns:a16="http://schemas.microsoft.com/office/drawing/2014/main" id="{DC8D87A0-3C79-C546-A435-B78B1F5D3A4F}"/>
              </a:ext>
            </a:extLst>
          </p:cNvPr>
          <p:cNvSpPr>
            <a:spLocks noGrp="1"/>
          </p:cNvSpPr>
          <p:nvPr>
            <p:ph type="pic" sz="quarter" idx="71"/>
          </p:nvPr>
        </p:nvSpPr>
        <p:spPr>
          <a:xfrm>
            <a:off x="3588455" y="3053849"/>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43" name="Picture Placeholder 3">
            <a:extLst>
              <a:ext uri="{FF2B5EF4-FFF2-40B4-BE49-F238E27FC236}">
                <a16:creationId xmlns:a16="http://schemas.microsoft.com/office/drawing/2014/main" id="{A02C95F8-AB0D-6943-BE11-975298CD5587}"/>
              </a:ext>
            </a:extLst>
          </p:cNvPr>
          <p:cNvSpPr>
            <a:spLocks noGrp="1"/>
          </p:cNvSpPr>
          <p:nvPr>
            <p:ph type="pic" sz="quarter" idx="72"/>
          </p:nvPr>
        </p:nvSpPr>
        <p:spPr>
          <a:xfrm>
            <a:off x="3588455" y="3578614"/>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44" name="Picture Placeholder 3">
            <a:extLst>
              <a:ext uri="{FF2B5EF4-FFF2-40B4-BE49-F238E27FC236}">
                <a16:creationId xmlns:a16="http://schemas.microsoft.com/office/drawing/2014/main" id="{7F865E1B-0FE7-0D46-BDD2-A9C595992E87}"/>
              </a:ext>
            </a:extLst>
          </p:cNvPr>
          <p:cNvSpPr>
            <a:spLocks noGrp="1"/>
          </p:cNvSpPr>
          <p:nvPr>
            <p:ph type="pic" sz="quarter" idx="73"/>
          </p:nvPr>
        </p:nvSpPr>
        <p:spPr>
          <a:xfrm>
            <a:off x="3588455" y="4103380"/>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45" name="Picture Placeholder 3">
            <a:extLst>
              <a:ext uri="{FF2B5EF4-FFF2-40B4-BE49-F238E27FC236}">
                <a16:creationId xmlns:a16="http://schemas.microsoft.com/office/drawing/2014/main" id="{445B5578-E099-1041-967A-4DC54DB24B51}"/>
              </a:ext>
            </a:extLst>
          </p:cNvPr>
          <p:cNvSpPr>
            <a:spLocks noGrp="1"/>
          </p:cNvSpPr>
          <p:nvPr>
            <p:ph type="pic" sz="quarter" idx="74"/>
          </p:nvPr>
        </p:nvSpPr>
        <p:spPr>
          <a:xfrm>
            <a:off x="3588454" y="4628145"/>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46" name="Text Placeholder 7">
            <a:extLst>
              <a:ext uri="{FF2B5EF4-FFF2-40B4-BE49-F238E27FC236}">
                <a16:creationId xmlns:a16="http://schemas.microsoft.com/office/drawing/2014/main" id="{211687FD-DB71-0342-A587-F03CA82E1912}"/>
              </a:ext>
            </a:extLst>
          </p:cNvPr>
          <p:cNvSpPr>
            <a:spLocks noGrp="1"/>
          </p:cNvSpPr>
          <p:nvPr>
            <p:ph type="body" sz="quarter" idx="75" hasCustomPrompt="1"/>
          </p:nvPr>
        </p:nvSpPr>
        <p:spPr>
          <a:xfrm>
            <a:off x="3984883" y="1458813"/>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47" name="Text Placeholder 7">
            <a:extLst>
              <a:ext uri="{FF2B5EF4-FFF2-40B4-BE49-F238E27FC236}">
                <a16:creationId xmlns:a16="http://schemas.microsoft.com/office/drawing/2014/main" id="{C6266F2D-D76E-4B44-93DD-A34796AC023B}"/>
              </a:ext>
            </a:extLst>
          </p:cNvPr>
          <p:cNvSpPr>
            <a:spLocks noGrp="1"/>
          </p:cNvSpPr>
          <p:nvPr>
            <p:ph type="body" sz="quarter" idx="76" hasCustomPrompt="1"/>
          </p:nvPr>
        </p:nvSpPr>
        <p:spPr>
          <a:xfrm>
            <a:off x="3984883" y="1983005"/>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48" name="Text Placeholder 7">
            <a:extLst>
              <a:ext uri="{FF2B5EF4-FFF2-40B4-BE49-F238E27FC236}">
                <a16:creationId xmlns:a16="http://schemas.microsoft.com/office/drawing/2014/main" id="{EED47149-409B-B14D-8718-6D51AE3D3AB5}"/>
              </a:ext>
            </a:extLst>
          </p:cNvPr>
          <p:cNvSpPr>
            <a:spLocks noGrp="1"/>
          </p:cNvSpPr>
          <p:nvPr>
            <p:ph type="body" sz="quarter" idx="77" hasCustomPrompt="1"/>
          </p:nvPr>
        </p:nvSpPr>
        <p:spPr>
          <a:xfrm>
            <a:off x="3984883" y="2507197"/>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49" name="Text Placeholder 7">
            <a:extLst>
              <a:ext uri="{FF2B5EF4-FFF2-40B4-BE49-F238E27FC236}">
                <a16:creationId xmlns:a16="http://schemas.microsoft.com/office/drawing/2014/main" id="{4E84D3C7-B3A4-CC48-9855-4938E4E118AD}"/>
              </a:ext>
            </a:extLst>
          </p:cNvPr>
          <p:cNvSpPr>
            <a:spLocks noGrp="1"/>
          </p:cNvSpPr>
          <p:nvPr>
            <p:ph type="body" sz="quarter" idx="78" hasCustomPrompt="1"/>
          </p:nvPr>
        </p:nvSpPr>
        <p:spPr>
          <a:xfrm>
            <a:off x="3984883" y="3031389"/>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50" name="Text Placeholder 7">
            <a:extLst>
              <a:ext uri="{FF2B5EF4-FFF2-40B4-BE49-F238E27FC236}">
                <a16:creationId xmlns:a16="http://schemas.microsoft.com/office/drawing/2014/main" id="{DC0C48EA-7A34-944B-8132-DF37F09318AE}"/>
              </a:ext>
            </a:extLst>
          </p:cNvPr>
          <p:cNvSpPr>
            <a:spLocks noGrp="1"/>
          </p:cNvSpPr>
          <p:nvPr>
            <p:ph type="body" sz="quarter" idx="79" hasCustomPrompt="1"/>
          </p:nvPr>
        </p:nvSpPr>
        <p:spPr>
          <a:xfrm>
            <a:off x="3984883" y="3555581"/>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51" name="Text Placeholder 7">
            <a:extLst>
              <a:ext uri="{FF2B5EF4-FFF2-40B4-BE49-F238E27FC236}">
                <a16:creationId xmlns:a16="http://schemas.microsoft.com/office/drawing/2014/main" id="{7ACADDD2-9A10-6942-8259-473273FBB069}"/>
              </a:ext>
            </a:extLst>
          </p:cNvPr>
          <p:cNvSpPr>
            <a:spLocks noGrp="1"/>
          </p:cNvSpPr>
          <p:nvPr>
            <p:ph type="body" sz="quarter" idx="80" hasCustomPrompt="1"/>
          </p:nvPr>
        </p:nvSpPr>
        <p:spPr>
          <a:xfrm>
            <a:off x="3984883" y="4079773"/>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52" name="Text Placeholder 7">
            <a:extLst>
              <a:ext uri="{FF2B5EF4-FFF2-40B4-BE49-F238E27FC236}">
                <a16:creationId xmlns:a16="http://schemas.microsoft.com/office/drawing/2014/main" id="{B7475A50-9DE6-6F44-B7FA-C3C7928FF283}"/>
              </a:ext>
            </a:extLst>
          </p:cNvPr>
          <p:cNvSpPr>
            <a:spLocks noGrp="1"/>
          </p:cNvSpPr>
          <p:nvPr>
            <p:ph type="body" sz="quarter" idx="81" hasCustomPrompt="1"/>
          </p:nvPr>
        </p:nvSpPr>
        <p:spPr>
          <a:xfrm>
            <a:off x="3984883" y="4603965"/>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64" name="Picture Placeholder 3">
            <a:extLst>
              <a:ext uri="{FF2B5EF4-FFF2-40B4-BE49-F238E27FC236}">
                <a16:creationId xmlns:a16="http://schemas.microsoft.com/office/drawing/2014/main" id="{12FBBD29-DE96-1B40-80B4-0F0231B1AC5D}"/>
              </a:ext>
            </a:extLst>
          </p:cNvPr>
          <p:cNvSpPr>
            <a:spLocks noGrp="1"/>
          </p:cNvSpPr>
          <p:nvPr>
            <p:ph type="pic" sz="quarter" idx="82"/>
          </p:nvPr>
        </p:nvSpPr>
        <p:spPr>
          <a:xfrm>
            <a:off x="711690" y="5152912"/>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65" name="Text Placeholder 7">
            <a:extLst>
              <a:ext uri="{FF2B5EF4-FFF2-40B4-BE49-F238E27FC236}">
                <a16:creationId xmlns:a16="http://schemas.microsoft.com/office/drawing/2014/main" id="{39F508A9-3E93-DC43-B332-68A35B7D24FA}"/>
              </a:ext>
            </a:extLst>
          </p:cNvPr>
          <p:cNvSpPr>
            <a:spLocks noGrp="1"/>
          </p:cNvSpPr>
          <p:nvPr>
            <p:ph type="body" sz="quarter" idx="83" hasCustomPrompt="1"/>
          </p:nvPr>
        </p:nvSpPr>
        <p:spPr>
          <a:xfrm>
            <a:off x="1108119" y="5128157"/>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66" name="Picture Placeholder 3">
            <a:extLst>
              <a:ext uri="{FF2B5EF4-FFF2-40B4-BE49-F238E27FC236}">
                <a16:creationId xmlns:a16="http://schemas.microsoft.com/office/drawing/2014/main" id="{6840C14B-D589-C94B-B8F9-28CFE94FABCE}"/>
              </a:ext>
            </a:extLst>
          </p:cNvPr>
          <p:cNvSpPr>
            <a:spLocks noGrp="1"/>
          </p:cNvSpPr>
          <p:nvPr>
            <p:ph type="pic" sz="quarter" idx="84"/>
          </p:nvPr>
        </p:nvSpPr>
        <p:spPr>
          <a:xfrm>
            <a:off x="9300886" y="5152912"/>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67" name="Text Placeholder 7">
            <a:extLst>
              <a:ext uri="{FF2B5EF4-FFF2-40B4-BE49-F238E27FC236}">
                <a16:creationId xmlns:a16="http://schemas.microsoft.com/office/drawing/2014/main" id="{6F63A7A9-9CFA-0F4D-8695-447FE1CB25B8}"/>
              </a:ext>
            </a:extLst>
          </p:cNvPr>
          <p:cNvSpPr>
            <a:spLocks noGrp="1"/>
          </p:cNvSpPr>
          <p:nvPr>
            <p:ph type="body" sz="quarter" idx="85" hasCustomPrompt="1"/>
          </p:nvPr>
        </p:nvSpPr>
        <p:spPr>
          <a:xfrm>
            <a:off x="9697315" y="5128157"/>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68" name="Picture Placeholder 3">
            <a:extLst>
              <a:ext uri="{FF2B5EF4-FFF2-40B4-BE49-F238E27FC236}">
                <a16:creationId xmlns:a16="http://schemas.microsoft.com/office/drawing/2014/main" id="{39551C59-03A2-B642-967F-11FFE636352F}"/>
              </a:ext>
            </a:extLst>
          </p:cNvPr>
          <p:cNvSpPr>
            <a:spLocks noGrp="1"/>
          </p:cNvSpPr>
          <p:nvPr>
            <p:ph type="pic" sz="quarter" idx="86"/>
          </p:nvPr>
        </p:nvSpPr>
        <p:spPr>
          <a:xfrm>
            <a:off x="6437820" y="5152912"/>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69" name="Text Placeholder 7">
            <a:extLst>
              <a:ext uri="{FF2B5EF4-FFF2-40B4-BE49-F238E27FC236}">
                <a16:creationId xmlns:a16="http://schemas.microsoft.com/office/drawing/2014/main" id="{C02837D7-FC31-B34E-9191-971D6AEF1BA0}"/>
              </a:ext>
            </a:extLst>
          </p:cNvPr>
          <p:cNvSpPr>
            <a:spLocks noGrp="1"/>
          </p:cNvSpPr>
          <p:nvPr>
            <p:ph type="body" sz="quarter" idx="87" hasCustomPrompt="1"/>
          </p:nvPr>
        </p:nvSpPr>
        <p:spPr>
          <a:xfrm>
            <a:off x="6834251" y="5128157"/>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70" name="Picture Placeholder 3">
            <a:extLst>
              <a:ext uri="{FF2B5EF4-FFF2-40B4-BE49-F238E27FC236}">
                <a16:creationId xmlns:a16="http://schemas.microsoft.com/office/drawing/2014/main" id="{0A9A16C4-5950-FE46-8970-C4FE824F08F2}"/>
              </a:ext>
            </a:extLst>
          </p:cNvPr>
          <p:cNvSpPr>
            <a:spLocks noGrp="1"/>
          </p:cNvSpPr>
          <p:nvPr>
            <p:ph type="pic" sz="quarter" idx="88"/>
          </p:nvPr>
        </p:nvSpPr>
        <p:spPr>
          <a:xfrm>
            <a:off x="3588454" y="5152912"/>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71" name="Text Placeholder 7">
            <a:extLst>
              <a:ext uri="{FF2B5EF4-FFF2-40B4-BE49-F238E27FC236}">
                <a16:creationId xmlns:a16="http://schemas.microsoft.com/office/drawing/2014/main" id="{F0A4E703-0CB6-8D41-8B11-CDC79E494EEE}"/>
              </a:ext>
            </a:extLst>
          </p:cNvPr>
          <p:cNvSpPr>
            <a:spLocks noGrp="1"/>
          </p:cNvSpPr>
          <p:nvPr>
            <p:ph type="body" sz="quarter" idx="89" hasCustomPrompt="1"/>
          </p:nvPr>
        </p:nvSpPr>
        <p:spPr>
          <a:xfrm>
            <a:off x="3984883" y="5128157"/>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95" name="Picture Placeholder 3">
            <a:extLst>
              <a:ext uri="{FF2B5EF4-FFF2-40B4-BE49-F238E27FC236}">
                <a16:creationId xmlns:a16="http://schemas.microsoft.com/office/drawing/2014/main" id="{1DCBBC5A-83E1-534A-A729-2AAE15A559D1}"/>
              </a:ext>
            </a:extLst>
          </p:cNvPr>
          <p:cNvSpPr>
            <a:spLocks noGrp="1"/>
          </p:cNvSpPr>
          <p:nvPr>
            <p:ph type="pic" sz="quarter" idx="90"/>
          </p:nvPr>
        </p:nvSpPr>
        <p:spPr>
          <a:xfrm>
            <a:off x="711690" y="5677676"/>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96" name="Text Placeholder 7">
            <a:extLst>
              <a:ext uri="{FF2B5EF4-FFF2-40B4-BE49-F238E27FC236}">
                <a16:creationId xmlns:a16="http://schemas.microsoft.com/office/drawing/2014/main" id="{D7A1E629-C759-8A43-BBEE-5E84A4D978CA}"/>
              </a:ext>
            </a:extLst>
          </p:cNvPr>
          <p:cNvSpPr>
            <a:spLocks noGrp="1"/>
          </p:cNvSpPr>
          <p:nvPr>
            <p:ph type="body" sz="quarter" idx="91" hasCustomPrompt="1"/>
          </p:nvPr>
        </p:nvSpPr>
        <p:spPr>
          <a:xfrm>
            <a:off x="1108119" y="5652351"/>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97" name="Picture Placeholder 3">
            <a:extLst>
              <a:ext uri="{FF2B5EF4-FFF2-40B4-BE49-F238E27FC236}">
                <a16:creationId xmlns:a16="http://schemas.microsoft.com/office/drawing/2014/main" id="{32560AF2-6EDC-E545-AC85-CD3E6C2E8432}"/>
              </a:ext>
            </a:extLst>
          </p:cNvPr>
          <p:cNvSpPr>
            <a:spLocks noGrp="1"/>
          </p:cNvSpPr>
          <p:nvPr>
            <p:ph type="pic" sz="quarter" idx="92"/>
          </p:nvPr>
        </p:nvSpPr>
        <p:spPr>
          <a:xfrm>
            <a:off x="9300886" y="5677676"/>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98" name="Text Placeholder 7">
            <a:extLst>
              <a:ext uri="{FF2B5EF4-FFF2-40B4-BE49-F238E27FC236}">
                <a16:creationId xmlns:a16="http://schemas.microsoft.com/office/drawing/2014/main" id="{0BF57D0D-FFC1-8745-91E3-01339FD39DB6}"/>
              </a:ext>
            </a:extLst>
          </p:cNvPr>
          <p:cNvSpPr>
            <a:spLocks noGrp="1"/>
          </p:cNvSpPr>
          <p:nvPr>
            <p:ph type="body" sz="quarter" idx="93" hasCustomPrompt="1"/>
          </p:nvPr>
        </p:nvSpPr>
        <p:spPr>
          <a:xfrm>
            <a:off x="9697315" y="5652351"/>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99" name="Picture Placeholder 3">
            <a:extLst>
              <a:ext uri="{FF2B5EF4-FFF2-40B4-BE49-F238E27FC236}">
                <a16:creationId xmlns:a16="http://schemas.microsoft.com/office/drawing/2014/main" id="{98DE4193-D11C-344E-B5AB-974997CACEED}"/>
              </a:ext>
            </a:extLst>
          </p:cNvPr>
          <p:cNvSpPr>
            <a:spLocks noGrp="1"/>
          </p:cNvSpPr>
          <p:nvPr>
            <p:ph type="pic" sz="quarter" idx="94"/>
          </p:nvPr>
        </p:nvSpPr>
        <p:spPr>
          <a:xfrm>
            <a:off x="6437820" y="5677676"/>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00" name="Text Placeholder 7">
            <a:extLst>
              <a:ext uri="{FF2B5EF4-FFF2-40B4-BE49-F238E27FC236}">
                <a16:creationId xmlns:a16="http://schemas.microsoft.com/office/drawing/2014/main" id="{3765874A-1593-9045-B59A-2202C9F499A1}"/>
              </a:ext>
            </a:extLst>
          </p:cNvPr>
          <p:cNvSpPr>
            <a:spLocks noGrp="1"/>
          </p:cNvSpPr>
          <p:nvPr>
            <p:ph type="body" sz="quarter" idx="95" hasCustomPrompt="1"/>
          </p:nvPr>
        </p:nvSpPr>
        <p:spPr>
          <a:xfrm>
            <a:off x="6834251" y="5652351"/>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101" name="Picture Placeholder 3">
            <a:extLst>
              <a:ext uri="{FF2B5EF4-FFF2-40B4-BE49-F238E27FC236}">
                <a16:creationId xmlns:a16="http://schemas.microsoft.com/office/drawing/2014/main" id="{9EAEB5CC-1475-8842-A12E-5F1190B1EACB}"/>
              </a:ext>
            </a:extLst>
          </p:cNvPr>
          <p:cNvSpPr>
            <a:spLocks noGrp="1"/>
          </p:cNvSpPr>
          <p:nvPr>
            <p:ph type="pic" sz="quarter" idx="96"/>
          </p:nvPr>
        </p:nvSpPr>
        <p:spPr>
          <a:xfrm>
            <a:off x="3588454" y="5677676"/>
            <a:ext cx="396429" cy="396427"/>
          </a:xfrm>
          <a:prstGeom prst="ellipse">
            <a:avLst/>
          </a:prstGeom>
          <a:ln>
            <a:noFill/>
          </a:ln>
        </p:spPr>
        <p:txBody>
          <a:bodyPr anchor="ctr" anchorCtr="0"/>
          <a:lstStyle>
            <a:lvl1pPr marL="0" indent="0" algn="ctr">
              <a:buNone/>
              <a:defRPr sz="267">
                <a:solidFill>
                  <a:schemeClr val="tx1"/>
                </a:solidFill>
              </a:defRPr>
            </a:lvl1pPr>
          </a:lstStyle>
          <a:p>
            <a:r>
              <a:rPr lang="en-US"/>
              <a:t>Click icon to add picture</a:t>
            </a:r>
          </a:p>
        </p:txBody>
      </p:sp>
      <p:sp>
        <p:nvSpPr>
          <p:cNvPr id="102" name="Text Placeholder 7">
            <a:extLst>
              <a:ext uri="{FF2B5EF4-FFF2-40B4-BE49-F238E27FC236}">
                <a16:creationId xmlns:a16="http://schemas.microsoft.com/office/drawing/2014/main" id="{6203C484-A713-F14B-94DA-4C6D5A4958CC}"/>
              </a:ext>
            </a:extLst>
          </p:cNvPr>
          <p:cNvSpPr>
            <a:spLocks noGrp="1"/>
          </p:cNvSpPr>
          <p:nvPr>
            <p:ph type="body" sz="quarter" idx="97" hasCustomPrompt="1"/>
          </p:nvPr>
        </p:nvSpPr>
        <p:spPr>
          <a:xfrm>
            <a:off x="3984883" y="5652351"/>
            <a:ext cx="2028765" cy="436376"/>
          </a:xfrm>
          <a:prstGeom prst="rect">
            <a:avLst/>
          </a:prstGeom>
        </p:spPr>
        <p:txBody>
          <a:bodyPr anchor="ctr"/>
          <a:lstStyle>
            <a:lvl1pPr marL="0" indent="0">
              <a:lnSpc>
                <a:spcPct val="100000"/>
              </a:lnSpc>
              <a:spcBef>
                <a:spcPts val="0"/>
              </a:spcBef>
              <a:buNone/>
              <a:defRPr sz="933" b="0" i="0" baseline="0">
                <a:solidFill>
                  <a:schemeClr val="tx1"/>
                </a:solidFill>
                <a:latin typeface="CiscoSansTT Light" panose="020B0503020201020303" pitchFamily="34" charset="0"/>
                <a:cs typeface="CiscoSansTT Light" panose="020B0503020201020303" pitchFamily="34" charset="0"/>
              </a:defRPr>
            </a:lvl1pPr>
          </a:lstStyle>
          <a:p>
            <a:pPr lvl="0"/>
            <a:r>
              <a:rPr lang="en-US" dirty="0"/>
              <a:t>Place text here</a:t>
            </a:r>
          </a:p>
        </p:txBody>
      </p:sp>
      <p:sp>
        <p:nvSpPr>
          <p:cNvPr id="94" name="Text Placeholder 6">
            <a:extLst>
              <a:ext uri="{FF2B5EF4-FFF2-40B4-BE49-F238E27FC236}">
                <a16:creationId xmlns:a16="http://schemas.microsoft.com/office/drawing/2014/main" id="{125F027B-F432-97D0-4000-2DD17AFB9473}"/>
              </a:ext>
            </a:extLst>
          </p:cNvPr>
          <p:cNvSpPr>
            <a:spLocks noGrp="1"/>
          </p:cNvSpPr>
          <p:nvPr>
            <p:ph type="body" sz="quarter" idx="98" hasCustomPrompt="1"/>
          </p:nvPr>
        </p:nvSpPr>
        <p:spPr>
          <a:xfrm>
            <a:off x="625928" y="450012"/>
            <a:ext cx="7460073" cy="482748"/>
          </a:xfrm>
          <a:prstGeom prst="rect">
            <a:avLst/>
          </a:prstGeom>
        </p:spPr>
        <p:txBody>
          <a:bodyPr lIns="0" tIns="0" rIns="0" bIns="0" anchor="t" anchorCtr="0"/>
          <a:lstStyle>
            <a:lvl1pPr marL="0" indent="0">
              <a:lnSpc>
                <a:spcPct val="100000"/>
              </a:lnSpc>
              <a:spcBef>
                <a:spcPts val="0"/>
              </a:spcBef>
              <a:buNone/>
              <a:defRPr sz="3200" b="0" i="0">
                <a:solidFill>
                  <a:schemeClr val="bg1"/>
                </a:solidFill>
                <a:latin typeface="CiscoSansTT ExtraLight" panose="020B0303020201020303" pitchFamily="34" charset="0"/>
                <a:cs typeface="CiscoSansTT ExtraLight" panose="020B0303020201020303" pitchFamily="34" charset="0"/>
              </a:defRPr>
            </a:lvl1pPr>
          </a:lstStyle>
          <a:p>
            <a:r>
              <a:rPr lang="en-GB" dirty="0"/>
              <a:t>Heading goes here</a:t>
            </a:r>
          </a:p>
        </p:txBody>
      </p:sp>
    </p:spTree>
    <p:extLst>
      <p:ext uri="{BB962C8B-B14F-4D97-AF65-F5344CB8AC3E}">
        <p14:creationId xmlns:p14="http://schemas.microsoft.com/office/powerpoint/2010/main" val="217596660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Photo grid 1">
    <p:bg>
      <p:bgPr>
        <a:solidFill>
          <a:schemeClr val="bg2"/>
        </a:solidFill>
        <a:effectLst/>
      </p:bgPr>
    </p:bg>
    <p:spTree>
      <p:nvGrpSpPr>
        <p:cNvPr id="1" name=""/>
        <p:cNvGrpSpPr/>
        <p:nvPr/>
      </p:nvGrpSpPr>
      <p:grpSpPr>
        <a:xfrm>
          <a:off x="0" y="0"/>
          <a:ext cx="0" cy="0"/>
          <a:chOff x="0" y="0"/>
          <a:chExt cx="0" cy="0"/>
        </a:xfrm>
      </p:grpSpPr>
      <p:sp>
        <p:nvSpPr>
          <p:cNvPr id="2" name="Picture Placeholder 3"/>
          <p:cNvSpPr>
            <a:spLocks noGrp="1"/>
          </p:cNvSpPr>
          <p:nvPr>
            <p:ph type="pic" sz="quarter" idx="10"/>
          </p:nvPr>
        </p:nvSpPr>
        <p:spPr>
          <a:xfrm>
            <a:off x="711200" y="1650808"/>
            <a:ext cx="1828800" cy="1828800"/>
          </a:xfrm>
          <a:prstGeom prst="ellipse">
            <a:avLst/>
          </a:prstGeom>
          <a:ln>
            <a:noFill/>
          </a:ln>
        </p:spPr>
        <p:txBody>
          <a:bodyPr anchor="ctr" anchorCtr="0"/>
          <a:lstStyle>
            <a:lvl1pPr marL="0" indent="0" algn="ctr">
              <a:buNone/>
              <a:defRPr sz="1467">
                <a:solidFill>
                  <a:schemeClr val="tx1"/>
                </a:solidFill>
              </a:defRPr>
            </a:lvl1pPr>
          </a:lstStyle>
          <a:p>
            <a:r>
              <a:rPr lang="en-US"/>
              <a:t>Click icon to add picture</a:t>
            </a:r>
          </a:p>
        </p:txBody>
      </p:sp>
      <p:sp>
        <p:nvSpPr>
          <p:cNvPr id="3" name="Picture Placeholder 3"/>
          <p:cNvSpPr>
            <a:spLocks noGrp="1"/>
          </p:cNvSpPr>
          <p:nvPr>
            <p:ph type="pic" sz="quarter" idx="11"/>
          </p:nvPr>
        </p:nvSpPr>
        <p:spPr>
          <a:xfrm>
            <a:off x="711200" y="3946044"/>
            <a:ext cx="1828800" cy="1828800"/>
          </a:xfrm>
          <a:prstGeom prst="ellipse">
            <a:avLst/>
          </a:prstGeom>
          <a:ln>
            <a:noFill/>
          </a:ln>
        </p:spPr>
        <p:txBody>
          <a:bodyPr anchor="ctr" anchorCtr="0"/>
          <a:lstStyle>
            <a:lvl1pPr marL="0" indent="0" algn="ctr">
              <a:buNone/>
              <a:defRPr sz="1467">
                <a:solidFill>
                  <a:schemeClr val="tx1"/>
                </a:solidFill>
              </a:defRPr>
            </a:lvl1pPr>
          </a:lstStyle>
          <a:p>
            <a:r>
              <a:rPr lang="en-US"/>
              <a:t>Click icon to add picture</a:t>
            </a:r>
          </a:p>
        </p:txBody>
      </p:sp>
      <p:sp>
        <p:nvSpPr>
          <p:cNvPr id="4" name="Picture Placeholder 3"/>
          <p:cNvSpPr>
            <a:spLocks noGrp="1"/>
          </p:cNvSpPr>
          <p:nvPr>
            <p:ph type="pic" sz="quarter" idx="12"/>
          </p:nvPr>
        </p:nvSpPr>
        <p:spPr>
          <a:xfrm>
            <a:off x="6087533" y="1650808"/>
            <a:ext cx="1828800" cy="1828800"/>
          </a:xfrm>
          <a:prstGeom prst="ellipse">
            <a:avLst/>
          </a:prstGeom>
          <a:ln>
            <a:noFill/>
          </a:ln>
        </p:spPr>
        <p:txBody>
          <a:bodyPr anchor="ctr" anchorCtr="0"/>
          <a:lstStyle>
            <a:lvl1pPr marL="0" indent="0" algn="ctr">
              <a:buNone/>
              <a:defRPr sz="1467">
                <a:solidFill>
                  <a:schemeClr val="tx1"/>
                </a:solidFill>
              </a:defRPr>
            </a:lvl1pPr>
          </a:lstStyle>
          <a:p>
            <a:r>
              <a:rPr lang="en-US"/>
              <a:t>Click icon to add picture</a:t>
            </a:r>
          </a:p>
        </p:txBody>
      </p:sp>
      <p:sp>
        <p:nvSpPr>
          <p:cNvPr id="5" name="Picture Placeholder 3"/>
          <p:cNvSpPr>
            <a:spLocks noGrp="1"/>
          </p:cNvSpPr>
          <p:nvPr>
            <p:ph type="pic" sz="quarter" idx="13"/>
          </p:nvPr>
        </p:nvSpPr>
        <p:spPr>
          <a:xfrm>
            <a:off x="6087533" y="3946044"/>
            <a:ext cx="1828800" cy="1828800"/>
          </a:xfrm>
          <a:prstGeom prst="ellipse">
            <a:avLst/>
          </a:prstGeom>
          <a:ln>
            <a:noFill/>
          </a:ln>
        </p:spPr>
        <p:txBody>
          <a:bodyPr anchor="ctr" anchorCtr="0"/>
          <a:lstStyle>
            <a:lvl1pPr marL="0" indent="0" algn="ctr">
              <a:buNone/>
              <a:defRPr sz="1467">
                <a:solidFill>
                  <a:schemeClr val="tx1"/>
                </a:solidFill>
              </a:defRPr>
            </a:lvl1pPr>
          </a:lstStyle>
          <a:p>
            <a:r>
              <a:rPr lang="en-US"/>
              <a:t>Click icon to add picture</a:t>
            </a:r>
          </a:p>
        </p:txBody>
      </p:sp>
      <p:sp>
        <p:nvSpPr>
          <p:cNvPr id="8" name="Text Placeholder 7"/>
          <p:cNvSpPr>
            <a:spLocks noGrp="1"/>
          </p:cNvSpPr>
          <p:nvPr>
            <p:ph type="body" sz="quarter" idx="14" hasCustomPrompt="1"/>
          </p:nvPr>
        </p:nvSpPr>
        <p:spPr>
          <a:xfrm>
            <a:off x="2708570" y="2158809"/>
            <a:ext cx="2997201" cy="406401"/>
          </a:xfrm>
          <a:prstGeom prst="rect">
            <a:avLst/>
          </a:prstGeom>
        </p:spPr>
        <p:txBody>
          <a:bodyPr/>
          <a:lstStyle>
            <a:lvl1pPr marL="0" indent="0">
              <a:buNone/>
              <a:defRPr sz="2400" b="0" i="0">
                <a:solidFill>
                  <a:schemeClr val="tx1"/>
                </a:solidFill>
                <a:latin typeface="CiscoSansTT ExtraLight" panose="020B0303020201020303" pitchFamily="34" charset="0"/>
                <a:cs typeface="CiscoSansTT ExtraLight" panose="020B0303020201020303" pitchFamily="34" charset="0"/>
              </a:defRPr>
            </a:lvl1pPr>
          </a:lstStyle>
          <a:p>
            <a:pPr lvl="0"/>
            <a:r>
              <a:rPr lang="en-US" dirty="0"/>
              <a:t>Place title here</a:t>
            </a:r>
          </a:p>
        </p:txBody>
      </p:sp>
      <p:sp>
        <p:nvSpPr>
          <p:cNvPr id="9" name="Text Placeholder 7"/>
          <p:cNvSpPr>
            <a:spLocks noGrp="1"/>
          </p:cNvSpPr>
          <p:nvPr>
            <p:ph type="body" sz="quarter" idx="15" hasCustomPrompt="1"/>
          </p:nvPr>
        </p:nvSpPr>
        <p:spPr>
          <a:xfrm>
            <a:off x="2708570" y="2565210"/>
            <a:ext cx="2997201" cy="406401"/>
          </a:xfrm>
          <a:prstGeom prst="rect">
            <a:avLst/>
          </a:prstGeom>
        </p:spPr>
        <p:txBody>
          <a:bodyPr/>
          <a:lstStyle>
            <a:lvl1pPr marL="0" indent="0">
              <a:buNone/>
              <a:defRPr sz="1300" baseline="0">
                <a:solidFill>
                  <a:schemeClr val="tx1"/>
                </a:solidFill>
              </a:defRPr>
            </a:lvl1pPr>
          </a:lstStyle>
          <a:p>
            <a:pPr lvl="0"/>
            <a:r>
              <a:rPr lang="en-US" dirty="0"/>
              <a:t>Place text here</a:t>
            </a:r>
          </a:p>
        </p:txBody>
      </p:sp>
      <p:sp>
        <p:nvSpPr>
          <p:cNvPr id="10" name="Text Placeholder 7"/>
          <p:cNvSpPr>
            <a:spLocks noGrp="1"/>
          </p:cNvSpPr>
          <p:nvPr>
            <p:ph type="body" sz="quarter" idx="16" hasCustomPrompt="1"/>
          </p:nvPr>
        </p:nvSpPr>
        <p:spPr>
          <a:xfrm>
            <a:off x="2708570" y="4491569"/>
            <a:ext cx="2997201" cy="406401"/>
          </a:xfrm>
          <a:prstGeom prst="rect">
            <a:avLst/>
          </a:prstGeom>
        </p:spPr>
        <p:txBody>
          <a:bodyPr/>
          <a:lstStyle>
            <a:lvl1pPr marL="0" indent="0">
              <a:buNone/>
              <a:defRPr sz="2400" b="0" i="0">
                <a:solidFill>
                  <a:schemeClr val="tx1"/>
                </a:solidFill>
                <a:latin typeface="CiscoSansTT ExtraLight" panose="020B0303020201020303" pitchFamily="34" charset="0"/>
                <a:cs typeface="CiscoSansTT ExtraLight" panose="020B0303020201020303" pitchFamily="34" charset="0"/>
              </a:defRPr>
            </a:lvl1pPr>
          </a:lstStyle>
          <a:p>
            <a:pPr lvl="0"/>
            <a:r>
              <a:rPr lang="en-US" dirty="0"/>
              <a:t>Place title here</a:t>
            </a:r>
          </a:p>
        </p:txBody>
      </p:sp>
      <p:sp>
        <p:nvSpPr>
          <p:cNvPr id="11" name="Text Placeholder 7"/>
          <p:cNvSpPr>
            <a:spLocks noGrp="1"/>
          </p:cNvSpPr>
          <p:nvPr>
            <p:ph type="body" sz="quarter" idx="17" hasCustomPrompt="1"/>
          </p:nvPr>
        </p:nvSpPr>
        <p:spPr>
          <a:xfrm>
            <a:off x="2708570" y="4897970"/>
            <a:ext cx="2997201" cy="406401"/>
          </a:xfrm>
          <a:prstGeom prst="rect">
            <a:avLst/>
          </a:prstGeom>
        </p:spPr>
        <p:txBody>
          <a:bodyPr/>
          <a:lstStyle>
            <a:lvl1pPr marL="0" indent="0">
              <a:buNone/>
              <a:defRPr sz="1300" baseline="0">
                <a:solidFill>
                  <a:schemeClr val="tx1"/>
                </a:solidFill>
              </a:defRPr>
            </a:lvl1pPr>
          </a:lstStyle>
          <a:p>
            <a:pPr lvl="0"/>
            <a:r>
              <a:rPr lang="en-US" dirty="0"/>
              <a:t>Place text here</a:t>
            </a:r>
          </a:p>
        </p:txBody>
      </p:sp>
      <p:sp>
        <p:nvSpPr>
          <p:cNvPr id="12" name="Text Placeholder 7"/>
          <p:cNvSpPr>
            <a:spLocks noGrp="1"/>
          </p:cNvSpPr>
          <p:nvPr>
            <p:ph type="body" sz="quarter" idx="18" hasCustomPrompt="1"/>
          </p:nvPr>
        </p:nvSpPr>
        <p:spPr>
          <a:xfrm>
            <a:off x="8079516" y="2158809"/>
            <a:ext cx="2997201" cy="406401"/>
          </a:xfrm>
          <a:prstGeom prst="rect">
            <a:avLst/>
          </a:prstGeom>
        </p:spPr>
        <p:txBody>
          <a:bodyPr/>
          <a:lstStyle>
            <a:lvl1pPr marL="0" indent="0">
              <a:buNone/>
              <a:defRPr sz="2400" b="0" i="0">
                <a:solidFill>
                  <a:schemeClr val="tx1"/>
                </a:solidFill>
                <a:latin typeface="CiscoSansTT ExtraLight" panose="020B0303020201020303" pitchFamily="34" charset="0"/>
                <a:cs typeface="CiscoSansTT ExtraLight" panose="020B0303020201020303" pitchFamily="34" charset="0"/>
              </a:defRPr>
            </a:lvl1pPr>
          </a:lstStyle>
          <a:p>
            <a:pPr lvl="0"/>
            <a:r>
              <a:rPr lang="en-US" dirty="0"/>
              <a:t>Place title here</a:t>
            </a:r>
          </a:p>
        </p:txBody>
      </p:sp>
      <p:sp>
        <p:nvSpPr>
          <p:cNvPr id="13" name="Text Placeholder 7"/>
          <p:cNvSpPr>
            <a:spLocks noGrp="1"/>
          </p:cNvSpPr>
          <p:nvPr>
            <p:ph type="body" sz="quarter" idx="19" hasCustomPrompt="1"/>
          </p:nvPr>
        </p:nvSpPr>
        <p:spPr>
          <a:xfrm>
            <a:off x="8079516" y="2565210"/>
            <a:ext cx="2997201" cy="406401"/>
          </a:xfrm>
          <a:prstGeom prst="rect">
            <a:avLst/>
          </a:prstGeom>
        </p:spPr>
        <p:txBody>
          <a:bodyPr/>
          <a:lstStyle>
            <a:lvl1pPr marL="0" indent="0">
              <a:buNone/>
              <a:defRPr sz="1300" baseline="0">
                <a:solidFill>
                  <a:schemeClr val="tx1"/>
                </a:solidFill>
              </a:defRPr>
            </a:lvl1pPr>
          </a:lstStyle>
          <a:p>
            <a:pPr lvl="0"/>
            <a:r>
              <a:rPr lang="en-US" dirty="0"/>
              <a:t>Place text here</a:t>
            </a:r>
          </a:p>
        </p:txBody>
      </p:sp>
      <p:sp>
        <p:nvSpPr>
          <p:cNvPr id="14" name="Text Placeholder 7"/>
          <p:cNvSpPr>
            <a:spLocks noGrp="1"/>
          </p:cNvSpPr>
          <p:nvPr>
            <p:ph type="body" sz="quarter" idx="20" hasCustomPrompt="1"/>
          </p:nvPr>
        </p:nvSpPr>
        <p:spPr>
          <a:xfrm>
            <a:off x="8079516" y="4491569"/>
            <a:ext cx="2997201" cy="406401"/>
          </a:xfrm>
          <a:prstGeom prst="rect">
            <a:avLst/>
          </a:prstGeom>
        </p:spPr>
        <p:txBody>
          <a:bodyPr/>
          <a:lstStyle>
            <a:lvl1pPr marL="0" indent="0">
              <a:buNone/>
              <a:defRPr sz="2400" b="0" i="0">
                <a:solidFill>
                  <a:schemeClr val="tx1"/>
                </a:solidFill>
                <a:latin typeface="CiscoSansTT ExtraLight" panose="020B0303020201020303" pitchFamily="34" charset="0"/>
                <a:cs typeface="CiscoSansTT ExtraLight" panose="020B0303020201020303" pitchFamily="34" charset="0"/>
              </a:defRPr>
            </a:lvl1pPr>
          </a:lstStyle>
          <a:p>
            <a:pPr lvl="0"/>
            <a:r>
              <a:rPr lang="en-US" dirty="0"/>
              <a:t>Place title here</a:t>
            </a:r>
          </a:p>
        </p:txBody>
      </p:sp>
      <p:sp>
        <p:nvSpPr>
          <p:cNvPr id="15" name="Text Placeholder 7"/>
          <p:cNvSpPr>
            <a:spLocks noGrp="1"/>
          </p:cNvSpPr>
          <p:nvPr>
            <p:ph type="body" sz="quarter" idx="21" hasCustomPrompt="1"/>
          </p:nvPr>
        </p:nvSpPr>
        <p:spPr>
          <a:xfrm>
            <a:off x="8079516" y="4897970"/>
            <a:ext cx="2997201" cy="406401"/>
          </a:xfrm>
          <a:prstGeom prst="rect">
            <a:avLst/>
          </a:prstGeom>
        </p:spPr>
        <p:txBody>
          <a:bodyPr/>
          <a:lstStyle>
            <a:lvl1pPr marL="0" indent="0">
              <a:buNone/>
              <a:defRPr sz="1300" baseline="0">
                <a:solidFill>
                  <a:schemeClr val="tx1"/>
                </a:solidFill>
              </a:defRPr>
            </a:lvl1pPr>
          </a:lstStyle>
          <a:p>
            <a:pPr lvl="0"/>
            <a:r>
              <a:rPr lang="en-US" dirty="0"/>
              <a:t>Place text here</a:t>
            </a:r>
          </a:p>
        </p:txBody>
      </p:sp>
      <p:sp>
        <p:nvSpPr>
          <p:cNvPr id="17" name="Text Placeholder 6">
            <a:extLst>
              <a:ext uri="{FF2B5EF4-FFF2-40B4-BE49-F238E27FC236}">
                <a16:creationId xmlns:a16="http://schemas.microsoft.com/office/drawing/2014/main" id="{3DEB8E48-2D47-6099-899C-CC43C4DAD7E9}"/>
              </a:ext>
            </a:extLst>
          </p:cNvPr>
          <p:cNvSpPr>
            <a:spLocks noGrp="1"/>
          </p:cNvSpPr>
          <p:nvPr>
            <p:ph type="body" sz="quarter" idx="82" hasCustomPrompt="1"/>
          </p:nvPr>
        </p:nvSpPr>
        <p:spPr>
          <a:xfrm>
            <a:off x="632820" y="753583"/>
            <a:ext cx="7460073" cy="482748"/>
          </a:xfrm>
          <a:prstGeom prst="rect">
            <a:avLst/>
          </a:prstGeom>
        </p:spPr>
        <p:txBody>
          <a:bodyPr lIns="0" tIns="0" rIns="0" bIns="0" anchor="t" anchorCtr="0"/>
          <a:lstStyle>
            <a:lvl1pPr marL="0" indent="0">
              <a:lnSpc>
                <a:spcPct val="100000"/>
              </a:lnSpc>
              <a:spcBef>
                <a:spcPts val="0"/>
              </a:spcBef>
              <a:buNone/>
              <a:defRPr sz="3200" b="0" i="0">
                <a:solidFill>
                  <a:schemeClr val="bg1"/>
                </a:solidFill>
                <a:latin typeface="CiscoSansTT ExtraLight" panose="020B0303020201020303" pitchFamily="34" charset="0"/>
                <a:cs typeface="CiscoSansTT ExtraLight" panose="020B0303020201020303" pitchFamily="34" charset="0"/>
              </a:defRPr>
            </a:lvl1pPr>
          </a:lstStyle>
          <a:p>
            <a:r>
              <a:rPr lang="en-GB" dirty="0"/>
              <a:t>Heading goes here</a:t>
            </a:r>
          </a:p>
        </p:txBody>
      </p:sp>
      <p:sp>
        <p:nvSpPr>
          <p:cNvPr id="18" name="Text Placeholder 2">
            <a:extLst>
              <a:ext uri="{FF2B5EF4-FFF2-40B4-BE49-F238E27FC236}">
                <a16:creationId xmlns:a16="http://schemas.microsoft.com/office/drawing/2014/main" id="{F06F0745-63A2-1254-09D6-046F1BA1A66E}"/>
              </a:ext>
            </a:extLst>
          </p:cNvPr>
          <p:cNvSpPr>
            <a:spLocks noGrp="1"/>
          </p:cNvSpPr>
          <p:nvPr>
            <p:ph type="body" sz="quarter" idx="83" hasCustomPrompt="1"/>
          </p:nvPr>
        </p:nvSpPr>
        <p:spPr>
          <a:xfrm>
            <a:off x="632127" y="431800"/>
            <a:ext cx="3489235" cy="304800"/>
          </a:xfrm>
          <a:prstGeom prst="rect">
            <a:avLst/>
          </a:prstGeom>
        </p:spPr>
        <p:txBody>
          <a:bodyPr lIns="0" tIns="0" rIns="0" bIns="0"/>
          <a:lstStyle>
            <a:lvl1pPr marL="0" indent="0">
              <a:spcBef>
                <a:spcPts val="0"/>
              </a:spcBef>
              <a:buFont typeface="Arial" panose="020B0604020202020204" pitchFamily="34" charset="0"/>
              <a:buNone/>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Tree>
    <p:extLst>
      <p:ext uri="{BB962C8B-B14F-4D97-AF65-F5344CB8AC3E}">
        <p14:creationId xmlns:p14="http://schemas.microsoft.com/office/powerpoint/2010/main" val="372618556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Photo grid 2">
    <p:bg>
      <p:bgPr>
        <a:solidFill>
          <a:schemeClr val="bg2"/>
        </a:solidFill>
        <a:effectLst/>
      </p:bgPr>
    </p:bg>
    <p:spTree>
      <p:nvGrpSpPr>
        <p:cNvPr id="1" name=""/>
        <p:cNvGrpSpPr/>
        <p:nvPr/>
      </p:nvGrpSpPr>
      <p:grpSpPr>
        <a:xfrm>
          <a:off x="0" y="0"/>
          <a:ext cx="0" cy="0"/>
          <a:chOff x="0" y="0"/>
          <a:chExt cx="0" cy="0"/>
        </a:xfrm>
      </p:grpSpPr>
      <p:sp>
        <p:nvSpPr>
          <p:cNvPr id="2" name="Picture Placeholder 3"/>
          <p:cNvSpPr>
            <a:spLocks noGrp="1"/>
          </p:cNvSpPr>
          <p:nvPr>
            <p:ph type="pic" sz="quarter" idx="10"/>
          </p:nvPr>
        </p:nvSpPr>
        <p:spPr>
          <a:xfrm>
            <a:off x="995219" y="2413195"/>
            <a:ext cx="1828800" cy="1828800"/>
          </a:xfrm>
          <a:prstGeom prst="ellipse">
            <a:avLst/>
          </a:prstGeom>
          <a:ln>
            <a:noFill/>
          </a:ln>
        </p:spPr>
        <p:txBody>
          <a:bodyPr anchor="ctr" anchorCtr="0"/>
          <a:lstStyle>
            <a:lvl1pPr marL="0" indent="0" algn="ctr">
              <a:buNone/>
              <a:defRPr sz="1467">
                <a:solidFill>
                  <a:schemeClr val="tx1"/>
                </a:solidFill>
              </a:defRPr>
            </a:lvl1pPr>
          </a:lstStyle>
          <a:p>
            <a:r>
              <a:rPr lang="en-US"/>
              <a:t>Click icon to add picture</a:t>
            </a:r>
          </a:p>
        </p:txBody>
      </p:sp>
      <p:sp>
        <p:nvSpPr>
          <p:cNvPr id="3" name="Picture Placeholder 3"/>
          <p:cNvSpPr>
            <a:spLocks noGrp="1"/>
          </p:cNvSpPr>
          <p:nvPr>
            <p:ph type="pic" sz="quarter" idx="11"/>
          </p:nvPr>
        </p:nvSpPr>
        <p:spPr>
          <a:xfrm>
            <a:off x="3770748" y="2413195"/>
            <a:ext cx="1828800" cy="1828800"/>
          </a:xfrm>
          <a:prstGeom prst="ellipse">
            <a:avLst/>
          </a:prstGeom>
          <a:ln>
            <a:noFill/>
          </a:ln>
        </p:spPr>
        <p:txBody>
          <a:bodyPr anchor="ctr" anchorCtr="0"/>
          <a:lstStyle>
            <a:lvl1pPr marL="0" indent="0" algn="ctr">
              <a:buNone/>
              <a:defRPr sz="1467">
                <a:solidFill>
                  <a:schemeClr val="tx1"/>
                </a:solidFill>
              </a:defRPr>
            </a:lvl1pPr>
          </a:lstStyle>
          <a:p>
            <a:r>
              <a:rPr lang="en-US"/>
              <a:t>Click icon to add picture</a:t>
            </a:r>
          </a:p>
        </p:txBody>
      </p:sp>
      <p:sp>
        <p:nvSpPr>
          <p:cNvPr id="9" name="Text Placeholder 7"/>
          <p:cNvSpPr>
            <a:spLocks noGrp="1"/>
          </p:cNvSpPr>
          <p:nvPr>
            <p:ph type="body" sz="quarter" idx="15" hasCustomPrompt="1"/>
          </p:nvPr>
        </p:nvSpPr>
        <p:spPr>
          <a:xfrm>
            <a:off x="660399" y="4449429"/>
            <a:ext cx="2498440" cy="406401"/>
          </a:xfrm>
          <a:prstGeom prst="rect">
            <a:avLst/>
          </a:prstGeom>
        </p:spPr>
        <p:txBody>
          <a:bodyPr/>
          <a:lstStyle>
            <a:lvl1pPr marL="0" indent="0" algn="ctr">
              <a:buNone/>
              <a:defRPr sz="1600" baseline="0">
                <a:solidFill>
                  <a:schemeClr val="tx1"/>
                </a:solidFill>
              </a:defRPr>
            </a:lvl1pPr>
          </a:lstStyle>
          <a:p>
            <a:pPr lvl="0"/>
            <a:r>
              <a:rPr lang="en-US" dirty="0"/>
              <a:t>Place text here</a:t>
            </a:r>
          </a:p>
        </p:txBody>
      </p:sp>
      <p:sp>
        <p:nvSpPr>
          <p:cNvPr id="16" name="Picture Placeholder 3"/>
          <p:cNvSpPr>
            <a:spLocks noGrp="1"/>
          </p:cNvSpPr>
          <p:nvPr>
            <p:ph type="pic" sz="quarter" idx="16"/>
          </p:nvPr>
        </p:nvSpPr>
        <p:spPr>
          <a:xfrm>
            <a:off x="6546277" y="2413195"/>
            <a:ext cx="1828800" cy="1828800"/>
          </a:xfrm>
          <a:prstGeom prst="ellipse">
            <a:avLst/>
          </a:prstGeom>
          <a:ln>
            <a:noFill/>
          </a:ln>
        </p:spPr>
        <p:txBody>
          <a:bodyPr anchor="ctr" anchorCtr="0"/>
          <a:lstStyle>
            <a:lvl1pPr marL="0" indent="0" algn="ctr">
              <a:buNone/>
              <a:defRPr sz="1467">
                <a:solidFill>
                  <a:schemeClr val="tx1"/>
                </a:solidFill>
              </a:defRPr>
            </a:lvl1pPr>
          </a:lstStyle>
          <a:p>
            <a:r>
              <a:rPr lang="en-US"/>
              <a:t>Click icon to add picture</a:t>
            </a:r>
          </a:p>
        </p:txBody>
      </p:sp>
      <p:sp>
        <p:nvSpPr>
          <p:cNvPr id="17" name="Picture Placeholder 3"/>
          <p:cNvSpPr>
            <a:spLocks noGrp="1"/>
          </p:cNvSpPr>
          <p:nvPr>
            <p:ph type="pic" sz="quarter" idx="17"/>
          </p:nvPr>
        </p:nvSpPr>
        <p:spPr>
          <a:xfrm>
            <a:off x="9321807" y="2413195"/>
            <a:ext cx="1828800" cy="1828800"/>
          </a:xfrm>
          <a:prstGeom prst="ellipse">
            <a:avLst/>
          </a:prstGeom>
          <a:ln>
            <a:noFill/>
          </a:ln>
        </p:spPr>
        <p:txBody>
          <a:bodyPr anchor="ctr" anchorCtr="0"/>
          <a:lstStyle>
            <a:lvl1pPr marL="0" indent="0" algn="ctr">
              <a:buNone/>
              <a:defRPr sz="1467">
                <a:solidFill>
                  <a:schemeClr val="tx1"/>
                </a:solidFill>
              </a:defRPr>
            </a:lvl1pPr>
          </a:lstStyle>
          <a:p>
            <a:r>
              <a:rPr lang="en-US"/>
              <a:t>Click icon to add picture</a:t>
            </a:r>
          </a:p>
        </p:txBody>
      </p:sp>
      <p:sp>
        <p:nvSpPr>
          <p:cNvPr id="18" name="Text Placeholder 7"/>
          <p:cNvSpPr>
            <a:spLocks noGrp="1"/>
          </p:cNvSpPr>
          <p:nvPr>
            <p:ph type="body" sz="quarter" idx="18" hasCustomPrompt="1"/>
          </p:nvPr>
        </p:nvSpPr>
        <p:spPr>
          <a:xfrm>
            <a:off x="3435928" y="4449429"/>
            <a:ext cx="2498440" cy="406401"/>
          </a:xfrm>
          <a:prstGeom prst="rect">
            <a:avLst/>
          </a:prstGeom>
        </p:spPr>
        <p:txBody>
          <a:bodyPr/>
          <a:lstStyle>
            <a:lvl1pPr marL="0" indent="0" algn="ctr">
              <a:buNone/>
              <a:defRPr sz="1600" baseline="0">
                <a:solidFill>
                  <a:schemeClr val="tx1"/>
                </a:solidFill>
              </a:defRPr>
            </a:lvl1pPr>
          </a:lstStyle>
          <a:p>
            <a:pPr lvl="0"/>
            <a:r>
              <a:rPr lang="en-US" dirty="0"/>
              <a:t>Place text here</a:t>
            </a:r>
          </a:p>
        </p:txBody>
      </p:sp>
      <p:sp>
        <p:nvSpPr>
          <p:cNvPr id="19" name="Text Placeholder 7"/>
          <p:cNvSpPr>
            <a:spLocks noGrp="1"/>
          </p:cNvSpPr>
          <p:nvPr>
            <p:ph type="body" sz="quarter" idx="19" hasCustomPrompt="1"/>
          </p:nvPr>
        </p:nvSpPr>
        <p:spPr>
          <a:xfrm>
            <a:off x="6211457" y="4449428"/>
            <a:ext cx="2498440" cy="406401"/>
          </a:xfrm>
          <a:prstGeom prst="rect">
            <a:avLst/>
          </a:prstGeom>
        </p:spPr>
        <p:txBody>
          <a:bodyPr/>
          <a:lstStyle>
            <a:lvl1pPr marL="0" indent="0" algn="ctr">
              <a:buNone/>
              <a:defRPr sz="1600" baseline="0">
                <a:solidFill>
                  <a:schemeClr val="tx1"/>
                </a:solidFill>
              </a:defRPr>
            </a:lvl1pPr>
          </a:lstStyle>
          <a:p>
            <a:pPr lvl="0"/>
            <a:r>
              <a:rPr lang="en-US" dirty="0"/>
              <a:t>Place text here</a:t>
            </a:r>
          </a:p>
        </p:txBody>
      </p:sp>
      <p:sp>
        <p:nvSpPr>
          <p:cNvPr id="20" name="Text Placeholder 7"/>
          <p:cNvSpPr>
            <a:spLocks noGrp="1"/>
          </p:cNvSpPr>
          <p:nvPr>
            <p:ph type="body" sz="quarter" idx="20" hasCustomPrompt="1"/>
          </p:nvPr>
        </p:nvSpPr>
        <p:spPr>
          <a:xfrm>
            <a:off x="8986987" y="4449428"/>
            <a:ext cx="2498440" cy="406401"/>
          </a:xfrm>
          <a:prstGeom prst="rect">
            <a:avLst/>
          </a:prstGeom>
        </p:spPr>
        <p:txBody>
          <a:bodyPr/>
          <a:lstStyle>
            <a:lvl1pPr marL="0" indent="0" algn="ctr">
              <a:buNone/>
              <a:defRPr sz="1600" baseline="0">
                <a:solidFill>
                  <a:schemeClr val="tx1"/>
                </a:solidFill>
              </a:defRPr>
            </a:lvl1pPr>
          </a:lstStyle>
          <a:p>
            <a:pPr lvl="0"/>
            <a:r>
              <a:rPr lang="en-US" dirty="0"/>
              <a:t>Place text here</a:t>
            </a:r>
          </a:p>
        </p:txBody>
      </p:sp>
      <p:sp>
        <p:nvSpPr>
          <p:cNvPr id="13" name="Text Placeholder 6">
            <a:extLst>
              <a:ext uri="{FF2B5EF4-FFF2-40B4-BE49-F238E27FC236}">
                <a16:creationId xmlns:a16="http://schemas.microsoft.com/office/drawing/2014/main" id="{50803B00-0EE4-C61E-4729-4F2D43BC9D87}"/>
              </a:ext>
            </a:extLst>
          </p:cNvPr>
          <p:cNvSpPr>
            <a:spLocks noGrp="1"/>
          </p:cNvSpPr>
          <p:nvPr>
            <p:ph type="body" sz="quarter" idx="82" hasCustomPrompt="1"/>
          </p:nvPr>
        </p:nvSpPr>
        <p:spPr>
          <a:xfrm>
            <a:off x="632820" y="753583"/>
            <a:ext cx="7460073" cy="482748"/>
          </a:xfrm>
          <a:prstGeom prst="rect">
            <a:avLst/>
          </a:prstGeom>
        </p:spPr>
        <p:txBody>
          <a:bodyPr lIns="0" tIns="0" rIns="0" bIns="0" anchor="t" anchorCtr="0"/>
          <a:lstStyle>
            <a:lvl1pPr marL="0" indent="0">
              <a:lnSpc>
                <a:spcPct val="100000"/>
              </a:lnSpc>
              <a:spcBef>
                <a:spcPts val="0"/>
              </a:spcBef>
              <a:buNone/>
              <a:defRPr sz="3200" b="0" i="0">
                <a:solidFill>
                  <a:schemeClr val="bg1"/>
                </a:solidFill>
                <a:latin typeface="CiscoSansTT ExtraLight" panose="020B0303020201020303" pitchFamily="34" charset="0"/>
                <a:cs typeface="CiscoSansTT ExtraLight" panose="020B0303020201020303" pitchFamily="34" charset="0"/>
              </a:defRPr>
            </a:lvl1pPr>
          </a:lstStyle>
          <a:p>
            <a:r>
              <a:rPr lang="en-GB" dirty="0"/>
              <a:t>Heading goes here</a:t>
            </a:r>
          </a:p>
        </p:txBody>
      </p:sp>
      <p:sp>
        <p:nvSpPr>
          <p:cNvPr id="14" name="Text Placeholder 2">
            <a:extLst>
              <a:ext uri="{FF2B5EF4-FFF2-40B4-BE49-F238E27FC236}">
                <a16:creationId xmlns:a16="http://schemas.microsoft.com/office/drawing/2014/main" id="{D2C895CD-0B4F-C354-1D22-FA1B2FD3F33B}"/>
              </a:ext>
            </a:extLst>
          </p:cNvPr>
          <p:cNvSpPr>
            <a:spLocks noGrp="1"/>
          </p:cNvSpPr>
          <p:nvPr>
            <p:ph type="body" sz="quarter" idx="14" hasCustomPrompt="1"/>
          </p:nvPr>
        </p:nvSpPr>
        <p:spPr>
          <a:xfrm>
            <a:off x="632127" y="431800"/>
            <a:ext cx="3489235" cy="304800"/>
          </a:xfrm>
          <a:prstGeom prst="rect">
            <a:avLst/>
          </a:prstGeom>
        </p:spPr>
        <p:txBody>
          <a:bodyPr lIns="0" tIns="0" rIns="0" bIns="0"/>
          <a:lstStyle>
            <a:lvl1pPr marL="0" indent="0">
              <a:spcBef>
                <a:spcPts val="0"/>
              </a:spcBef>
              <a:buFont typeface="Arial" panose="020B0604020202020204" pitchFamily="34" charset="0"/>
              <a:buNone/>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Tree>
    <p:extLst>
      <p:ext uri="{BB962C8B-B14F-4D97-AF65-F5344CB8AC3E}">
        <p14:creationId xmlns:p14="http://schemas.microsoft.com/office/powerpoint/2010/main" val="32443758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Photo grid 3">
    <p:bg>
      <p:bgPr>
        <a:solidFill>
          <a:schemeClr val="bg2"/>
        </a:solidFill>
        <a:effectLst/>
      </p:bgPr>
    </p:bg>
    <p:spTree>
      <p:nvGrpSpPr>
        <p:cNvPr id="1" name=""/>
        <p:cNvGrpSpPr/>
        <p:nvPr/>
      </p:nvGrpSpPr>
      <p:grpSpPr>
        <a:xfrm>
          <a:off x="0" y="0"/>
          <a:ext cx="0" cy="0"/>
          <a:chOff x="0" y="0"/>
          <a:chExt cx="0" cy="0"/>
        </a:xfrm>
      </p:grpSpPr>
      <p:sp>
        <p:nvSpPr>
          <p:cNvPr id="2" name="Picture Placeholder 3"/>
          <p:cNvSpPr>
            <a:spLocks noGrp="1"/>
          </p:cNvSpPr>
          <p:nvPr>
            <p:ph type="pic" sz="quarter" idx="10"/>
          </p:nvPr>
        </p:nvSpPr>
        <p:spPr>
          <a:xfrm>
            <a:off x="1471039" y="2143624"/>
            <a:ext cx="2367941" cy="2367941"/>
          </a:xfrm>
          <a:prstGeom prst="ellipse">
            <a:avLst/>
          </a:prstGeom>
          <a:ln>
            <a:noFill/>
          </a:ln>
        </p:spPr>
        <p:txBody>
          <a:bodyPr anchor="ctr" anchorCtr="0"/>
          <a:lstStyle>
            <a:lvl1pPr marL="0" indent="0" algn="ctr">
              <a:buNone/>
              <a:defRPr sz="1467">
                <a:solidFill>
                  <a:schemeClr val="tx1"/>
                </a:solidFill>
              </a:defRPr>
            </a:lvl1pPr>
          </a:lstStyle>
          <a:p>
            <a:r>
              <a:rPr lang="en-US"/>
              <a:t>Click icon to add picture</a:t>
            </a:r>
          </a:p>
        </p:txBody>
      </p:sp>
      <p:sp>
        <p:nvSpPr>
          <p:cNvPr id="3" name="Picture Placeholder 3"/>
          <p:cNvSpPr>
            <a:spLocks noGrp="1"/>
          </p:cNvSpPr>
          <p:nvPr>
            <p:ph type="pic" sz="quarter" idx="11"/>
          </p:nvPr>
        </p:nvSpPr>
        <p:spPr>
          <a:xfrm>
            <a:off x="4849684" y="2143624"/>
            <a:ext cx="2367941" cy="2367941"/>
          </a:xfrm>
          <a:prstGeom prst="ellipse">
            <a:avLst/>
          </a:prstGeom>
          <a:ln>
            <a:noFill/>
          </a:ln>
        </p:spPr>
        <p:txBody>
          <a:bodyPr anchor="ctr" anchorCtr="0"/>
          <a:lstStyle>
            <a:lvl1pPr marL="0" indent="0" algn="ctr">
              <a:buNone/>
              <a:defRPr sz="1467">
                <a:solidFill>
                  <a:schemeClr val="tx1"/>
                </a:solidFill>
              </a:defRPr>
            </a:lvl1pPr>
          </a:lstStyle>
          <a:p>
            <a:r>
              <a:rPr lang="en-US"/>
              <a:t>Click icon to add picture</a:t>
            </a:r>
          </a:p>
        </p:txBody>
      </p:sp>
      <p:sp>
        <p:nvSpPr>
          <p:cNvPr id="9" name="Text Placeholder 7"/>
          <p:cNvSpPr>
            <a:spLocks noGrp="1"/>
          </p:cNvSpPr>
          <p:nvPr>
            <p:ph type="body" sz="quarter" idx="15" hasCustomPrompt="1"/>
          </p:nvPr>
        </p:nvSpPr>
        <p:spPr>
          <a:xfrm>
            <a:off x="1405788" y="4817925"/>
            <a:ext cx="2498440" cy="406401"/>
          </a:xfrm>
          <a:prstGeom prst="rect">
            <a:avLst/>
          </a:prstGeom>
        </p:spPr>
        <p:txBody>
          <a:bodyPr/>
          <a:lstStyle>
            <a:lvl1pPr marL="0" indent="0" algn="ctr">
              <a:buNone/>
              <a:defRPr sz="1800" baseline="0">
                <a:solidFill>
                  <a:schemeClr val="tx1"/>
                </a:solidFill>
              </a:defRPr>
            </a:lvl1pPr>
          </a:lstStyle>
          <a:p>
            <a:pPr lvl="0"/>
            <a:r>
              <a:rPr lang="en-US" dirty="0"/>
              <a:t>Place text here</a:t>
            </a:r>
          </a:p>
        </p:txBody>
      </p:sp>
      <p:sp>
        <p:nvSpPr>
          <p:cNvPr id="16" name="Picture Placeholder 3"/>
          <p:cNvSpPr>
            <a:spLocks noGrp="1"/>
          </p:cNvSpPr>
          <p:nvPr>
            <p:ph type="pic" sz="quarter" idx="16"/>
          </p:nvPr>
        </p:nvSpPr>
        <p:spPr>
          <a:xfrm>
            <a:off x="8228328" y="2143624"/>
            <a:ext cx="2367941" cy="2367941"/>
          </a:xfrm>
          <a:prstGeom prst="ellipse">
            <a:avLst/>
          </a:prstGeom>
          <a:ln>
            <a:noFill/>
          </a:ln>
        </p:spPr>
        <p:txBody>
          <a:bodyPr anchor="ctr" anchorCtr="0"/>
          <a:lstStyle>
            <a:lvl1pPr marL="0" indent="0" algn="ctr">
              <a:buNone/>
              <a:defRPr sz="1467">
                <a:solidFill>
                  <a:schemeClr val="tx1"/>
                </a:solidFill>
              </a:defRPr>
            </a:lvl1pPr>
          </a:lstStyle>
          <a:p>
            <a:r>
              <a:rPr lang="en-US"/>
              <a:t>Click icon to add picture</a:t>
            </a:r>
          </a:p>
        </p:txBody>
      </p:sp>
      <p:sp>
        <p:nvSpPr>
          <p:cNvPr id="18" name="Text Placeholder 7"/>
          <p:cNvSpPr>
            <a:spLocks noGrp="1"/>
          </p:cNvSpPr>
          <p:nvPr>
            <p:ph type="body" sz="quarter" idx="18" hasCustomPrompt="1"/>
          </p:nvPr>
        </p:nvSpPr>
        <p:spPr>
          <a:xfrm>
            <a:off x="4784435" y="4817925"/>
            <a:ext cx="2498440" cy="406401"/>
          </a:xfrm>
          <a:prstGeom prst="rect">
            <a:avLst/>
          </a:prstGeom>
        </p:spPr>
        <p:txBody>
          <a:bodyPr/>
          <a:lstStyle>
            <a:lvl1pPr marL="0" indent="0" algn="ctr">
              <a:buNone/>
              <a:defRPr sz="1800" baseline="0">
                <a:solidFill>
                  <a:schemeClr val="tx1"/>
                </a:solidFill>
              </a:defRPr>
            </a:lvl1pPr>
          </a:lstStyle>
          <a:p>
            <a:pPr lvl="0"/>
            <a:r>
              <a:rPr lang="en-US" dirty="0"/>
              <a:t>Place text here</a:t>
            </a:r>
          </a:p>
        </p:txBody>
      </p:sp>
      <p:sp>
        <p:nvSpPr>
          <p:cNvPr id="19" name="Text Placeholder 7"/>
          <p:cNvSpPr>
            <a:spLocks noGrp="1"/>
          </p:cNvSpPr>
          <p:nvPr>
            <p:ph type="body" sz="quarter" idx="19" hasCustomPrompt="1"/>
          </p:nvPr>
        </p:nvSpPr>
        <p:spPr>
          <a:xfrm>
            <a:off x="8163079" y="4817924"/>
            <a:ext cx="2498440" cy="406401"/>
          </a:xfrm>
          <a:prstGeom prst="rect">
            <a:avLst/>
          </a:prstGeom>
        </p:spPr>
        <p:txBody>
          <a:bodyPr/>
          <a:lstStyle>
            <a:lvl1pPr marL="0" indent="0" algn="ctr">
              <a:buNone/>
              <a:defRPr sz="1800" baseline="0">
                <a:solidFill>
                  <a:schemeClr val="tx1"/>
                </a:solidFill>
              </a:defRPr>
            </a:lvl1pPr>
          </a:lstStyle>
          <a:p>
            <a:pPr lvl="0"/>
            <a:r>
              <a:rPr lang="en-US" dirty="0"/>
              <a:t>Place text here</a:t>
            </a:r>
          </a:p>
        </p:txBody>
      </p:sp>
      <p:sp>
        <p:nvSpPr>
          <p:cNvPr id="11" name="Text Placeholder 6">
            <a:extLst>
              <a:ext uri="{FF2B5EF4-FFF2-40B4-BE49-F238E27FC236}">
                <a16:creationId xmlns:a16="http://schemas.microsoft.com/office/drawing/2014/main" id="{66C0B82B-6F6E-E1F1-69CE-89CB9D2191BF}"/>
              </a:ext>
            </a:extLst>
          </p:cNvPr>
          <p:cNvSpPr>
            <a:spLocks noGrp="1"/>
          </p:cNvSpPr>
          <p:nvPr>
            <p:ph type="body" sz="quarter" idx="82" hasCustomPrompt="1"/>
          </p:nvPr>
        </p:nvSpPr>
        <p:spPr>
          <a:xfrm>
            <a:off x="632820" y="753583"/>
            <a:ext cx="7460073" cy="482748"/>
          </a:xfrm>
          <a:prstGeom prst="rect">
            <a:avLst/>
          </a:prstGeom>
        </p:spPr>
        <p:txBody>
          <a:bodyPr lIns="0" tIns="0" rIns="0" bIns="0" anchor="t" anchorCtr="0"/>
          <a:lstStyle>
            <a:lvl1pPr marL="0" indent="0">
              <a:lnSpc>
                <a:spcPct val="100000"/>
              </a:lnSpc>
              <a:spcBef>
                <a:spcPts val="0"/>
              </a:spcBef>
              <a:buNone/>
              <a:defRPr sz="3200" b="0" i="0">
                <a:solidFill>
                  <a:schemeClr val="bg1"/>
                </a:solidFill>
                <a:latin typeface="CiscoSansTT ExtraLight" panose="020B0303020201020303" pitchFamily="34" charset="0"/>
                <a:cs typeface="CiscoSansTT ExtraLight" panose="020B0303020201020303" pitchFamily="34" charset="0"/>
              </a:defRPr>
            </a:lvl1pPr>
          </a:lstStyle>
          <a:p>
            <a:r>
              <a:rPr lang="en-GB" dirty="0"/>
              <a:t>Heading goes here</a:t>
            </a:r>
          </a:p>
        </p:txBody>
      </p:sp>
      <p:sp>
        <p:nvSpPr>
          <p:cNvPr id="12" name="Text Placeholder 2">
            <a:extLst>
              <a:ext uri="{FF2B5EF4-FFF2-40B4-BE49-F238E27FC236}">
                <a16:creationId xmlns:a16="http://schemas.microsoft.com/office/drawing/2014/main" id="{71920B54-2EBF-B031-EB94-7A543B266B68}"/>
              </a:ext>
            </a:extLst>
          </p:cNvPr>
          <p:cNvSpPr>
            <a:spLocks noGrp="1"/>
          </p:cNvSpPr>
          <p:nvPr>
            <p:ph type="body" sz="quarter" idx="14" hasCustomPrompt="1"/>
          </p:nvPr>
        </p:nvSpPr>
        <p:spPr>
          <a:xfrm>
            <a:off x="632127" y="431800"/>
            <a:ext cx="3489235" cy="304800"/>
          </a:xfrm>
          <a:prstGeom prst="rect">
            <a:avLst/>
          </a:prstGeom>
        </p:spPr>
        <p:txBody>
          <a:bodyPr lIns="0" tIns="0" rIns="0" bIns="0"/>
          <a:lstStyle>
            <a:lvl1pPr marL="0" indent="0">
              <a:spcBef>
                <a:spcPts val="0"/>
              </a:spcBef>
              <a:buFont typeface="Arial" panose="020B0604020202020204" pitchFamily="34" charset="0"/>
              <a:buNone/>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Tree>
    <p:extLst>
      <p:ext uri="{BB962C8B-B14F-4D97-AF65-F5344CB8AC3E}">
        <p14:creationId xmlns:p14="http://schemas.microsoft.com/office/powerpoint/2010/main" val="348745456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Photo grid 4">
    <p:spTree>
      <p:nvGrpSpPr>
        <p:cNvPr id="1" name=""/>
        <p:cNvGrpSpPr/>
        <p:nvPr/>
      </p:nvGrpSpPr>
      <p:grpSpPr>
        <a:xfrm>
          <a:off x="0" y="0"/>
          <a:ext cx="0" cy="0"/>
          <a:chOff x="0" y="0"/>
          <a:chExt cx="0" cy="0"/>
        </a:xfrm>
      </p:grpSpPr>
      <p:sp>
        <p:nvSpPr>
          <p:cNvPr id="2" name="Picture Placeholder 3"/>
          <p:cNvSpPr>
            <a:spLocks noGrp="1"/>
          </p:cNvSpPr>
          <p:nvPr>
            <p:ph type="pic" sz="quarter" idx="10"/>
          </p:nvPr>
        </p:nvSpPr>
        <p:spPr>
          <a:xfrm>
            <a:off x="1471039" y="2143624"/>
            <a:ext cx="2367941" cy="2367941"/>
          </a:xfrm>
          <a:prstGeom prst="rect">
            <a:avLst/>
          </a:prstGeom>
          <a:ln>
            <a:noFill/>
          </a:ln>
        </p:spPr>
        <p:txBody>
          <a:bodyPr anchor="ctr" anchorCtr="0"/>
          <a:lstStyle>
            <a:lvl1pPr marL="0" indent="0" algn="ctr">
              <a:buNone/>
              <a:defRPr sz="1467">
                <a:solidFill>
                  <a:schemeClr val="tx1"/>
                </a:solidFill>
              </a:defRPr>
            </a:lvl1pPr>
          </a:lstStyle>
          <a:p>
            <a:r>
              <a:rPr lang="en-US"/>
              <a:t>Click icon to add picture</a:t>
            </a:r>
          </a:p>
        </p:txBody>
      </p:sp>
      <p:sp>
        <p:nvSpPr>
          <p:cNvPr id="3" name="Picture Placeholder 3"/>
          <p:cNvSpPr>
            <a:spLocks noGrp="1"/>
          </p:cNvSpPr>
          <p:nvPr>
            <p:ph type="pic" sz="quarter" idx="11"/>
          </p:nvPr>
        </p:nvSpPr>
        <p:spPr>
          <a:xfrm>
            <a:off x="4849684" y="2143624"/>
            <a:ext cx="2367941" cy="2367941"/>
          </a:xfrm>
          <a:prstGeom prst="rect">
            <a:avLst/>
          </a:prstGeom>
          <a:ln>
            <a:noFill/>
          </a:ln>
        </p:spPr>
        <p:txBody>
          <a:bodyPr anchor="ctr" anchorCtr="0"/>
          <a:lstStyle>
            <a:lvl1pPr marL="0" indent="0" algn="ctr">
              <a:buNone/>
              <a:defRPr sz="1467">
                <a:solidFill>
                  <a:schemeClr val="tx1"/>
                </a:solidFill>
              </a:defRPr>
            </a:lvl1pPr>
          </a:lstStyle>
          <a:p>
            <a:r>
              <a:rPr lang="en-US"/>
              <a:t>Click icon to add picture</a:t>
            </a:r>
          </a:p>
        </p:txBody>
      </p:sp>
      <p:sp>
        <p:nvSpPr>
          <p:cNvPr id="9" name="Text Placeholder 7"/>
          <p:cNvSpPr>
            <a:spLocks noGrp="1"/>
          </p:cNvSpPr>
          <p:nvPr>
            <p:ph type="body" sz="quarter" idx="15" hasCustomPrompt="1"/>
          </p:nvPr>
        </p:nvSpPr>
        <p:spPr>
          <a:xfrm>
            <a:off x="1405788" y="4817925"/>
            <a:ext cx="2498440" cy="406401"/>
          </a:xfrm>
          <a:prstGeom prst="rect">
            <a:avLst/>
          </a:prstGeom>
        </p:spPr>
        <p:txBody>
          <a:bodyPr/>
          <a:lstStyle>
            <a:lvl1pPr marL="0" indent="0" algn="ctr">
              <a:buNone/>
              <a:defRPr sz="1800" baseline="0">
                <a:solidFill>
                  <a:schemeClr val="tx1"/>
                </a:solidFill>
              </a:defRPr>
            </a:lvl1pPr>
          </a:lstStyle>
          <a:p>
            <a:pPr lvl="0"/>
            <a:r>
              <a:rPr lang="en-US" dirty="0"/>
              <a:t>Place text here</a:t>
            </a:r>
          </a:p>
        </p:txBody>
      </p:sp>
      <p:sp>
        <p:nvSpPr>
          <p:cNvPr id="16" name="Picture Placeholder 3"/>
          <p:cNvSpPr>
            <a:spLocks noGrp="1"/>
          </p:cNvSpPr>
          <p:nvPr>
            <p:ph type="pic" sz="quarter" idx="16"/>
          </p:nvPr>
        </p:nvSpPr>
        <p:spPr>
          <a:xfrm>
            <a:off x="8228328" y="2143624"/>
            <a:ext cx="2367941" cy="2367941"/>
          </a:xfrm>
          <a:prstGeom prst="rect">
            <a:avLst/>
          </a:prstGeom>
          <a:ln>
            <a:noFill/>
          </a:ln>
        </p:spPr>
        <p:txBody>
          <a:bodyPr anchor="ctr" anchorCtr="0"/>
          <a:lstStyle>
            <a:lvl1pPr marL="0" indent="0" algn="ctr">
              <a:buNone/>
              <a:defRPr sz="1467">
                <a:solidFill>
                  <a:schemeClr val="tx1"/>
                </a:solidFill>
              </a:defRPr>
            </a:lvl1pPr>
          </a:lstStyle>
          <a:p>
            <a:r>
              <a:rPr lang="en-US"/>
              <a:t>Click icon to add picture</a:t>
            </a:r>
          </a:p>
        </p:txBody>
      </p:sp>
      <p:sp>
        <p:nvSpPr>
          <p:cNvPr id="18" name="Text Placeholder 7"/>
          <p:cNvSpPr>
            <a:spLocks noGrp="1"/>
          </p:cNvSpPr>
          <p:nvPr>
            <p:ph type="body" sz="quarter" idx="18" hasCustomPrompt="1"/>
          </p:nvPr>
        </p:nvSpPr>
        <p:spPr>
          <a:xfrm>
            <a:off x="4784435" y="4817925"/>
            <a:ext cx="2498440" cy="406401"/>
          </a:xfrm>
          <a:prstGeom prst="rect">
            <a:avLst/>
          </a:prstGeom>
        </p:spPr>
        <p:txBody>
          <a:bodyPr/>
          <a:lstStyle>
            <a:lvl1pPr marL="0" indent="0" algn="ctr">
              <a:buNone/>
              <a:defRPr sz="1800" baseline="0">
                <a:solidFill>
                  <a:schemeClr val="tx1"/>
                </a:solidFill>
              </a:defRPr>
            </a:lvl1pPr>
          </a:lstStyle>
          <a:p>
            <a:pPr lvl="0"/>
            <a:r>
              <a:rPr lang="en-US" dirty="0"/>
              <a:t>Place text here</a:t>
            </a:r>
          </a:p>
        </p:txBody>
      </p:sp>
      <p:sp>
        <p:nvSpPr>
          <p:cNvPr id="19" name="Text Placeholder 7"/>
          <p:cNvSpPr>
            <a:spLocks noGrp="1"/>
          </p:cNvSpPr>
          <p:nvPr>
            <p:ph type="body" sz="quarter" idx="19" hasCustomPrompt="1"/>
          </p:nvPr>
        </p:nvSpPr>
        <p:spPr>
          <a:xfrm>
            <a:off x="8163079" y="4817924"/>
            <a:ext cx="2498440" cy="406401"/>
          </a:xfrm>
          <a:prstGeom prst="rect">
            <a:avLst/>
          </a:prstGeom>
        </p:spPr>
        <p:txBody>
          <a:bodyPr/>
          <a:lstStyle>
            <a:lvl1pPr marL="0" indent="0" algn="ctr">
              <a:buNone/>
              <a:defRPr sz="1800" baseline="0">
                <a:solidFill>
                  <a:schemeClr val="tx1"/>
                </a:solidFill>
              </a:defRPr>
            </a:lvl1pPr>
          </a:lstStyle>
          <a:p>
            <a:pPr lvl="0"/>
            <a:r>
              <a:rPr lang="en-US" dirty="0"/>
              <a:t>Place text here</a:t>
            </a:r>
          </a:p>
        </p:txBody>
      </p:sp>
      <p:sp>
        <p:nvSpPr>
          <p:cNvPr id="11" name="Text Placeholder 6">
            <a:extLst>
              <a:ext uri="{FF2B5EF4-FFF2-40B4-BE49-F238E27FC236}">
                <a16:creationId xmlns:a16="http://schemas.microsoft.com/office/drawing/2014/main" id="{7CABE2E7-E078-26DB-4F0D-5DDB55E4CF1E}"/>
              </a:ext>
            </a:extLst>
          </p:cNvPr>
          <p:cNvSpPr>
            <a:spLocks noGrp="1"/>
          </p:cNvSpPr>
          <p:nvPr>
            <p:ph type="body" sz="quarter" idx="82" hasCustomPrompt="1"/>
          </p:nvPr>
        </p:nvSpPr>
        <p:spPr>
          <a:xfrm>
            <a:off x="632820" y="753583"/>
            <a:ext cx="7460073" cy="482748"/>
          </a:xfrm>
          <a:prstGeom prst="rect">
            <a:avLst/>
          </a:prstGeom>
        </p:spPr>
        <p:txBody>
          <a:bodyPr lIns="0" tIns="0" rIns="0" bIns="0" anchor="t" anchorCtr="0"/>
          <a:lstStyle>
            <a:lvl1pPr marL="0" indent="0">
              <a:lnSpc>
                <a:spcPct val="100000"/>
              </a:lnSpc>
              <a:spcBef>
                <a:spcPts val="0"/>
              </a:spcBef>
              <a:buNone/>
              <a:defRPr sz="3200" b="0" i="0">
                <a:solidFill>
                  <a:schemeClr val="bg1"/>
                </a:solidFill>
                <a:latin typeface="CiscoSansTT ExtraLight" panose="020B0303020201020303" pitchFamily="34" charset="0"/>
                <a:cs typeface="CiscoSansTT ExtraLight" panose="020B0303020201020303" pitchFamily="34" charset="0"/>
              </a:defRPr>
            </a:lvl1pPr>
          </a:lstStyle>
          <a:p>
            <a:r>
              <a:rPr lang="en-GB" dirty="0"/>
              <a:t>Heading goes here</a:t>
            </a:r>
          </a:p>
        </p:txBody>
      </p:sp>
      <p:sp>
        <p:nvSpPr>
          <p:cNvPr id="12" name="Text Placeholder 2">
            <a:extLst>
              <a:ext uri="{FF2B5EF4-FFF2-40B4-BE49-F238E27FC236}">
                <a16:creationId xmlns:a16="http://schemas.microsoft.com/office/drawing/2014/main" id="{BBFBD563-070B-FA44-E0C3-00C57DF2D622}"/>
              </a:ext>
            </a:extLst>
          </p:cNvPr>
          <p:cNvSpPr>
            <a:spLocks noGrp="1"/>
          </p:cNvSpPr>
          <p:nvPr>
            <p:ph type="body" sz="quarter" idx="14" hasCustomPrompt="1"/>
          </p:nvPr>
        </p:nvSpPr>
        <p:spPr>
          <a:xfrm>
            <a:off x="632127" y="431800"/>
            <a:ext cx="3489235" cy="304800"/>
          </a:xfrm>
          <a:prstGeom prst="rect">
            <a:avLst/>
          </a:prstGeom>
        </p:spPr>
        <p:txBody>
          <a:bodyPr lIns="0" tIns="0" rIns="0" bIns="0"/>
          <a:lstStyle>
            <a:lvl1pPr marL="0" indent="0">
              <a:spcBef>
                <a:spcPts val="0"/>
              </a:spcBef>
              <a:buFont typeface="Arial" panose="020B0604020202020204" pitchFamily="34" charset="0"/>
              <a:buNone/>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Tree>
    <p:extLst>
      <p:ext uri="{BB962C8B-B14F-4D97-AF65-F5344CB8AC3E}">
        <p14:creationId xmlns:p14="http://schemas.microsoft.com/office/powerpoint/2010/main" val="42667982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Photo grid 5">
    <p:spTree>
      <p:nvGrpSpPr>
        <p:cNvPr id="1" name=""/>
        <p:cNvGrpSpPr/>
        <p:nvPr/>
      </p:nvGrpSpPr>
      <p:grpSpPr>
        <a:xfrm>
          <a:off x="0" y="0"/>
          <a:ext cx="0" cy="0"/>
          <a:chOff x="0" y="0"/>
          <a:chExt cx="0" cy="0"/>
        </a:xfrm>
      </p:grpSpPr>
      <p:sp>
        <p:nvSpPr>
          <p:cNvPr id="2" name="Picture Placeholder 3"/>
          <p:cNvSpPr>
            <a:spLocks noGrp="1"/>
          </p:cNvSpPr>
          <p:nvPr>
            <p:ph type="pic" sz="quarter" idx="10"/>
          </p:nvPr>
        </p:nvSpPr>
        <p:spPr>
          <a:xfrm>
            <a:off x="1277249" y="1430868"/>
            <a:ext cx="2755521" cy="3742549"/>
          </a:xfrm>
          <a:prstGeom prst="rect">
            <a:avLst/>
          </a:prstGeom>
          <a:ln>
            <a:noFill/>
          </a:ln>
        </p:spPr>
        <p:txBody>
          <a:bodyPr anchor="ctr" anchorCtr="0"/>
          <a:lstStyle>
            <a:lvl1pPr marL="0" indent="0" algn="ctr">
              <a:buNone/>
              <a:defRPr sz="1467">
                <a:solidFill>
                  <a:schemeClr val="tx1"/>
                </a:solidFill>
              </a:defRPr>
            </a:lvl1pPr>
          </a:lstStyle>
          <a:p>
            <a:r>
              <a:rPr lang="en-US"/>
              <a:t>Click icon to add picture</a:t>
            </a:r>
          </a:p>
        </p:txBody>
      </p:sp>
      <p:sp>
        <p:nvSpPr>
          <p:cNvPr id="9" name="Text Placeholder 7"/>
          <p:cNvSpPr>
            <a:spLocks noGrp="1"/>
          </p:cNvSpPr>
          <p:nvPr>
            <p:ph type="body" sz="quarter" idx="15" hasCustomPrompt="1"/>
          </p:nvPr>
        </p:nvSpPr>
        <p:spPr>
          <a:xfrm>
            <a:off x="1405788" y="5479776"/>
            <a:ext cx="2498440" cy="406401"/>
          </a:xfrm>
          <a:prstGeom prst="rect">
            <a:avLst/>
          </a:prstGeom>
        </p:spPr>
        <p:txBody>
          <a:bodyPr/>
          <a:lstStyle>
            <a:lvl1pPr marL="0" indent="0" algn="ctr">
              <a:buNone/>
              <a:defRPr sz="1600" baseline="0">
                <a:solidFill>
                  <a:schemeClr val="tx1"/>
                </a:solidFill>
              </a:defRPr>
            </a:lvl1pPr>
          </a:lstStyle>
          <a:p>
            <a:pPr lvl="0"/>
            <a:r>
              <a:rPr lang="en-US" dirty="0"/>
              <a:t>Place text here</a:t>
            </a:r>
          </a:p>
        </p:txBody>
      </p:sp>
      <p:sp>
        <p:nvSpPr>
          <p:cNvPr id="18" name="Text Placeholder 7"/>
          <p:cNvSpPr>
            <a:spLocks noGrp="1"/>
          </p:cNvSpPr>
          <p:nvPr>
            <p:ph type="body" sz="quarter" idx="18" hasCustomPrompt="1"/>
          </p:nvPr>
        </p:nvSpPr>
        <p:spPr>
          <a:xfrm>
            <a:off x="4784435" y="5479776"/>
            <a:ext cx="2498440" cy="406401"/>
          </a:xfrm>
          <a:prstGeom prst="rect">
            <a:avLst/>
          </a:prstGeom>
        </p:spPr>
        <p:txBody>
          <a:bodyPr/>
          <a:lstStyle>
            <a:lvl1pPr marL="0" indent="0" algn="ctr">
              <a:buNone/>
              <a:defRPr sz="1600" baseline="0">
                <a:solidFill>
                  <a:schemeClr val="tx1"/>
                </a:solidFill>
              </a:defRPr>
            </a:lvl1pPr>
          </a:lstStyle>
          <a:p>
            <a:pPr lvl="0"/>
            <a:r>
              <a:rPr lang="en-US" dirty="0"/>
              <a:t>Place text here</a:t>
            </a:r>
          </a:p>
        </p:txBody>
      </p:sp>
      <p:sp>
        <p:nvSpPr>
          <p:cNvPr id="19" name="Text Placeholder 7"/>
          <p:cNvSpPr>
            <a:spLocks noGrp="1"/>
          </p:cNvSpPr>
          <p:nvPr>
            <p:ph type="body" sz="quarter" idx="19" hasCustomPrompt="1"/>
          </p:nvPr>
        </p:nvSpPr>
        <p:spPr>
          <a:xfrm>
            <a:off x="8163079" y="5479774"/>
            <a:ext cx="2498440" cy="406401"/>
          </a:xfrm>
          <a:prstGeom prst="rect">
            <a:avLst/>
          </a:prstGeom>
        </p:spPr>
        <p:txBody>
          <a:bodyPr/>
          <a:lstStyle>
            <a:lvl1pPr marL="0" indent="0" algn="ctr">
              <a:buNone/>
              <a:defRPr sz="1867" baseline="0">
                <a:solidFill>
                  <a:schemeClr val="tx1"/>
                </a:solidFill>
              </a:defRPr>
            </a:lvl1pPr>
          </a:lstStyle>
          <a:p>
            <a:pPr lvl="0"/>
            <a:r>
              <a:rPr lang="en-US" dirty="0"/>
              <a:t>Place text here</a:t>
            </a:r>
          </a:p>
        </p:txBody>
      </p:sp>
      <p:sp>
        <p:nvSpPr>
          <p:cNvPr id="10" name="Picture Placeholder 3">
            <a:extLst>
              <a:ext uri="{FF2B5EF4-FFF2-40B4-BE49-F238E27FC236}">
                <a16:creationId xmlns:a16="http://schemas.microsoft.com/office/drawing/2014/main" id="{5912C578-2CFA-2609-B2B9-3A660B33A60F}"/>
              </a:ext>
            </a:extLst>
          </p:cNvPr>
          <p:cNvSpPr>
            <a:spLocks noGrp="1"/>
          </p:cNvSpPr>
          <p:nvPr>
            <p:ph type="pic" sz="quarter" idx="20"/>
          </p:nvPr>
        </p:nvSpPr>
        <p:spPr>
          <a:xfrm>
            <a:off x="4709773" y="1430868"/>
            <a:ext cx="2755521" cy="3742549"/>
          </a:xfrm>
          <a:prstGeom prst="rect">
            <a:avLst/>
          </a:prstGeom>
          <a:ln>
            <a:noFill/>
          </a:ln>
        </p:spPr>
        <p:txBody>
          <a:bodyPr anchor="ctr" anchorCtr="0"/>
          <a:lstStyle>
            <a:lvl1pPr marL="0" indent="0" algn="ctr">
              <a:buNone/>
              <a:defRPr sz="1467">
                <a:solidFill>
                  <a:schemeClr val="tx1"/>
                </a:solidFill>
              </a:defRPr>
            </a:lvl1pPr>
          </a:lstStyle>
          <a:p>
            <a:r>
              <a:rPr lang="en-US"/>
              <a:t>Click icon to add picture</a:t>
            </a:r>
          </a:p>
        </p:txBody>
      </p:sp>
      <p:sp>
        <p:nvSpPr>
          <p:cNvPr id="11" name="Picture Placeholder 3">
            <a:extLst>
              <a:ext uri="{FF2B5EF4-FFF2-40B4-BE49-F238E27FC236}">
                <a16:creationId xmlns:a16="http://schemas.microsoft.com/office/drawing/2014/main" id="{75019E6F-7EDE-0A1E-A05A-9C903808C1F4}"/>
              </a:ext>
            </a:extLst>
          </p:cNvPr>
          <p:cNvSpPr>
            <a:spLocks noGrp="1"/>
          </p:cNvSpPr>
          <p:nvPr>
            <p:ph type="pic" sz="quarter" idx="21"/>
          </p:nvPr>
        </p:nvSpPr>
        <p:spPr>
          <a:xfrm>
            <a:off x="8034540" y="1430868"/>
            <a:ext cx="2755521" cy="3742549"/>
          </a:xfrm>
          <a:prstGeom prst="rect">
            <a:avLst/>
          </a:prstGeom>
          <a:ln>
            <a:noFill/>
          </a:ln>
        </p:spPr>
        <p:txBody>
          <a:bodyPr anchor="ctr" anchorCtr="0"/>
          <a:lstStyle>
            <a:lvl1pPr marL="0" indent="0" algn="ctr">
              <a:buNone/>
              <a:defRPr sz="1467">
                <a:solidFill>
                  <a:schemeClr val="tx1"/>
                </a:solidFill>
              </a:defRPr>
            </a:lvl1pPr>
          </a:lstStyle>
          <a:p>
            <a:r>
              <a:rPr lang="en-US"/>
              <a:t>Click icon to add picture</a:t>
            </a:r>
          </a:p>
        </p:txBody>
      </p:sp>
      <p:sp>
        <p:nvSpPr>
          <p:cNvPr id="12" name="Text Placeholder 6">
            <a:extLst>
              <a:ext uri="{FF2B5EF4-FFF2-40B4-BE49-F238E27FC236}">
                <a16:creationId xmlns:a16="http://schemas.microsoft.com/office/drawing/2014/main" id="{F1968240-A2D7-3AFB-E139-4C8B1C67EA55}"/>
              </a:ext>
            </a:extLst>
          </p:cNvPr>
          <p:cNvSpPr>
            <a:spLocks noGrp="1"/>
          </p:cNvSpPr>
          <p:nvPr>
            <p:ph type="body" sz="quarter" idx="90" hasCustomPrompt="1"/>
          </p:nvPr>
        </p:nvSpPr>
        <p:spPr>
          <a:xfrm>
            <a:off x="625928" y="450012"/>
            <a:ext cx="7460073" cy="482748"/>
          </a:xfrm>
          <a:prstGeom prst="rect">
            <a:avLst/>
          </a:prstGeom>
        </p:spPr>
        <p:txBody>
          <a:bodyPr lIns="0" tIns="0" rIns="0" bIns="0" anchor="t" anchorCtr="0"/>
          <a:lstStyle>
            <a:lvl1pPr marL="0" indent="0">
              <a:lnSpc>
                <a:spcPct val="100000"/>
              </a:lnSpc>
              <a:spcBef>
                <a:spcPts val="0"/>
              </a:spcBef>
              <a:buNone/>
              <a:defRPr sz="3200" b="0" i="0">
                <a:solidFill>
                  <a:schemeClr val="bg1"/>
                </a:solidFill>
                <a:latin typeface="CiscoSansTT ExtraLight" panose="020B0303020201020303" pitchFamily="34" charset="0"/>
                <a:cs typeface="CiscoSansTT ExtraLight" panose="020B0303020201020303" pitchFamily="34" charset="0"/>
              </a:defRPr>
            </a:lvl1pPr>
          </a:lstStyle>
          <a:p>
            <a:r>
              <a:rPr lang="en-GB" dirty="0"/>
              <a:t>Heading goes here</a:t>
            </a:r>
          </a:p>
        </p:txBody>
      </p:sp>
    </p:spTree>
    <p:extLst>
      <p:ext uri="{BB962C8B-B14F-4D97-AF65-F5344CB8AC3E}">
        <p14:creationId xmlns:p14="http://schemas.microsoft.com/office/powerpoint/2010/main" val="7947534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Photo grid 6">
    <p:spTree>
      <p:nvGrpSpPr>
        <p:cNvPr id="1" name=""/>
        <p:cNvGrpSpPr/>
        <p:nvPr/>
      </p:nvGrpSpPr>
      <p:grpSpPr>
        <a:xfrm>
          <a:off x="0" y="0"/>
          <a:ext cx="0" cy="0"/>
          <a:chOff x="0" y="0"/>
          <a:chExt cx="0" cy="0"/>
        </a:xfrm>
      </p:grpSpPr>
      <p:sp>
        <p:nvSpPr>
          <p:cNvPr id="10" name="Picture Placeholder 6">
            <a:extLst>
              <a:ext uri="{FF2B5EF4-FFF2-40B4-BE49-F238E27FC236}">
                <a16:creationId xmlns:a16="http://schemas.microsoft.com/office/drawing/2014/main" id="{2C94DA5F-CCF7-A048-8A5D-EE8276E9014F}"/>
              </a:ext>
            </a:extLst>
          </p:cNvPr>
          <p:cNvSpPr>
            <a:spLocks noGrp="1"/>
          </p:cNvSpPr>
          <p:nvPr>
            <p:ph type="pic" sz="quarter" idx="10"/>
          </p:nvPr>
        </p:nvSpPr>
        <p:spPr>
          <a:xfrm>
            <a:off x="6087533" y="2"/>
            <a:ext cx="2737152" cy="4409831"/>
          </a:xfrm>
          <a:prstGeom prst="rect">
            <a:avLst/>
          </a:prstGeom>
        </p:spPr>
        <p:txBody>
          <a:bodyPr anchor="ctr" anchorCtr="0"/>
          <a:lstStyle>
            <a:lvl1pPr marL="0" indent="0" algn="ctr">
              <a:buNone/>
              <a:defRPr>
                <a:solidFill>
                  <a:schemeClr val="tx1"/>
                </a:solidFill>
              </a:defRPr>
            </a:lvl1pPr>
          </a:lstStyle>
          <a:p>
            <a:r>
              <a:rPr lang="en-US"/>
              <a:t>Click icon to add picture</a:t>
            </a:r>
            <a:endParaRPr lang="en-US" dirty="0"/>
          </a:p>
        </p:txBody>
      </p:sp>
      <p:sp>
        <p:nvSpPr>
          <p:cNvPr id="13" name="Picture Placeholder 6">
            <a:extLst>
              <a:ext uri="{FF2B5EF4-FFF2-40B4-BE49-F238E27FC236}">
                <a16:creationId xmlns:a16="http://schemas.microsoft.com/office/drawing/2014/main" id="{4C8B1DB1-55C6-E44A-9630-610A391F3189}"/>
              </a:ext>
            </a:extLst>
          </p:cNvPr>
          <p:cNvSpPr>
            <a:spLocks noGrp="1"/>
          </p:cNvSpPr>
          <p:nvPr>
            <p:ph type="pic" sz="quarter" idx="33"/>
          </p:nvPr>
        </p:nvSpPr>
        <p:spPr>
          <a:xfrm>
            <a:off x="6087533" y="4645904"/>
            <a:ext cx="2737152" cy="2212096"/>
          </a:xfrm>
          <a:prstGeom prst="rect">
            <a:avLst/>
          </a:prstGeom>
        </p:spPr>
        <p:txBody>
          <a:bodyPr anchor="ctr" anchorCtr="0"/>
          <a:lstStyle>
            <a:lvl1pPr marL="0" indent="0" algn="ctr">
              <a:buNone/>
              <a:defRPr>
                <a:solidFill>
                  <a:schemeClr val="tx1"/>
                </a:solidFill>
              </a:defRPr>
            </a:lvl1pPr>
          </a:lstStyle>
          <a:p>
            <a:r>
              <a:rPr lang="en-US"/>
              <a:t>Click icon to add picture</a:t>
            </a:r>
            <a:endParaRPr lang="en-US" dirty="0"/>
          </a:p>
        </p:txBody>
      </p:sp>
      <p:sp>
        <p:nvSpPr>
          <p:cNvPr id="14" name="Picture Placeholder 6">
            <a:extLst>
              <a:ext uri="{FF2B5EF4-FFF2-40B4-BE49-F238E27FC236}">
                <a16:creationId xmlns:a16="http://schemas.microsoft.com/office/drawing/2014/main" id="{00000B7C-B9C2-3692-DA0C-7CD43971473C}"/>
              </a:ext>
            </a:extLst>
          </p:cNvPr>
          <p:cNvSpPr>
            <a:spLocks noGrp="1"/>
          </p:cNvSpPr>
          <p:nvPr>
            <p:ph type="pic" sz="quarter" idx="34"/>
          </p:nvPr>
        </p:nvSpPr>
        <p:spPr>
          <a:xfrm>
            <a:off x="9106505" y="2448171"/>
            <a:ext cx="2737152" cy="4409831"/>
          </a:xfrm>
          <a:prstGeom prst="rect">
            <a:avLst/>
          </a:prstGeom>
        </p:spPr>
        <p:txBody>
          <a:bodyPr anchor="ctr" anchorCtr="0"/>
          <a:lstStyle>
            <a:lvl1pPr marL="0" indent="0" algn="ctr">
              <a:buNone/>
              <a:defRPr>
                <a:solidFill>
                  <a:schemeClr val="tx1"/>
                </a:solidFill>
              </a:defRPr>
            </a:lvl1pPr>
          </a:lstStyle>
          <a:p>
            <a:r>
              <a:rPr lang="en-US"/>
              <a:t>Click icon to add picture</a:t>
            </a:r>
            <a:endParaRPr lang="en-US" dirty="0"/>
          </a:p>
        </p:txBody>
      </p:sp>
      <p:sp>
        <p:nvSpPr>
          <p:cNvPr id="16" name="Picture Placeholder 6">
            <a:extLst>
              <a:ext uri="{FF2B5EF4-FFF2-40B4-BE49-F238E27FC236}">
                <a16:creationId xmlns:a16="http://schemas.microsoft.com/office/drawing/2014/main" id="{66766FEE-7FB9-ABDC-C0E5-6CCEACB6769D}"/>
              </a:ext>
            </a:extLst>
          </p:cNvPr>
          <p:cNvSpPr>
            <a:spLocks noGrp="1"/>
          </p:cNvSpPr>
          <p:nvPr>
            <p:ph type="pic" sz="quarter" idx="35"/>
          </p:nvPr>
        </p:nvSpPr>
        <p:spPr>
          <a:xfrm>
            <a:off x="9106505" y="-7181"/>
            <a:ext cx="2737152" cy="2212096"/>
          </a:xfrm>
          <a:prstGeom prst="rect">
            <a:avLst/>
          </a:prstGeom>
        </p:spPr>
        <p:txBody>
          <a:bodyPr anchor="ctr" anchorCtr="0"/>
          <a:lstStyle>
            <a:lvl1pPr marL="0" indent="0" algn="ctr">
              <a:buNone/>
              <a:defRPr>
                <a:solidFill>
                  <a:schemeClr val="tx1"/>
                </a:solidFill>
              </a:defRPr>
            </a:lvl1pPr>
          </a:lstStyle>
          <a:p>
            <a:r>
              <a:rPr lang="en-US"/>
              <a:t>Click icon to add picture</a:t>
            </a:r>
            <a:endParaRPr lang="en-US" dirty="0"/>
          </a:p>
        </p:txBody>
      </p:sp>
      <p:sp>
        <p:nvSpPr>
          <p:cNvPr id="11" name="Title 1">
            <a:extLst>
              <a:ext uri="{FF2B5EF4-FFF2-40B4-BE49-F238E27FC236}">
                <a16:creationId xmlns:a16="http://schemas.microsoft.com/office/drawing/2014/main" id="{A089A6F4-712F-CDCA-8B9E-9557816C62EB}"/>
              </a:ext>
            </a:extLst>
          </p:cNvPr>
          <p:cNvSpPr>
            <a:spLocks noGrp="1"/>
          </p:cNvSpPr>
          <p:nvPr>
            <p:ph type="ctrTitle" hasCustomPrompt="1"/>
          </p:nvPr>
        </p:nvSpPr>
        <p:spPr>
          <a:xfrm>
            <a:off x="632125" y="1761828"/>
            <a:ext cx="3489235" cy="443753"/>
          </a:xfrm>
          <a:prstGeom prst="rect">
            <a:avLst/>
          </a:prstGeom>
        </p:spPr>
        <p:txBody>
          <a:bodyPr lIns="0" tIns="0" rIns="0" bIns="0" anchor="b"/>
          <a:lstStyle>
            <a:lvl1pPr marL="0" indent="0" algn="l">
              <a:lnSpc>
                <a:spcPct val="100000"/>
              </a:lnSpc>
              <a:buFont typeface="Arial" panose="020B0604020202020204" pitchFamily="34" charset="0"/>
              <a:buNone/>
              <a:defRPr sz="3200" b="0" i="0" spc="0" baseline="0">
                <a:solidFill>
                  <a:schemeClr val="bg1"/>
                </a:solidFill>
                <a:latin typeface="CiscoSansTT ExtraLight" panose="020B0303020201020303" pitchFamily="34" charset="0"/>
                <a:cs typeface="CiscoSansTT ExtraLight" panose="020B0303020201020303" pitchFamily="34" charset="0"/>
              </a:defRPr>
            </a:lvl1pPr>
          </a:lstStyle>
          <a:p>
            <a:r>
              <a:rPr lang="en-GB" dirty="0"/>
              <a:t>Heading </a:t>
            </a:r>
            <a:endParaRPr lang="en-US" dirty="0"/>
          </a:p>
        </p:txBody>
      </p:sp>
      <p:sp>
        <p:nvSpPr>
          <p:cNvPr id="17" name="Text Placeholder 2">
            <a:extLst>
              <a:ext uri="{FF2B5EF4-FFF2-40B4-BE49-F238E27FC236}">
                <a16:creationId xmlns:a16="http://schemas.microsoft.com/office/drawing/2014/main" id="{972BF7ED-AC89-B066-6405-86D841A4EB03}"/>
              </a:ext>
            </a:extLst>
          </p:cNvPr>
          <p:cNvSpPr>
            <a:spLocks noGrp="1"/>
          </p:cNvSpPr>
          <p:nvPr>
            <p:ph type="body" sz="quarter" idx="16" hasCustomPrompt="1"/>
          </p:nvPr>
        </p:nvSpPr>
        <p:spPr>
          <a:xfrm>
            <a:off x="632125" y="2372473"/>
            <a:ext cx="3489235" cy="182881"/>
          </a:xfrm>
          <a:prstGeom prst="rect">
            <a:avLst/>
          </a:prstGeom>
        </p:spPr>
        <p:txBody>
          <a:bodyPr lIns="0" tIns="0" rIns="0" bIns="0"/>
          <a:lstStyle>
            <a:lvl1pPr marL="0" indent="0">
              <a:buFont typeface="Arial" panose="020B0604020202020204" pitchFamily="34" charset="0"/>
              <a:buNone/>
              <a:defRPr sz="16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Subtitle</a:t>
            </a:r>
          </a:p>
        </p:txBody>
      </p:sp>
      <p:sp>
        <p:nvSpPr>
          <p:cNvPr id="18" name="Text Placeholder 2">
            <a:extLst>
              <a:ext uri="{FF2B5EF4-FFF2-40B4-BE49-F238E27FC236}">
                <a16:creationId xmlns:a16="http://schemas.microsoft.com/office/drawing/2014/main" id="{0A9F1691-DBBD-8959-76B0-C07758051C17}"/>
              </a:ext>
            </a:extLst>
          </p:cNvPr>
          <p:cNvSpPr>
            <a:spLocks noGrp="1"/>
          </p:cNvSpPr>
          <p:nvPr>
            <p:ph type="body" sz="quarter" idx="30" hasCustomPrompt="1"/>
          </p:nvPr>
        </p:nvSpPr>
        <p:spPr>
          <a:xfrm>
            <a:off x="632125" y="2803020"/>
            <a:ext cx="3489235" cy="1078213"/>
          </a:xfrm>
          <a:prstGeom prst="rect">
            <a:avLst/>
          </a:prstGeom>
        </p:spPr>
        <p:txBody>
          <a:bodyPr lIns="0" tIns="0" rIns="0" bIns="0"/>
          <a:lstStyle>
            <a:lvl1pPr marL="0" marR="0" indent="0" algn="l" defTabSz="912276" rtl="0" eaLnBrk="1" fontAlgn="base" latinLnBrk="0" hangingPunct="1">
              <a:lnSpc>
                <a:spcPts val="1733"/>
              </a:lnSpc>
              <a:spcBef>
                <a:spcPts val="0"/>
              </a:spcBef>
              <a:spcAft>
                <a:spcPts val="800"/>
              </a:spcAft>
              <a:buClr>
                <a:schemeClr val="tx2"/>
              </a:buClr>
              <a:buSzPct val="90000"/>
              <a:buFont typeface="Arial" panose="020B0604020202020204" pitchFamily="34" charset="0"/>
              <a:buNone/>
              <a:tabLst/>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a:t>
            </a:r>
            <a:r>
              <a:rPr lang="en-GB" dirty="0" err="1"/>
              <a:t>sed</a:t>
            </a:r>
            <a:r>
              <a:rPr lang="en-GB" dirty="0"/>
              <a:t>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a:t>
            </a:r>
          </a:p>
          <a:p>
            <a:pPr lvl="0"/>
            <a:endParaRPr lang="en-GB" dirty="0"/>
          </a:p>
        </p:txBody>
      </p:sp>
      <p:sp>
        <p:nvSpPr>
          <p:cNvPr id="12" name="Text Placeholder 2">
            <a:extLst>
              <a:ext uri="{FF2B5EF4-FFF2-40B4-BE49-F238E27FC236}">
                <a16:creationId xmlns:a16="http://schemas.microsoft.com/office/drawing/2014/main" id="{C9340E82-B158-1238-2658-3BE2D616C842}"/>
              </a:ext>
            </a:extLst>
          </p:cNvPr>
          <p:cNvSpPr>
            <a:spLocks noGrp="1"/>
          </p:cNvSpPr>
          <p:nvPr>
            <p:ph type="body" sz="quarter" idx="14" hasCustomPrompt="1"/>
          </p:nvPr>
        </p:nvSpPr>
        <p:spPr>
          <a:xfrm>
            <a:off x="632127" y="431800"/>
            <a:ext cx="3489235" cy="304800"/>
          </a:xfrm>
          <a:prstGeom prst="rect">
            <a:avLst/>
          </a:prstGeom>
        </p:spPr>
        <p:txBody>
          <a:bodyPr lIns="0" tIns="0" rIns="0" bIns="0"/>
          <a:lstStyle>
            <a:lvl1pPr marL="0" indent="0">
              <a:spcBef>
                <a:spcPts val="0"/>
              </a:spcBef>
              <a:buFont typeface="Arial" panose="020B0604020202020204" pitchFamily="34" charset="0"/>
              <a:buNone/>
              <a:defRPr sz="1300" b="0" i="0" baseline="0">
                <a:solidFill>
                  <a:schemeClr val="tx1"/>
                </a:solidFill>
                <a:latin typeface="CiscoSansTT Light" panose="020B0503020201020303" pitchFamily="34" charset="0"/>
                <a:cs typeface="CiscoSansTT Light" panose="020B0503020201020303" pitchFamily="34" charset="0"/>
              </a:defRPr>
            </a:lvl1pPr>
            <a:lvl2pPr marL="406371" indent="0">
              <a:buNone/>
              <a:defRPr/>
            </a:lvl2pPr>
            <a:lvl3pPr marL="569863" indent="0">
              <a:buNone/>
              <a:defRPr/>
            </a:lvl3pPr>
            <a:lvl4pPr marL="688920" indent="0">
              <a:buNone/>
              <a:defRPr/>
            </a:lvl4pPr>
            <a:lvl5pPr marL="801621" indent="0">
              <a:buNone/>
              <a:defRPr/>
            </a:lvl5pPr>
          </a:lstStyle>
          <a:p>
            <a:pPr lvl="0"/>
            <a:r>
              <a:rPr lang="en-GB" dirty="0"/>
              <a:t>Section title</a:t>
            </a:r>
          </a:p>
        </p:txBody>
      </p:sp>
    </p:spTree>
    <p:extLst>
      <p:ext uri="{BB962C8B-B14F-4D97-AF65-F5344CB8AC3E}">
        <p14:creationId xmlns:p14="http://schemas.microsoft.com/office/powerpoint/2010/main" val="97455888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4" pos="3567">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cSld name="Blank">
    <p:bg>
      <p:bgPr>
        <a:solidFill>
          <a:schemeClr val="bg2"/>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2559095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p:cSld name="Closin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26AD5A65-A7EB-424E-8ADF-62E6668815B4}"/>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5038770" y="2921000"/>
            <a:ext cx="2114461" cy="874949"/>
          </a:xfrm>
          <a:prstGeom prst="rect">
            <a:avLst/>
          </a:prstGeom>
        </p:spPr>
      </p:pic>
    </p:spTree>
    <p:extLst>
      <p:ext uri="{BB962C8B-B14F-4D97-AF65-F5344CB8AC3E}">
        <p14:creationId xmlns:p14="http://schemas.microsoft.com/office/powerpoint/2010/main" val="417969108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p:cSld name="Sky Closing">
    <p:bg>
      <p:bgPr>
        <a:solidFill>
          <a:schemeClr val="accent1"/>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26AD5A65-A7EB-424E-8ADF-62E6668815B4}"/>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5038770" y="2921000"/>
            <a:ext cx="2114461" cy="874949"/>
          </a:xfrm>
          <a:prstGeom prst="rect">
            <a:avLst/>
          </a:prstGeom>
        </p:spPr>
      </p:pic>
    </p:spTree>
    <p:extLst>
      <p:ext uri="{BB962C8B-B14F-4D97-AF65-F5344CB8AC3E}">
        <p14:creationId xmlns:p14="http://schemas.microsoft.com/office/powerpoint/2010/main" val="1703040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D4C3F-2390-CC7E-E248-56280CBB13C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A7E123B8-DD07-3EDF-FCD2-EBFF9CE68E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5317DAD-AE4B-5C1A-7068-AD212CAC858A}"/>
              </a:ext>
            </a:extLst>
          </p:cNvPr>
          <p:cNvSpPr>
            <a:spLocks noGrp="1"/>
          </p:cNvSpPr>
          <p:nvPr>
            <p:ph type="dt" sz="half" idx="10"/>
          </p:nvPr>
        </p:nvSpPr>
        <p:spPr/>
        <p:txBody>
          <a:bodyPr/>
          <a:lstStyle/>
          <a:p>
            <a:fld id="{ABB91102-6A53-4A20-B759-A839AE6E066E}" type="datetimeFigureOut">
              <a:rPr lang="en-GB" smtClean="0"/>
              <a:t>11/08/2026</a:t>
            </a:fld>
            <a:endParaRPr lang="en-GB"/>
          </a:p>
        </p:txBody>
      </p:sp>
      <p:sp>
        <p:nvSpPr>
          <p:cNvPr id="5" name="Footer Placeholder 4">
            <a:extLst>
              <a:ext uri="{FF2B5EF4-FFF2-40B4-BE49-F238E27FC236}">
                <a16:creationId xmlns:a16="http://schemas.microsoft.com/office/drawing/2014/main" id="{9A9DD424-5E6A-BD10-FF02-0D2598BCA50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37A7C64-CC61-2582-2EFB-452499338E94}"/>
              </a:ext>
            </a:extLst>
          </p:cNvPr>
          <p:cNvSpPr>
            <a:spLocks noGrp="1"/>
          </p:cNvSpPr>
          <p:nvPr>
            <p:ph type="sldNum" sz="quarter" idx="12"/>
          </p:nvPr>
        </p:nvSpPr>
        <p:spPr/>
        <p:txBody>
          <a:bodyPr/>
          <a:lstStyle/>
          <a:p>
            <a:fld id="{C8CB254F-A0FE-41BF-B05C-29ACEEEFD6C0}" type="slidenum">
              <a:rPr lang="en-GB" smtClean="0"/>
              <a:t>‹#›</a:t>
            </a:fld>
            <a:endParaRPr lang="en-GB"/>
          </a:p>
        </p:txBody>
      </p:sp>
    </p:spTree>
    <p:extLst>
      <p:ext uri="{BB962C8B-B14F-4D97-AF65-F5344CB8AC3E}">
        <p14:creationId xmlns:p14="http://schemas.microsoft.com/office/powerpoint/2010/main" val="1492538809"/>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image" Target="../media/image1.svg"/><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theme" Target="../theme/theme1.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43E5826-E261-5240-BCCC-F517FDB6EBB5}"/>
              </a:ext>
            </a:extLst>
          </p:cNvPr>
          <p:cNvSpPr>
            <a:spLocks noChangeArrowheads="1"/>
          </p:cNvSpPr>
          <p:nvPr/>
        </p:nvSpPr>
        <p:spPr bwMode="ltGray">
          <a:xfrm>
            <a:off x="1142755" y="6383796"/>
            <a:ext cx="4534733" cy="164924"/>
          </a:xfrm>
          <a:prstGeom prst="rect">
            <a:avLst/>
          </a:prstGeom>
          <a:noFill/>
          <a:ln w="9525">
            <a:noFill/>
            <a:miter lim="800000"/>
            <a:headEnd/>
            <a:tailEnd/>
          </a:ln>
          <a:effectLst/>
        </p:spPr>
        <p:txBody>
          <a:bodyPr wrap="square" lIns="82115" tIns="41056" rIns="82115" bIns="41056" anchor="b">
            <a:spAutoFit/>
          </a:bodyPr>
          <a:lstStyle/>
          <a:p>
            <a:pPr defTabSz="814318" fontAlgn="auto">
              <a:spcBef>
                <a:spcPts val="0"/>
              </a:spcBef>
              <a:spcAft>
                <a:spcPts val="0"/>
              </a:spcAft>
              <a:defRPr/>
            </a:pPr>
            <a:r>
              <a:rPr lang="en-US" sz="533" b="0" i="0" spc="27" baseline="0" dirty="0">
                <a:solidFill>
                  <a:schemeClr val="tx1"/>
                </a:solidFill>
                <a:latin typeface="CiscoSansTT Light" panose="020B0503020201020303" pitchFamily="34" charset="0"/>
                <a:ea typeface="+mn-ea"/>
                <a:cs typeface="CiscoSansTT Light" panose="020B0503020201020303" pitchFamily="34" charset="0"/>
              </a:rPr>
              <a:t>© 2024  Cisco and/or its affiliates. All rights reserved.   Cisco Confidential</a:t>
            </a:r>
          </a:p>
        </p:txBody>
      </p:sp>
      <p:pic>
        <p:nvPicPr>
          <p:cNvPr id="6" name="Picture 7">
            <a:extLst>
              <a:ext uri="{FF2B5EF4-FFF2-40B4-BE49-F238E27FC236}">
                <a16:creationId xmlns:a16="http://schemas.microsoft.com/office/drawing/2014/main" id="{563804D0-1B5B-924C-8995-DA787F4942D5}"/>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58"/>
              </a:ext>
            </a:extLst>
          </a:blip>
          <a:srcRect/>
          <a:stretch/>
        </p:blipFill>
        <p:spPr>
          <a:xfrm>
            <a:off x="609602" y="6342698"/>
            <a:ext cx="396305" cy="208228"/>
          </a:xfrm>
          <a:prstGeom prst="rect">
            <a:avLst/>
          </a:prstGeom>
        </p:spPr>
      </p:pic>
      <p:sp>
        <p:nvSpPr>
          <p:cNvPr id="3" name="TextBox 2">
            <a:extLst>
              <a:ext uri="{FF2B5EF4-FFF2-40B4-BE49-F238E27FC236}">
                <a16:creationId xmlns:a16="http://schemas.microsoft.com/office/drawing/2014/main" id="{7913A321-F796-1954-20E9-989D21CBC7FC}"/>
              </a:ext>
            </a:extLst>
          </p:cNvPr>
          <p:cNvSpPr txBox="1"/>
          <p:nvPr>
            <p:extLst>
              <p:ext uri="{1162E1C5-73C7-4A58-AE30-91384D911F3F}">
                <p184:classification xmlns:p184="http://schemas.microsoft.com/office/powerpoint/2018/4/main" val="ftr"/>
              </p:ext>
            </p:extLst>
          </p:nvPr>
        </p:nvSpPr>
        <p:spPr>
          <a:xfrm>
            <a:off x="11385550" y="6672580"/>
            <a:ext cx="765175" cy="121920"/>
          </a:xfrm>
          <a:prstGeom prst="rect">
            <a:avLst/>
          </a:prstGeom>
        </p:spPr>
        <p:txBody>
          <a:bodyPr horzOverflow="overflow" lIns="0" tIns="0" rIns="0" bIns="0">
            <a:spAutoFit/>
          </a:bodyPr>
          <a:lstStyle/>
          <a:p>
            <a:pPr algn="l"/>
            <a:r>
              <a:rPr lang="en-US" sz="800">
                <a:solidFill>
                  <a:srgbClr val="000000"/>
                </a:solidFill>
                <a:latin typeface="Calibri" panose="020F0502020204030204" pitchFamily="34" charset="0"/>
                <a:cs typeface="Calibri" panose="020F0502020204030204" pitchFamily="34" charset="0"/>
              </a:rPr>
              <a:t>Cisco Confidential</a:t>
            </a:r>
          </a:p>
        </p:txBody>
      </p:sp>
    </p:spTree>
    <p:extLst>
      <p:ext uri="{BB962C8B-B14F-4D97-AF65-F5344CB8AC3E}">
        <p14:creationId xmlns:p14="http://schemas.microsoft.com/office/powerpoint/2010/main" val="161355106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6" r:id="rId56"/>
  </p:sldLayoutIdLst>
  <mc:AlternateContent xmlns:mc="http://schemas.openxmlformats.org/markup-compatibility/2006" xmlns:p14="http://schemas.microsoft.com/office/powerpoint/2010/main">
    <mc:Choice Requires="p14">
      <p:transition p14:dur="10"/>
    </mc:Choice>
    <mc:Fallback xmlns="">
      <p:transition/>
    </mc:Fallback>
  </mc:AlternateContent>
  <p:txStyles>
    <p:titleStyle>
      <a:lvl1pPr algn="l" defTabSz="912276" rtl="0" eaLnBrk="1" fontAlgn="base" hangingPunct="1">
        <a:lnSpc>
          <a:spcPct val="80000"/>
        </a:lnSpc>
        <a:spcBef>
          <a:spcPct val="0"/>
        </a:spcBef>
        <a:spcAft>
          <a:spcPct val="0"/>
        </a:spcAft>
        <a:defRPr lang="en-US" sz="3733" b="0" i="0" u="none" kern="1200" dirty="0">
          <a:solidFill>
            <a:schemeClr val="tx2"/>
          </a:solidFill>
          <a:latin typeface="+mj-lt"/>
          <a:ea typeface="CiscoSansTT Thin" charset="0"/>
          <a:cs typeface="CiscoSansTT Thin" charset="0"/>
        </a:defRPr>
      </a:lvl1pPr>
      <a:lvl2pPr algn="l" defTabSz="912276" rtl="0" eaLnBrk="1" fontAlgn="base" hangingPunct="1">
        <a:lnSpc>
          <a:spcPct val="80000"/>
        </a:lnSpc>
        <a:spcBef>
          <a:spcPct val="0"/>
        </a:spcBef>
        <a:spcAft>
          <a:spcPct val="0"/>
        </a:spcAft>
        <a:defRPr sz="4267">
          <a:solidFill>
            <a:srgbClr val="676767"/>
          </a:solidFill>
          <a:latin typeface="Arial" charset="0"/>
          <a:ea typeface="ＭＳ Ｐゴシック" charset="0"/>
        </a:defRPr>
      </a:lvl2pPr>
      <a:lvl3pPr algn="l" defTabSz="912276" rtl="0" eaLnBrk="1" fontAlgn="base" hangingPunct="1">
        <a:lnSpc>
          <a:spcPct val="80000"/>
        </a:lnSpc>
        <a:spcBef>
          <a:spcPct val="0"/>
        </a:spcBef>
        <a:spcAft>
          <a:spcPct val="0"/>
        </a:spcAft>
        <a:defRPr sz="4267">
          <a:solidFill>
            <a:srgbClr val="676767"/>
          </a:solidFill>
          <a:latin typeface="Arial" charset="0"/>
          <a:ea typeface="ＭＳ Ｐゴシック" charset="0"/>
        </a:defRPr>
      </a:lvl3pPr>
      <a:lvl4pPr algn="l" defTabSz="912276" rtl="0" eaLnBrk="1" fontAlgn="base" hangingPunct="1">
        <a:lnSpc>
          <a:spcPct val="80000"/>
        </a:lnSpc>
        <a:spcBef>
          <a:spcPct val="0"/>
        </a:spcBef>
        <a:spcAft>
          <a:spcPct val="0"/>
        </a:spcAft>
        <a:defRPr sz="4267">
          <a:solidFill>
            <a:srgbClr val="676767"/>
          </a:solidFill>
          <a:latin typeface="Arial" charset="0"/>
          <a:ea typeface="ＭＳ Ｐゴシック" charset="0"/>
        </a:defRPr>
      </a:lvl4pPr>
      <a:lvl5pPr algn="l" defTabSz="912276" rtl="0" eaLnBrk="1" fontAlgn="base" hangingPunct="1">
        <a:lnSpc>
          <a:spcPct val="80000"/>
        </a:lnSpc>
        <a:spcBef>
          <a:spcPct val="0"/>
        </a:spcBef>
        <a:spcAft>
          <a:spcPct val="0"/>
        </a:spcAft>
        <a:defRPr sz="4267">
          <a:solidFill>
            <a:srgbClr val="676767"/>
          </a:solidFill>
          <a:latin typeface="Arial" charset="0"/>
          <a:ea typeface="ＭＳ Ｐゴシック" charset="0"/>
        </a:defRPr>
      </a:lvl5pPr>
      <a:lvl6pPr marL="609595" algn="l" defTabSz="912276" rtl="0" eaLnBrk="1" fontAlgn="base" hangingPunct="1">
        <a:lnSpc>
          <a:spcPct val="80000"/>
        </a:lnSpc>
        <a:spcBef>
          <a:spcPct val="0"/>
        </a:spcBef>
        <a:spcAft>
          <a:spcPct val="0"/>
        </a:spcAft>
        <a:defRPr sz="4267">
          <a:solidFill>
            <a:srgbClr val="676767"/>
          </a:solidFill>
          <a:latin typeface="Arial" charset="0"/>
          <a:ea typeface="ＭＳ Ｐゴシック" charset="0"/>
        </a:defRPr>
      </a:lvl6pPr>
      <a:lvl7pPr marL="1219190" algn="l" defTabSz="912276" rtl="0" eaLnBrk="1" fontAlgn="base" hangingPunct="1">
        <a:lnSpc>
          <a:spcPct val="80000"/>
        </a:lnSpc>
        <a:spcBef>
          <a:spcPct val="0"/>
        </a:spcBef>
        <a:spcAft>
          <a:spcPct val="0"/>
        </a:spcAft>
        <a:defRPr sz="4267">
          <a:solidFill>
            <a:srgbClr val="676767"/>
          </a:solidFill>
          <a:latin typeface="Arial" charset="0"/>
          <a:ea typeface="ＭＳ Ｐゴシック" charset="0"/>
        </a:defRPr>
      </a:lvl7pPr>
      <a:lvl8pPr marL="1828785" algn="l" defTabSz="912276" rtl="0" eaLnBrk="1" fontAlgn="base" hangingPunct="1">
        <a:lnSpc>
          <a:spcPct val="80000"/>
        </a:lnSpc>
        <a:spcBef>
          <a:spcPct val="0"/>
        </a:spcBef>
        <a:spcAft>
          <a:spcPct val="0"/>
        </a:spcAft>
        <a:defRPr sz="4267">
          <a:solidFill>
            <a:srgbClr val="676767"/>
          </a:solidFill>
          <a:latin typeface="Arial" charset="0"/>
          <a:ea typeface="ＭＳ Ｐゴシック" charset="0"/>
        </a:defRPr>
      </a:lvl8pPr>
      <a:lvl9pPr marL="2438379" algn="l" defTabSz="912276" rtl="0" eaLnBrk="1" fontAlgn="base" hangingPunct="1">
        <a:lnSpc>
          <a:spcPct val="80000"/>
        </a:lnSpc>
        <a:spcBef>
          <a:spcPct val="0"/>
        </a:spcBef>
        <a:spcAft>
          <a:spcPct val="0"/>
        </a:spcAft>
        <a:defRPr sz="4267">
          <a:solidFill>
            <a:srgbClr val="676767"/>
          </a:solidFill>
          <a:latin typeface="Arial" charset="0"/>
          <a:ea typeface="ＭＳ Ｐゴシック" charset="0"/>
        </a:defRPr>
      </a:lvl9pPr>
    </p:titleStyle>
    <p:bodyStyle>
      <a:lvl1pPr marL="226482" indent="-226482" algn="l" defTabSz="912276" rtl="0" eaLnBrk="1" fontAlgn="base" hangingPunct="1">
        <a:lnSpc>
          <a:spcPct val="95000"/>
        </a:lnSpc>
        <a:spcBef>
          <a:spcPts val="1433"/>
        </a:spcBef>
        <a:spcAft>
          <a:spcPct val="0"/>
        </a:spcAft>
        <a:buClr>
          <a:schemeClr val="tx2"/>
        </a:buClr>
        <a:buSzPct val="90000"/>
        <a:buFont typeface="Arial" charset="0"/>
        <a:buChar char="•"/>
        <a:defRPr lang="en-US" sz="2000" kern="1200" dirty="0">
          <a:solidFill>
            <a:schemeClr val="tx1"/>
          </a:solidFill>
          <a:latin typeface="+mn-lt"/>
          <a:ea typeface="ＭＳ Ｐゴシック" charset="0"/>
          <a:cs typeface="CiscoSans"/>
        </a:defRPr>
      </a:lvl1pPr>
      <a:lvl2pPr marL="478363" indent="-287865" algn="l" defTabSz="912276" rtl="0" eaLnBrk="1" fontAlgn="base" hangingPunct="1">
        <a:lnSpc>
          <a:spcPct val="95000"/>
        </a:lnSpc>
        <a:spcBef>
          <a:spcPts val="800"/>
        </a:spcBef>
        <a:spcAft>
          <a:spcPct val="0"/>
        </a:spcAft>
        <a:buClr>
          <a:schemeClr val="tx2"/>
        </a:buClr>
        <a:buFont typeface="Arial" charset="0"/>
        <a:buChar char="•"/>
        <a:defRPr lang="en-US" sz="1867" kern="1200" dirty="0">
          <a:solidFill>
            <a:schemeClr val="tx1"/>
          </a:solidFill>
          <a:latin typeface="+mn-lt"/>
          <a:ea typeface="ＭＳ Ｐゴシック" charset="0"/>
          <a:cs typeface="CiscoSans"/>
        </a:defRPr>
      </a:lvl2pPr>
      <a:lvl3pPr marL="575728" indent="-226482" algn="l" defTabSz="912276" rtl="0" eaLnBrk="1" fontAlgn="base" hangingPunct="1">
        <a:lnSpc>
          <a:spcPct val="95000"/>
        </a:lnSpc>
        <a:spcBef>
          <a:spcPts val="833"/>
        </a:spcBef>
        <a:spcAft>
          <a:spcPct val="0"/>
        </a:spcAft>
        <a:buFont typeface="Arial" charset="0"/>
        <a:buChar char="•"/>
        <a:defRPr lang="en-US" sz="1600" kern="1200" dirty="0">
          <a:solidFill>
            <a:schemeClr val="tx1"/>
          </a:solidFill>
          <a:latin typeface="+mn-lt"/>
          <a:ea typeface="ＭＳ Ｐゴシック" charset="0"/>
          <a:cs typeface="CiscoSans"/>
        </a:defRPr>
      </a:lvl3pPr>
      <a:lvl4pPr marL="670978" indent="-226482" algn="l" defTabSz="912276" rtl="0" eaLnBrk="1" fontAlgn="base" hangingPunct="1">
        <a:lnSpc>
          <a:spcPct val="95000"/>
        </a:lnSpc>
        <a:spcBef>
          <a:spcPts val="833"/>
        </a:spcBef>
        <a:spcAft>
          <a:spcPct val="0"/>
        </a:spcAft>
        <a:buFont typeface="Arial" charset="0"/>
        <a:buChar char="•"/>
        <a:defRPr lang="en-US" sz="1467" kern="1200" dirty="0">
          <a:solidFill>
            <a:schemeClr val="tx1"/>
          </a:solidFill>
          <a:latin typeface="+mn-lt"/>
          <a:ea typeface="ＭＳ Ｐゴシック" charset="0"/>
          <a:cs typeface="CiscoSans"/>
        </a:defRPr>
      </a:lvl4pPr>
      <a:lvl5pPr marL="766228" indent="-226482" algn="l" defTabSz="912276" rtl="0" eaLnBrk="1" fontAlgn="base" hangingPunct="1">
        <a:lnSpc>
          <a:spcPct val="95000"/>
        </a:lnSpc>
        <a:spcBef>
          <a:spcPts val="833"/>
        </a:spcBef>
        <a:spcAft>
          <a:spcPct val="0"/>
        </a:spcAft>
        <a:buFont typeface="Arial" charset="0"/>
        <a:buChar char="•"/>
        <a:defRPr lang="en-US" sz="1467" kern="1200" dirty="0">
          <a:solidFill>
            <a:schemeClr val="tx1"/>
          </a:solidFill>
          <a:latin typeface="+mn-lt"/>
          <a:ea typeface="ＭＳ Ｐゴシック" charset="0"/>
          <a:cs typeface="CiscoSans"/>
        </a:defRPr>
      </a:lvl5pPr>
      <a:lvl6pPr marL="1151798" indent="-228592" algn="l" defTabSz="914362" rtl="0" eaLnBrk="1" latinLnBrk="0" hangingPunct="1">
        <a:spcBef>
          <a:spcPts val="800"/>
        </a:spcBef>
        <a:buFont typeface="Arial" pitchFamily="34" charset="0"/>
        <a:buChar char="•"/>
        <a:defRPr sz="1200" kern="1200" baseline="0">
          <a:solidFill>
            <a:schemeClr val="tx1"/>
          </a:solidFill>
          <a:latin typeface="+mn-lt"/>
          <a:ea typeface="+mn-ea"/>
          <a:cs typeface="+mn-cs"/>
        </a:defRPr>
      </a:lvl6pPr>
      <a:lvl7pPr marL="1247781" indent="-228561" algn="l" defTabSz="914362" rtl="0" eaLnBrk="1" latinLnBrk="0" hangingPunct="1">
        <a:spcBef>
          <a:spcPts val="800"/>
        </a:spcBef>
        <a:buFont typeface="Arial" pitchFamily="34" charset="0"/>
        <a:buChar char="•"/>
        <a:defRPr sz="1067" kern="1200" baseline="0">
          <a:solidFill>
            <a:schemeClr val="tx1"/>
          </a:solidFill>
          <a:latin typeface="+mn-lt"/>
          <a:ea typeface="+mn-ea"/>
          <a:cs typeface="+mn-cs"/>
        </a:defRPr>
      </a:lvl7pPr>
      <a:lvl8pPr marL="3200267" indent="0" algn="l" defTabSz="914362" rtl="0" eaLnBrk="1" latinLnBrk="0" hangingPunct="1">
        <a:spcBef>
          <a:spcPct val="20000"/>
        </a:spcBef>
        <a:buFont typeface="Arial" pitchFamily="34" charset="0"/>
        <a:buNone/>
        <a:defRPr sz="2000" kern="1200">
          <a:solidFill>
            <a:schemeClr val="tx1"/>
          </a:solidFill>
          <a:latin typeface="+mn-lt"/>
          <a:ea typeface="+mn-ea"/>
          <a:cs typeface="+mn-cs"/>
        </a:defRPr>
      </a:lvl8pPr>
      <a:lvl9pPr marL="3886038" indent="-228592" algn="l" defTabSz="91436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62" rtl="0" eaLnBrk="1" latinLnBrk="0" hangingPunct="1">
        <a:defRPr sz="1867" kern="1200">
          <a:solidFill>
            <a:schemeClr val="tx1"/>
          </a:solidFill>
          <a:latin typeface="+mn-lt"/>
          <a:ea typeface="+mn-ea"/>
          <a:cs typeface="+mn-cs"/>
        </a:defRPr>
      </a:lvl1pPr>
      <a:lvl2pPr marL="457178" algn="l" defTabSz="914362" rtl="0" eaLnBrk="1" latinLnBrk="0" hangingPunct="1">
        <a:defRPr sz="1867" kern="1200">
          <a:solidFill>
            <a:schemeClr val="tx1"/>
          </a:solidFill>
          <a:latin typeface="+mn-lt"/>
          <a:ea typeface="+mn-ea"/>
          <a:cs typeface="+mn-cs"/>
        </a:defRPr>
      </a:lvl2pPr>
      <a:lvl3pPr marL="914362" algn="l" defTabSz="914362" rtl="0" eaLnBrk="1" latinLnBrk="0" hangingPunct="1">
        <a:defRPr sz="1867" kern="1200">
          <a:solidFill>
            <a:schemeClr val="tx1"/>
          </a:solidFill>
          <a:latin typeface="+mn-lt"/>
          <a:ea typeface="+mn-ea"/>
          <a:cs typeface="+mn-cs"/>
        </a:defRPr>
      </a:lvl3pPr>
      <a:lvl4pPr marL="1371542" algn="l" defTabSz="914362" rtl="0" eaLnBrk="1" latinLnBrk="0" hangingPunct="1">
        <a:defRPr sz="1867" kern="1200">
          <a:solidFill>
            <a:schemeClr val="tx1"/>
          </a:solidFill>
          <a:latin typeface="+mn-lt"/>
          <a:ea typeface="+mn-ea"/>
          <a:cs typeface="+mn-cs"/>
        </a:defRPr>
      </a:lvl4pPr>
      <a:lvl5pPr marL="1828725" algn="l" defTabSz="914362" rtl="0" eaLnBrk="1" latinLnBrk="0" hangingPunct="1">
        <a:defRPr sz="1867" kern="1200">
          <a:solidFill>
            <a:schemeClr val="tx1"/>
          </a:solidFill>
          <a:latin typeface="+mn-lt"/>
          <a:ea typeface="+mn-ea"/>
          <a:cs typeface="+mn-cs"/>
        </a:defRPr>
      </a:lvl5pPr>
      <a:lvl6pPr marL="2285903" algn="l" defTabSz="914362" rtl="0" eaLnBrk="1" latinLnBrk="0" hangingPunct="1">
        <a:defRPr sz="1867" kern="1200">
          <a:solidFill>
            <a:schemeClr val="tx1"/>
          </a:solidFill>
          <a:latin typeface="+mn-lt"/>
          <a:ea typeface="+mn-ea"/>
          <a:cs typeface="+mn-cs"/>
        </a:defRPr>
      </a:lvl6pPr>
      <a:lvl7pPr marL="2743086" algn="l" defTabSz="914362" rtl="0" eaLnBrk="1" latinLnBrk="0" hangingPunct="1">
        <a:defRPr sz="1867" kern="1200">
          <a:solidFill>
            <a:schemeClr val="tx1"/>
          </a:solidFill>
          <a:latin typeface="+mn-lt"/>
          <a:ea typeface="+mn-ea"/>
          <a:cs typeface="+mn-cs"/>
        </a:defRPr>
      </a:lvl7pPr>
      <a:lvl8pPr marL="3200267" algn="l" defTabSz="914362" rtl="0" eaLnBrk="1" latinLnBrk="0" hangingPunct="1">
        <a:defRPr sz="1867" kern="1200">
          <a:solidFill>
            <a:schemeClr val="tx1"/>
          </a:solidFill>
          <a:latin typeface="+mn-lt"/>
          <a:ea typeface="+mn-ea"/>
          <a:cs typeface="+mn-cs"/>
        </a:defRPr>
      </a:lvl8pPr>
      <a:lvl9pPr marL="3657450" algn="l" defTabSz="914362" rtl="0" eaLnBrk="1" latinLnBrk="0" hangingPunct="1">
        <a:defRPr sz="1867"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080">
          <p15:clr>
            <a:srgbClr val="F26B43"/>
          </p15:clr>
        </p15:guide>
        <p15:guide id="2" pos="384">
          <p15:clr>
            <a:srgbClr val="F26B43"/>
          </p15:clr>
        </p15:guide>
        <p15:guide id="3" pos="7296">
          <p15:clr>
            <a:srgbClr val="F26B43"/>
          </p15:clr>
        </p15:guide>
        <p15:guide id="4" orient="horz" pos="1392">
          <p15:clr>
            <a:srgbClr val="F26B43"/>
          </p15:clr>
        </p15:guide>
        <p15:guide id="5" orient="horz" pos="272">
          <p15:clr>
            <a:srgbClr val="F26B43"/>
          </p15:clr>
        </p15:guide>
        <p15:guide id="6" pos="3835">
          <p15:clr>
            <a:srgbClr val="F26B43"/>
          </p15:clr>
        </p15:guide>
        <p15:guide id="7" orient="horz" pos="1616">
          <p15:clr>
            <a:srgbClr val="F26B43"/>
          </p15:clr>
        </p15:guide>
        <p15:guide id="9" orient="horz" pos="3856">
          <p15:clr>
            <a:srgbClr val="F26B43"/>
          </p15:clr>
        </p15:guide>
        <p15:guide id="10" orient="horz" pos="464">
          <p15:clr>
            <a:srgbClr val="F26B43"/>
          </p15:clr>
        </p15:guide>
        <p15:guide id="11" orient="horz" pos="1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svg"/><Relationship Id="rId1" Type="http://schemas.openxmlformats.org/officeDocument/2006/relationships/slideLayout" Target="../slideLayouts/slideLayout26.xml"/><Relationship Id="rId4" Type="http://schemas.openxmlformats.org/officeDocument/2006/relationships/image" Target="../media/image17.svg"/></Relationships>
</file>

<file path=ppt/slides/_rels/slide3.xml.rels><?xml version="1.0" encoding="UTF-8" standalone="yes"?>
<Relationships xmlns="http://schemas.openxmlformats.org/package/2006/relationships"><Relationship Id="rId8" Type="http://schemas.openxmlformats.org/officeDocument/2006/relationships/image" Target="../media/image23.svg"/><Relationship Id="rId3" Type="http://schemas.openxmlformats.org/officeDocument/2006/relationships/image" Target="../media/image18.svg"/><Relationship Id="rId7" Type="http://schemas.openxmlformats.org/officeDocument/2006/relationships/image" Target="../media/image22.svg"/><Relationship Id="rId2" Type="http://schemas.openxmlformats.org/officeDocument/2006/relationships/notesSlide" Target="../notesSlides/notesSlide1.xml"/><Relationship Id="rId1" Type="http://schemas.openxmlformats.org/officeDocument/2006/relationships/slideLayout" Target="../slideLayouts/slideLayout26.xml"/><Relationship Id="rId6" Type="http://schemas.openxmlformats.org/officeDocument/2006/relationships/image" Target="../media/image21.svg"/><Relationship Id="rId5" Type="http://schemas.openxmlformats.org/officeDocument/2006/relationships/image" Target="../media/image20.svg"/><Relationship Id="rId4" Type="http://schemas.openxmlformats.org/officeDocument/2006/relationships/image" Target="../media/image19.svg"/><Relationship Id="rId9" Type="http://schemas.openxmlformats.org/officeDocument/2006/relationships/image" Target="../media/image24.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2B687D-3388-D041-4804-C6DA66F660A5}"/>
              </a:ext>
            </a:extLst>
          </p:cNvPr>
          <p:cNvSpPr>
            <a:spLocks noGrp="1"/>
          </p:cNvSpPr>
          <p:nvPr>
            <p:ph type="ctrTitle"/>
          </p:nvPr>
        </p:nvSpPr>
        <p:spPr>
          <a:xfrm>
            <a:off x="628011" y="3200817"/>
            <a:ext cx="10962553" cy="1504200"/>
          </a:xfrm>
        </p:spPr>
        <p:txBody>
          <a:bodyPr anchor="b">
            <a:normAutofit/>
          </a:bodyPr>
          <a:lstStyle/>
          <a:p>
            <a:r>
              <a:rPr lang="en-GB" dirty="0"/>
              <a:t>  Lead Scoring Examples</a:t>
            </a:r>
          </a:p>
        </p:txBody>
      </p:sp>
      <p:sp>
        <p:nvSpPr>
          <p:cNvPr id="12" name="Text Placeholder 2">
            <a:extLst>
              <a:ext uri="{FF2B5EF4-FFF2-40B4-BE49-F238E27FC236}">
                <a16:creationId xmlns:a16="http://schemas.microsoft.com/office/drawing/2014/main" id="{9F58D130-3850-66DE-8531-07E31CACE5A6}"/>
              </a:ext>
            </a:extLst>
          </p:cNvPr>
          <p:cNvSpPr>
            <a:spLocks noGrp="1"/>
          </p:cNvSpPr>
          <p:nvPr>
            <p:ph type="body" sz="quarter" idx="13"/>
          </p:nvPr>
        </p:nvSpPr>
        <p:spPr>
          <a:xfrm>
            <a:off x="628011" y="4807254"/>
            <a:ext cx="10962553" cy="398668"/>
          </a:xfrm>
        </p:spPr>
        <p:txBody>
          <a:bodyPr/>
          <a:lstStyle/>
          <a:p>
            <a:r>
              <a:rPr lang="en-US" dirty="0"/>
              <a:t>How calculations occur	</a:t>
            </a:r>
          </a:p>
        </p:txBody>
      </p:sp>
      <p:sp>
        <p:nvSpPr>
          <p:cNvPr id="13" name="Subtitle 3">
            <a:extLst>
              <a:ext uri="{FF2B5EF4-FFF2-40B4-BE49-F238E27FC236}">
                <a16:creationId xmlns:a16="http://schemas.microsoft.com/office/drawing/2014/main" id="{B0742189-C0D9-9427-B98C-028BAE049903}"/>
              </a:ext>
            </a:extLst>
          </p:cNvPr>
          <p:cNvSpPr>
            <a:spLocks noGrp="1"/>
          </p:cNvSpPr>
          <p:nvPr>
            <p:ph type="subTitle" idx="1"/>
          </p:nvPr>
        </p:nvSpPr>
        <p:spPr>
          <a:xfrm>
            <a:off x="628011" y="5314225"/>
            <a:ext cx="10962553" cy="807177"/>
          </a:xfrm>
        </p:spPr>
        <p:txBody>
          <a:bodyPr/>
          <a:lstStyle/>
          <a:p>
            <a:r>
              <a:rPr lang="en-US" dirty="0"/>
              <a:t>Amanda Chenery</a:t>
            </a:r>
          </a:p>
          <a:p>
            <a:r>
              <a:rPr lang="en-US" dirty="0"/>
              <a:t>Marketing Operations</a:t>
            </a:r>
          </a:p>
        </p:txBody>
      </p:sp>
    </p:spTree>
    <p:extLst>
      <p:ext uri="{BB962C8B-B14F-4D97-AF65-F5344CB8AC3E}">
        <p14:creationId xmlns:p14="http://schemas.microsoft.com/office/powerpoint/2010/main" val="182458579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D5CE366E-B794-F2E7-B775-C9FEA139D47F}"/>
              </a:ext>
            </a:extLst>
          </p:cNvPr>
          <p:cNvGrpSpPr/>
          <p:nvPr/>
        </p:nvGrpSpPr>
        <p:grpSpPr>
          <a:xfrm>
            <a:off x="1295400" y="1717796"/>
            <a:ext cx="4824000" cy="2736001"/>
            <a:chOff x="1295400" y="2060999"/>
            <a:chExt cx="4824000" cy="2736001"/>
          </a:xfrm>
        </p:grpSpPr>
        <p:sp>
          <p:nvSpPr>
            <p:cNvPr id="6" name="Arc 5">
              <a:extLst>
                <a:ext uri="{FF2B5EF4-FFF2-40B4-BE49-F238E27FC236}">
                  <a16:creationId xmlns:a16="http://schemas.microsoft.com/office/drawing/2014/main" id="{07C71BD1-A09B-38CC-7DAA-6C3731540684}"/>
                </a:ext>
              </a:extLst>
            </p:cNvPr>
            <p:cNvSpPr/>
            <p:nvPr/>
          </p:nvSpPr>
          <p:spPr>
            <a:xfrm rot="16200000" flipH="1">
              <a:off x="1295400" y="2061000"/>
              <a:ext cx="2736000" cy="2736000"/>
            </a:xfrm>
            <a:prstGeom prst="arc">
              <a:avLst/>
            </a:prstGeom>
            <a:ln w="73025">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 name="Arc 1">
              <a:extLst>
                <a:ext uri="{FF2B5EF4-FFF2-40B4-BE49-F238E27FC236}">
                  <a16:creationId xmlns:a16="http://schemas.microsoft.com/office/drawing/2014/main" id="{4F0D37A1-0CBA-6116-9CAE-87B7626C8443}"/>
                </a:ext>
              </a:extLst>
            </p:cNvPr>
            <p:cNvSpPr/>
            <p:nvPr/>
          </p:nvSpPr>
          <p:spPr>
            <a:xfrm flipH="1">
              <a:off x="1295400" y="2061000"/>
              <a:ext cx="2736000" cy="2736000"/>
            </a:xfrm>
            <a:prstGeom prst="arc">
              <a:avLst/>
            </a:prstGeom>
            <a:ln w="73025">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cxnSp>
          <p:nvCxnSpPr>
            <p:cNvPr id="9" name="Straight Connector 8">
              <a:extLst>
                <a:ext uri="{FF2B5EF4-FFF2-40B4-BE49-F238E27FC236}">
                  <a16:creationId xmlns:a16="http://schemas.microsoft.com/office/drawing/2014/main" id="{C9E0D97B-F9DB-878B-B48E-9B334903DA8B}"/>
                </a:ext>
              </a:extLst>
            </p:cNvPr>
            <p:cNvCxnSpPr>
              <a:stCxn id="6" idx="2"/>
            </p:cNvCxnSpPr>
            <p:nvPr/>
          </p:nvCxnSpPr>
          <p:spPr>
            <a:xfrm>
              <a:off x="2663400" y="4797000"/>
              <a:ext cx="3456000" cy="0"/>
            </a:xfrm>
            <a:prstGeom prst="line">
              <a:avLst/>
            </a:prstGeom>
            <a:ln w="73025">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FD97110-00CC-4D12-A8E3-05984EE71E08}"/>
                </a:ext>
              </a:extLst>
            </p:cNvPr>
            <p:cNvCxnSpPr/>
            <p:nvPr/>
          </p:nvCxnSpPr>
          <p:spPr>
            <a:xfrm>
              <a:off x="2663400" y="2060999"/>
              <a:ext cx="3456000" cy="0"/>
            </a:xfrm>
            <a:prstGeom prst="line">
              <a:avLst/>
            </a:prstGeom>
            <a:ln w="73025">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EFD2865F-6F98-1F3D-3E93-45043344CBCF}"/>
              </a:ext>
            </a:extLst>
          </p:cNvPr>
          <p:cNvGrpSpPr/>
          <p:nvPr/>
        </p:nvGrpSpPr>
        <p:grpSpPr>
          <a:xfrm flipH="1">
            <a:off x="6096000" y="1717795"/>
            <a:ext cx="4824000" cy="2736001"/>
            <a:chOff x="1295400" y="2060999"/>
            <a:chExt cx="4824000" cy="2736001"/>
          </a:xfrm>
        </p:grpSpPr>
        <p:sp>
          <p:nvSpPr>
            <p:cNvPr id="13" name="Arc 12">
              <a:extLst>
                <a:ext uri="{FF2B5EF4-FFF2-40B4-BE49-F238E27FC236}">
                  <a16:creationId xmlns:a16="http://schemas.microsoft.com/office/drawing/2014/main" id="{67A5B87A-0DCE-C1D0-8752-98C0A58947B6}"/>
                </a:ext>
              </a:extLst>
            </p:cNvPr>
            <p:cNvSpPr/>
            <p:nvPr/>
          </p:nvSpPr>
          <p:spPr>
            <a:xfrm rot="16200000" flipH="1">
              <a:off x="1295400" y="2061000"/>
              <a:ext cx="2736000" cy="2736000"/>
            </a:xfrm>
            <a:prstGeom prst="arc">
              <a:avLst/>
            </a:prstGeom>
            <a:ln w="73025">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Arc 13">
              <a:extLst>
                <a:ext uri="{FF2B5EF4-FFF2-40B4-BE49-F238E27FC236}">
                  <a16:creationId xmlns:a16="http://schemas.microsoft.com/office/drawing/2014/main" id="{7AAA7B35-8AAC-1ED4-BED7-4D65E2375F87}"/>
                </a:ext>
              </a:extLst>
            </p:cNvPr>
            <p:cNvSpPr/>
            <p:nvPr/>
          </p:nvSpPr>
          <p:spPr>
            <a:xfrm flipH="1">
              <a:off x="1295400" y="2061000"/>
              <a:ext cx="2736000" cy="2736000"/>
            </a:xfrm>
            <a:prstGeom prst="arc">
              <a:avLst/>
            </a:prstGeom>
            <a:ln w="73025">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cxnSp>
          <p:nvCxnSpPr>
            <p:cNvPr id="16" name="Straight Connector 15">
              <a:extLst>
                <a:ext uri="{FF2B5EF4-FFF2-40B4-BE49-F238E27FC236}">
                  <a16:creationId xmlns:a16="http://schemas.microsoft.com/office/drawing/2014/main" id="{8A019F41-72B2-C26E-CA31-F34D4B36FAA9}"/>
                </a:ext>
              </a:extLst>
            </p:cNvPr>
            <p:cNvCxnSpPr>
              <a:stCxn id="13" idx="2"/>
            </p:cNvCxnSpPr>
            <p:nvPr/>
          </p:nvCxnSpPr>
          <p:spPr>
            <a:xfrm>
              <a:off x="2663400" y="4797000"/>
              <a:ext cx="3456000" cy="0"/>
            </a:xfrm>
            <a:prstGeom prst="line">
              <a:avLst/>
            </a:prstGeom>
            <a:ln w="73025">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E0DA17BB-49BB-33B3-D15A-A4F20304E9E2}"/>
                </a:ext>
              </a:extLst>
            </p:cNvPr>
            <p:cNvCxnSpPr/>
            <p:nvPr/>
          </p:nvCxnSpPr>
          <p:spPr>
            <a:xfrm>
              <a:off x="2663400" y="2060999"/>
              <a:ext cx="3456000" cy="0"/>
            </a:xfrm>
            <a:prstGeom prst="line">
              <a:avLst/>
            </a:prstGeom>
            <a:ln w="73025">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p:grpSp>
      <p:sp>
        <p:nvSpPr>
          <p:cNvPr id="19" name="Rectangle: Rounded Corners 18">
            <a:extLst>
              <a:ext uri="{FF2B5EF4-FFF2-40B4-BE49-F238E27FC236}">
                <a16:creationId xmlns:a16="http://schemas.microsoft.com/office/drawing/2014/main" id="{DCCCBFA0-C15A-A65F-1CB0-81D1209FB8DB}"/>
              </a:ext>
            </a:extLst>
          </p:cNvPr>
          <p:cNvSpPr/>
          <p:nvPr/>
        </p:nvSpPr>
        <p:spPr>
          <a:xfrm>
            <a:off x="4592555" y="1336798"/>
            <a:ext cx="3122038" cy="761994"/>
          </a:xfrm>
          <a:prstGeom prst="roundRect">
            <a:avLst>
              <a:gd name="adj" fmla="val 44253"/>
            </a:avLst>
          </a:pr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a:t>Contact Loaded as Content Syndication Only</a:t>
            </a:r>
            <a:endParaRPr lang="en-GB" sz="1200" i="1"/>
          </a:p>
        </p:txBody>
      </p:sp>
      <p:sp>
        <p:nvSpPr>
          <p:cNvPr id="25" name="Isosceles Triangle 24">
            <a:extLst>
              <a:ext uri="{FF2B5EF4-FFF2-40B4-BE49-F238E27FC236}">
                <a16:creationId xmlns:a16="http://schemas.microsoft.com/office/drawing/2014/main" id="{43DE457B-DCF5-19C8-B531-24A2B498EA5B}"/>
              </a:ext>
            </a:extLst>
          </p:cNvPr>
          <p:cNvSpPr/>
          <p:nvPr/>
        </p:nvSpPr>
        <p:spPr>
          <a:xfrm rot="5400000">
            <a:off x="8900472" y="2363996"/>
            <a:ext cx="1591056" cy="1371600"/>
          </a:xfrm>
          <a:prstGeom prst="triangl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Rectangle: Top Corners Rounded 19">
            <a:extLst>
              <a:ext uri="{FF2B5EF4-FFF2-40B4-BE49-F238E27FC236}">
                <a16:creationId xmlns:a16="http://schemas.microsoft.com/office/drawing/2014/main" id="{F3F36F61-FD0D-857D-EA62-3B366E95F472}"/>
              </a:ext>
            </a:extLst>
          </p:cNvPr>
          <p:cNvSpPr/>
          <p:nvPr/>
        </p:nvSpPr>
        <p:spPr>
          <a:xfrm rot="16200000">
            <a:off x="2796163" y="1770359"/>
            <a:ext cx="936000" cy="2560320"/>
          </a:xfrm>
          <a:prstGeom prst="round2SameRect">
            <a:avLst>
              <a:gd name="adj1" fmla="val 50000"/>
              <a:gd name="adj2" fmla="val 0"/>
            </a:avLst>
          </a:prstGeom>
          <a:solidFill>
            <a:schemeClr val="accent5"/>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C5FE57C8-77CE-FA38-7CE2-0CDB000AA567}"/>
              </a:ext>
            </a:extLst>
          </p:cNvPr>
          <p:cNvSpPr/>
          <p:nvPr/>
        </p:nvSpPr>
        <p:spPr>
          <a:xfrm rot="16200000">
            <a:off x="5338883" y="1770359"/>
            <a:ext cx="936000" cy="2560320"/>
          </a:xfrm>
          <a:prstGeom prst="rect">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ectangle 23">
            <a:extLst>
              <a:ext uri="{FF2B5EF4-FFF2-40B4-BE49-F238E27FC236}">
                <a16:creationId xmlns:a16="http://schemas.microsoft.com/office/drawing/2014/main" id="{2D44B7E9-3408-5816-30F0-589D35CF01D5}"/>
              </a:ext>
            </a:extLst>
          </p:cNvPr>
          <p:cNvSpPr/>
          <p:nvPr/>
        </p:nvSpPr>
        <p:spPr>
          <a:xfrm rot="16200000">
            <a:off x="7743720" y="1907518"/>
            <a:ext cx="937446" cy="22860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TextBox 29">
            <a:extLst>
              <a:ext uri="{FF2B5EF4-FFF2-40B4-BE49-F238E27FC236}">
                <a16:creationId xmlns:a16="http://schemas.microsoft.com/office/drawing/2014/main" id="{3D88EF01-83D8-E2AB-B6B7-9F35D70DC430}"/>
              </a:ext>
            </a:extLst>
          </p:cNvPr>
          <p:cNvSpPr txBox="1"/>
          <p:nvPr/>
        </p:nvSpPr>
        <p:spPr>
          <a:xfrm>
            <a:off x="7326715" y="2760990"/>
            <a:ext cx="1806775" cy="523220"/>
          </a:xfrm>
          <a:prstGeom prst="rect">
            <a:avLst/>
          </a:prstGeom>
          <a:noFill/>
        </p:spPr>
        <p:txBody>
          <a:bodyPr wrap="square" rtlCol="0">
            <a:spAutoFit/>
          </a:bodyPr>
          <a:lstStyle/>
          <a:p>
            <a:pPr algn="ctr"/>
            <a:r>
              <a:rPr lang="en-GB" sz="1400">
                <a:solidFill>
                  <a:schemeClr val="bg2"/>
                </a:solidFill>
                <a:latin typeface="+mn-lt"/>
              </a:rPr>
              <a:t>Low Scored</a:t>
            </a:r>
          </a:p>
          <a:p>
            <a:pPr algn="ctr"/>
            <a:r>
              <a:rPr lang="en-GB" sz="1400">
                <a:solidFill>
                  <a:schemeClr val="bg2"/>
                </a:solidFill>
                <a:latin typeface="+mn-lt"/>
              </a:rPr>
              <a:t>No Further Action</a:t>
            </a:r>
          </a:p>
        </p:txBody>
      </p:sp>
      <p:sp>
        <p:nvSpPr>
          <p:cNvPr id="31" name="Oval 30">
            <a:extLst>
              <a:ext uri="{FF2B5EF4-FFF2-40B4-BE49-F238E27FC236}">
                <a16:creationId xmlns:a16="http://schemas.microsoft.com/office/drawing/2014/main" id="{ECA7D3A5-9246-2B52-FE43-5D1DDAC7F2E9}"/>
              </a:ext>
            </a:extLst>
          </p:cNvPr>
          <p:cNvSpPr/>
          <p:nvPr/>
        </p:nvSpPr>
        <p:spPr>
          <a:xfrm>
            <a:off x="2925300" y="4076397"/>
            <a:ext cx="701459" cy="701459"/>
          </a:xfrm>
          <a:prstGeom prst="ellipse">
            <a:avLst/>
          </a:prstGeom>
          <a:solidFill>
            <a:schemeClr val="accent5"/>
          </a:solidFill>
          <a:ln w="412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val 31">
            <a:extLst>
              <a:ext uri="{FF2B5EF4-FFF2-40B4-BE49-F238E27FC236}">
                <a16:creationId xmlns:a16="http://schemas.microsoft.com/office/drawing/2014/main" id="{849ABB06-16A9-6FA8-04B3-B20D0AE70EA2}"/>
              </a:ext>
            </a:extLst>
          </p:cNvPr>
          <p:cNvSpPr/>
          <p:nvPr/>
        </p:nvSpPr>
        <p:spPr>
          <a:xfrm>
            <a:off x="5456153" y="4118437"/>
            <a:ext cx="701459" cy="701459"/>
          </a:xfrm>
          <a:prstGeom prst="ellipse">
            <a:avLst/>
          </a:prstGeom>
          <a:solidFill>
            <a:schemeClr val="accent2"/>
          </a:solidFill>
          <a:ln w="412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Oval 34">
            <a:extLst>
              <a:ext uri="{FF2B5EF4-FFF2-40B4-BE49-F238E27FC236}">
                <a16:creationId xmlns:a16="http://schemas.microsoft.com/office/drawing/2014/main" id="{6034A47F-AB89-A128-B767-B1CB1A580E91}"/>
              </a:ext>
            </a:extLst>
          </p:cNvPr>
          <p:cNvSpPr/>
          <p:nvPr/>
        </p:nvSpPr>
        <p:spPr>
          <a:xfrm>
            <a:off x="7861713" y="4128949"/>
            <a:ext cx="701459" cy="701459"/>
          </a:xfrm>
          <a:prstGeom prst="ellipse">
            <a:avLst/>
          </a:prstGeom>
          <a:solidFill>
            <a:schemeClr val="accent1"/>
          </a:solidFill>
          <a:ln w="412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7" name="Straight Connector 36">
            <a:extLst>
              <a:ext uri="{FF2B5EF4-FFF2-40B4-BE49-F238E27FC236}">
                <a16:creationId xmlns:a16="http://schemas.microsoft.com/office/drawing/2014/main" id="{835F9A8A-2501-0FBC-3ACC-30D1E058D7F4}"/>
              </a:ext>
            </a:extLst>
          </p:cNvPr>
          <p:cNvCxnSpPr>
            <a:stCxn id="20" idx="2"/>
            <a:endCxn id="31" idx="0"/>
          </p:cNvCxnSpPr>
          <p:nvPr/>
        </p:nvCxnSpPr>
        <p:spPr>
          <a:xfrm>
            <a:off x="3264163" y="3518519"/>
            <a:ext cx="11867" cy="557878"/>
          </a:xfrm>
          <a:prstGeom prst="line">
            <a:avLst/>
          </a:prstGeom>
          <a:solidFill>
            <a:schemeClr val="accent4">
              <a:lumMod val="50000"/>
            </a:schemeClr>
          </a:solidFill>
          <a:ln w="28575">
            <a:solidFill>
              <a:schemeClr val="accent5"/>
            </a:solidFill>
            <a:prstDash val="sysDash"/>
          </a:ln>
          <a:effectLst/>
        </p:spPr>
        <p:style>
          <a:lnRef idx="2">
            <a:schemeClr val="accent1">
              <a:shade val="50000"/>
            </a:schemeClr>
          </a:lnRef>
          <a:fillRef idx="1">
            <a:schemeClr val="accent1"/>
          </a:fillRef>
          <a:effectRef idx="0">
            <a:schemeClr val="accent1"/>
          </a:effectRef>
          <a:fontRef idx="minor">
            <a:schemeClr val="lt1"/>
          </a:fontRef>
        </p:style>
      </p:cxnSp>
      <p:cxnSp>
        <p:nvCxnSpPr>
          <p:cNvPr id="40" name="Straight Connector 39">
            <a:extLst>
              <a:ext uri="{FF2B5EF4-FFF2-40B4-BE49-F238E27FC236}">
                <a16:creationId xmlns:a16="http://schemas.microsoft.com/office/drawing/2014/main" id="{7B58B03A-16E3-2421-C9DE-0F7B17EEA241}"/>
              </a:ext>
            </a:extLst>
          </p:cNvPr>
          <p:cNvCxnSpPr>
            <a:cxnSpLocks/>
            <a:stCxn id="32" idx="0"/>
            <a:endCxn id="21" idx="1"/>
          </p:cNvCxnSpPr>
          <p:nvPr/>
        </p:nvCxnSpPr>
        <p:spPr>
          <a:xfrm flipV="1">
            <a:off x="5806883" y="3518519"/>
            <a:ext cx="0" cy="599918"/>
          </a:xfrm>
          <a:prstGeom prst="line">
            <a:avLst/>
          </a:prstGeom>
          <a:solidFill>
            <a:schemeClr val="accent4">
              <a:lumMod val="50000"/>
            </a:schemeClr>
          </a:solidFill>
          <a:ln w="28575">
            <a:solidFill>
              <a:schemeClr val="accent2"/>
            </a:solidFill>
            <a:prstDash val="sysDash"/>
          </a:ln>
          <a:effectLst/>
        </p:spPr>
        <p:style>
          <a:lnRef idx="2">
            <a:schemeClr val="accent1">
              <a:shade val="50000"/>
            </a:schemeClr>
          </a:lnRef>
          <a:fillRef idx="1">
            <a:schemeClr val="accent1"/>
          </a:fillRef>
          <a:effectRef idx="0">
            <a:schemeClr val="accent1"/>
          </a:effectRef>
          <a:fontRef idx="minor">
            <a:schemeClr val="lt1"/>
          </a:fontRef>
        </p:style>
      </p:cxnSp>
      <p:cxnSp>
        <p:nvCxnSpPr>
          <p:cNvPr id="49" name="Straight Connector 48">
            <a:extLst>
              <a:ext uri="{FF2B5EF4-FFF2-40B4-BE49-F238E27FC236}">
                <a16:creationId xmlns:a16="http://schemas.microsoft.com/office/drawing/2014/main" id="{3742CB75-FFB2-E6EF-BA4D-1B813F9A7604}"/>
              </a:ext>
            </a:extLst>
          </p:cNvPr>
          <p:cNvCxnSpPr>
            <a:cxnSpLocks/>
            <a:stCxn id="35" idx="0"/>
            <a:endCxn id="24" idx="1"/>
          </p:cNvCxnSpPr>
          <p:nvPr/>
        </p:nvCxnSpPr>
        <p:spPr>
          <a:xfrm flipV="1">
            <a:off x="8212443" y="3519241"/>
            <a:ext cx="0" cy="609708"/>
          </a:xfrm>
          <a:prstGeom prst="line">
            <a:avLst/>
          </a:prstGeom>
          <a:solidFill>
            <a:schemeClr val="accent4">
              <a:lumMod val="50000"/>
            </a:schemeClr>
          </a:solidFill>
          <a:ln w="28575">
            <a:solidFill>
              <a:schemeClr val="accent1"/>
            </a:solidFill>
            <a:prstDash val="sysDash"/>
          </a:ln>
          <a:effectLst/>
        </p:spPr>
        <p:style>
          <a:lnRef idx="2">
            <a:schemeClr val="accent1">
              <a:shade val="50000"/>
            </a:schemeClr>
          </a:lnRef>
          <a:fillRef idx="1">
            <a:schemeClr val="accent1"/>
          </a:fillRef>
          <a:effectRef idx="0">
            <a:schemeClr val="accent1"/>
          </a:effectRef>
          <a:fontRef idx="minor">
            <a:schemeClr val="lt1"/>
          </a:fontRef>
        </p:style>
      </p:cxnSp>
      <p:sp>
        <p:nvSpPr>
          <p:cNvPr id="51" name="TextBox 50">
            <a:extLst>
              <a:ext uri="{FF2B5EF4-FFF2-40B4-BE49-F238E27FC236}">
                <a16:creationId xmlns:a16="http://schemas.microsoft.com/office/drawing/2014/main" id="{7C5F5F7B-2BF6-E550-7ECC-E0C5092E92D9}"/>
              </a:ext>
            </a:extLst>
          </p:cNvPr>
          <p:cNvSpPr txBox="1"/>
          <p:nvPr/>
        </p:nvSpPr>
        <p:spPr>
          <a:xfrm>
            <a:off x="2425435" y="4934958"/>
            <a:ext cx="1757682" cy="984885"/>
          </a:xfrm>
          <a:prstGeom prst="rect">
            <a:avLst/>
          </a:prstGeom>
          <a:noFill/>
        </p:spPr>
        <p:txBody>
          <a:bodyPr wrap="square" rtlCol="0">
            <a:spAutoFit/>
          </a:bodyPr>
          <a:lstStyle/>
          <a:p>
            <a:pPr algn="ctr"/>
            <a:r>
              <a:rPr lang="en-GB" b="1">
                <a:solidFill>
                  <a:schemeClr val="accent5"/>
                </a:solidFill>
                <a:latin typeface="+mn-lt"/>
              </a:rPr>
              <a:t>Engagement 1</a:t>
            </a:r>
          </a:p>
          <a:p>
            <a:pPr algn="ctr"/>
            <a:endParaRPr lang="en-GB" sz="1000">
              <a:latin typeface="+mn-lt"/>
            </a:endParaRPr>
          </a:p>
          <a:p>
            <a:pPr algn="ctr"/>
            <a:r>
              <a:rPr lang="en-GB" sz="1000">
                <a:latin typeface="+mn-lt"/>
              </a:rPr>
              <a:t>Form Submit from Integrate as a Non- Hand Raiser in the last 7 days</a:t>
            </a:r>
            <a:endParaRPr lang="en-GB" sz="1000" b="1">
              <a:latin typeface="+mn-lt"/>
            </a:endParaRPr>
          </a:p>
        </p:txBody>
      </p:sp>
      <p:sp>
        <p:nvSpPr>
          <p:cNvPr id="54" name="TextBox 53">
            <a:extLst>
              <a:ext uri="{FF2B5EF4-FFF2-40B4-BE49-F238E27FC236}">
                <a16:creationId xmlns:a16="http://schemas.microsoft.com/office/drawing/2014/main" id="{32DCF0B1-015E-BC93-C5D0-15ED94EA2573}"/>
              </a:ext>
            </a:extLst>
          </p:cNvPr>
          <p:cNvSpPr txBox="1"/>
          <p:nvPr/>
        </p:nvSpPr>
        <p:spPr>
          <a:xfrm>
            <a:off x="4905467" y="4934958"/>
            <a:ext cx="1821154" cy="830997"/>
          </a:xfrm>
          <a:prstGeom prst="rect">
            <a:avLst/>
          </a:prstGeom>
          <a:noFill/>
        </p:spPr>
        <p:txBody>
          <a:bodyPr wrap="square" rtlCol="0">
            <a:spAutoFit/>
          </a:bodyPr>
          <a:lstStyle/>
          <a:p>
            <a:pPr algn="ctr"/>
            <a:r>
              <a:rPr lang="en-GB" b="1">
                <a:solidFill>
                  <a:schemeClr val="accent2"/>
                </a:solidFill>
                <a:latin typeface="+mn-lt"/>
              </a:rPr>
              <a:t>Engagement 2</a:t>
            </a:r>
          </a:p>
          <a:p>
            <a:pPr algn="ctr"/>
            <a:endParaRPr lang="en-GB" sz="1000">
              <a:latin typeface="+mn-lt"/>
            </a:endParaRPr>
          </a:p>
          <a:p>
            <a:pPr algn="ctr"/>
            <a:r>
              <a:rPr lang="en-GB" sz="1000">
                <a:latin typeface="+mn-lt"/>
              </a:rPr>
              <a:t>Content Syndication activity created in last 7 days</a:t>
            </a:r>
          </a:p>
        </p:txBody>
      </p:sp>
      <p:sp>
        <p:nvSpPr>
          <p:cNvPr id="57" name="TextBox 56">
            <a:extLst>
              <a:ext uri="{FF2B5EF4-FFF2-40B4-BE49-F238E27FC236}">
                <a16:creationId xmlns:a16="http://schemas.microsoft.com/office/drawing/2014/main" id="{B5E6EEAE-E53C-60DE-19AE-9E9E29CDB4E6}"/>
              </a:ext>
            </a:extLst>
          </p:cNvPr>
          <p:cNvSpPr txBox="1"/>
          <p:nvPr/>
        </p:nvSpPr>
        <p:spPr>
          <a:xfrm>
            <a:off x="7421784" y="4934958"/>
            <a:ext cx="1512001" cy="830997"/>
          </a:xfrm>
          <a:prstGeom prst="rect">
            <a:avLst/>
          </a:prstGeom>
          <a:noFill/>
        </p:spPr>
        <p:txBody>
          <a:bodyPr wrap="square" rtlCol="0">
            <a:spAutoFit/>
          </a:bodyPr>
          <a:lstStyle/>
          <a:p>
            <a:pPr algn="ctr"/>
            <a:r>
              <a:rPr lang="en-GB" b="1">
                <a:solidFill>
                  <a:schemeClr val="accent1"/>
                </a:solidFill>
                <a:latin typeface="+mn-lt"/>
              </a:rPr>
              <a:t>Total Score</a:t>
            </a:r>
            <a:endParaRPr lang="en-GB" sz="1000" b="1">
              <a:solidFill>
                <a:schemeClr val="accent1"/>
              </a:solidFill>
              <a:latin typeface="+mn-lt"/>
            </a:endParaRPr>
          </a:p>
          <a:p>
            <a:pPr algn="ctr"/>
            <a:endParaRPr lang="en-GB" sz="1000" b="1">
              <a:solidFill>
                <a:schemeClr val="accent1"/>
              </a:solidFill>
              <a:latin typeface="+mn-lt"/>
            </a:endParaRPr>
          </a:p>
          <a:p>
            <a:pPr algn="ctr"/>
            <a:r>
              <a:rPr lang="en-GB" sz="1000" b="1">
                <a:solidFill>
                  <a:schemeClr val="accent1"/>
                </a:solidFill>
                <a:latin typeface="+mn-lt"/>
              </a:rPr>
              <a:t>Sum of Scores = 22.5</a:t>
            </a:r>
          </a:p>
          <a:p>
            <a:pPr algn="ctr"/>
            <a:r>
              <a:rPr lang="en-GB" sz="1000" b="1">
                <a:solidFill>
                  <a:schemeClr val="accent1"/>
                </a:solidFill>
                <a:latin typeface="+mn-lt"/>
              </a:rPr>
              <a:t>Engagement Level = 4</a:t>
            </a:r>
            <a:endParaRPr lang="en-GB" b="1">
              <a:solidFill>
                <a:schemeClr val="accent1"/>
              </a:solidFill>
              <a:latin typeface="+mn-lt"/>
            </a:endParaRPr>
          </a:p>
        </p:txBody>
      </p:sp>
      <p:pic>
        <p:nvPicPr>
          <p:cNvPr id="4" name="Graphic 3" descr="Document with solid fill">
            <a:extLst>
              <a:ext uri="{FF2B5EF4-FFF2-40B4-BE49-F238E27FC236}">
                <a16:creationId xmlns:a16="http://schemas.microsoft.com/office/drawing/2014/main" id="{34C7F63D-0674-D48E-604E-7022F42AD5F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3003329" y="4139352"/>
            <a:ext cx="596463" cy="596463"/>
          </a:xfrm>
          <a:prstGeom prst="rect">
            <a:avLst/>
          </a:prstGeom>
        </p:spPr>
      </p:pic>
      <p:pic>
        <p:nvPicPr>
          <p:cNvPr id="7" name="Graphic 6" descr="Abacus with solid fill">
            <a:extLst>
              <a:ext uri="{FF2B5EF4-FFF2-40B4-BE49-F238E27FC236}">
                <a16:creationId xmlns:a16="http://schemas.microsoft.com/office/drawing/2014/main" id="{1606BAF3-5B5B-900A-F3E6-9696EB33878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544206" y="4181393"/>
            <a:ext cx="564931" cy="564931"/>
          </a:xfrm>
          <a:prstGeom prst="rect">
            <a:avLst/>
          </a:prstGeom>
        </p:spPr>
      </p:pic>
      <p:pic>
        <p:nvPicPr>
          <p:cNvPr id="42" name="Graphic 41" descr="Bullseye with solid fill">
            <a:extLst>
              <a:ext uri="{FF2B5EF4-FFF2-40B4-BE49-F238E27FC236}">
                <a16:creationId xmlns:a16="http://schemas.microsoft.com/office/drawing/2014/main" id="{8A3F9234-432C-D61E-06DA-D7E89080F22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919545" y="4189277"/>
            <a:ext cx="570186" cy="570186"/>
          </a:xfrm>
          <a:prstGeom prst="rect">
            <a:avLst/>
          </a:prstGeom>
        </p:spPr>
      </p:pic>
      <p:sp>
        <p:nvSpPr>
          <p:cNvPr id="26" name="TextBox 25">
            <a:extLst>
              <a:ext uri="{FF2B5EF4-FFF2-40B4-BE49-F238E27FC236}">
                <a16:creationId xmlns:a16="http://schemas.microsoft.com/office/drawing/2014/main" id="{AA6A8130-E279-50A9-88AA-F96345D6B9C7}"/>
              </a:ext>
            </a:extLst>
          </p:cNvPr>
          <p:cNvSpPr txBox="1"/>
          <p:nvPr/>
        </p:nvSpPr>
        <p:spPr>
          <a:xfrm>
            <a:off x="2588113" y="2561294"/>
            <a:ext cx="1447859" cy="954107"/>
          </a:xfrm>
          <a:prstGeom prst="rect">
            <a:avLst/>
          </a:prstGeom>
          <a:noFill/>
        </p:spPr>
        <p:txBody>
          <a:bodyPr wrap="square" rtlCol="0">
            <a:spAutoFit/>
          </a:bodyPr>
          <a:lstStyle/>
          <a:p>
            <a:pPr algn="ctr"/>
            <a:r>
              <a:rPr lang="en-GB" sz="1400" dirty="0">
                <a:solidFill>
                  <a:schemeClr val="bg2"/>
                </a:solidFill>
                <a:latin typeface="+mn-lt"/>
              </a:rPr>
              <a:t>Points = 90</a:t>
            </a:r>
          </a:p>
          <a:p>
            <a:pPr algn="ctr"/>
            <a:r>
              <a:rPr lang="en-GB" sz="1400" dirty="0">
                <a:solidFill>
                  <a:schemeClr val="bg2"/>
                </a:solidFill>
                <a:latin typeface="+mn-lt"/>
              </a:rPr>
              <a:t>Weight = 10%</a:t>
            </a:r>
          </a:p>
          <a:p>
            <a:pPr algn="ctr"/>
            <a:endParaRPr lang="en-GB" sz="1400" dirty="0">
              <a:solidFill>
                <a:schemeClr val="bg2"/>
              </a:solidFill>
              <a:latin typeface="+mn-lt"/>
            </a:endParaRPr>
          </a:p>
          <a:p>
            <a:pPr algn="ctr"/>
            <a:r>
              <a:rPr lang="en-GB" sz="1400" b="1" dirty="0">
                <a:solidFill>
                  <a:schemeClr val="bg2"/>
                </a:solidFill>
                <a:latin typeface="+mn-lt"/>
              </a:rPr>
              <a:t>Total = 9</a:t>
            </a:r>
            <a:endParaRPr lang="en-GB" sz="1400" dirty="0">
              <a:solidFill>
                <a:schemeClr val="bg2"/>
              </a:solidFill>
              <a:latin typeface="+mn-lt"/>
            </a:endParaRPr>
          </a:p>
        </p:txBody>
      </p:sp>
      <p:sp>
        <p:nvSpPr>
          <p:cNvPr id="27" name="TextBox 26">
            <a:extLst>
              <a:ext uri="{FF2B5EF4-FFF2-40B4-BE49-F238E27FC236}">
                <a16:creationId xmlns:a16="http://schemas.microsoft.com/office/drawing/2014/main" id="{56CB0F77-C34B-A1B9-4AB0-B1304BD074C6}"/>
              </a:ext>
            </a:extLst>
          </p:cNvPr>
          <p:cNvSpPr txBox="1"/>
          <p:nvPr/>
        </p:nvSpPr>
        <p:spPr>
          <a:xfrm>
            <a:off x="4993492" y="2561294"/>
            <a:ext cx="1564963" cy="954107"/>
          </a:xfrm>
          <a:prstGeom prst="rect">
            <a:avLst/>
          </a:prstGeom>
          <a:noFill/>
        </p:spPr>
        <p:txBody>
          <a:bodyPr wrap="square" rtlCol="0">
            <a:spAutoFit/>
          </a:bodyPr>
          <a:lstStyle>
            <a:defPPr>
              <a:defRPr lang="en-US"/>
            </a:defPPr>
            <a:lvl1pPr algn="ctr">
              <a:defRPr sz="1400">
                <a:solidFill>
                  <a:schemeClr val="bg2"/>
                </a:solidFill>
                <a:latin typeface="+mn-lt"/>
              </a:defRPr>
            </a:lvl1pPr>
          </a:lstStyle>
          <a:p>
            <a:r>
              <a:rPr lang="en-GB"/>
              <a:t>Points = 90</a:t>
            </a:r>
          </a:p>
          <a:p>
            <a:r>
              <a:rPr lang="en-GB"/>
              <a:t>Weight = 15%</a:t>
            </a:r>
          </a:p>
          <a:p>
            <a:endParaRPr lang="en-GB"/>
          </a:p>
          <a:p>
            <a:r>
              <a:rPr lang="en-GB"/>
              <a:t>Total =  13.5</a:t>
            </a:r>
          </a:p>
        </p:txBody>
      </p:sp>
      <p:sp>
        <p:nvSpPr>
          <p:cNvPr id="46" name="Text Placeholder 45">
            <a:extLst>
              <a:ext uri="{FF2B5EF4-FFF2-40B4-BE49-F238E27FC236}">
                <a16:creationId xmlns:a16="http://schemas.microsoft.com/office/drawing/2014/main" id="{37B128E9-E0AF-1E35-1F0E-FCF235B2BAD8}"/>
              </a:ext>
            </a:extLst>
          </p:cNvPr>
          <p:cNvSpPr>
            <a:spLocks noGrp="1"/>
          </p:cNvSpPr>
          <p:nvPr>
            <p:ph type="body" sz="quarter" idx="82"/>
          </p:nvPr>
        </p:nvSpPr>
        <p:spPr>
          <a:xfrm>
            <a:off x="625928" y="450012"/>
            <a:ext cx="10578884" cy="478036"/>
          </a:xfrm>
        </p:spPr>
        <p:txBody>
          <a:bodyPr/>
          <a:lstStyle/>
          <a:p>
            <a:r>
              <a:rPr lang="en-GB" dirty="0"/>
              <a:t>First Touch Scored Lead</a:t>
            </a:r>
          </a:p>
        </p:txBody>
      </p:sp>
      <p:grpSp>
        <p:nvGrpSpPr>
          <p:cNvPr id="3" name="Group 2">
            <a:extLst>
              <a:ext uri="{FF2B5EF4-FFF2-40B4-BE49-F238E27FC236}">
                <a16:creationId xmlns:a16="http://schemas.microsoft.com/office/drawing/2014/main" id="{58D3D6A7-DD41-328E-6CC7-D84DBB5E7705}"/>
              </a:ext>
            </a:extLst>
          </p:cNvPr>
          <p:cNvGrpSpPr/>
          <p:nvPr/>
        </p:nvGrpSpPr>
        <p:grpSpPr>
          <a:xfrm>
            <a:off x="9876253" y="6211659"/>
            <a:ext cx="2114298" cy="454674"/>
            <a:chOff x="4277360" y="3449320"/>
            <a:chExt cx="2556578" cy="549785"/>
          </a:xfrm>
        </p:grpSpPr>
        <p:sp>
          <p:nvSpPr>
            <p:cNvPr id="8" name="Rectangle 7">
              <a:extLst>
                <a:ext uri="{FF2B5EF4-FFF2-40B4-BE49-F238E27FC236}">
                  <a16:creationId xmlns:a16="http://schemas.microsoft.com/office/drawing/2014/main" id="{5B4B517B-F270-8C04-6FFA-189AA127350F}"/>
                </a:ext>
              </a:extLst>
            </p:cNvPr>
            <p:cNvSpPr/>
            <p:nvPr/>
          </p:nvSpPr>
          <p:spPr>
            <a:xfrm>
              <a:off x="4277360" y="3449320"/>
              <a:ext cx="579120" cy="28448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bg2"/>
                  </a:solidFill>
                </a:rPr>
                <a:t>4</a:t>
              </a:r>
            </a:p>
          </p:txBody>
        </p:sp>
        <p:sp>
          <p:nvSpPr>
            <p:cNvPr id="15" name="Rectangle 14">
              <a:extLst>
                <a:ext uri="{FF2B5EF4-FFF2-40B4-BE49-F238E27FC236}">
                  <a16:creationId xmlns:a16="http://schemas.microsoft.com/office/drawing/2014/main" id="{014447A3-719A-6B87-E75F-96022E21FE75}"/>
                </a:ext>
              </a:extLst>
            </p:cNvPr>
            <p:cNvSpPr/>
            <p:nvPr/>
          </p:nvSpPr>
          <p:spPr>
            <a:xfrm>
              <a:off x="4918336" y="3449320"/>
              <a:ext cx="579120" cy="28448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GB" b="1" dirty="0">
                  <a:solidFill>
                    <a:schemeClr val="bg2"/>
                  </a:solidFill>
                </a:rPr>
                <a:t>3</a:t>
              </a:r>
            </a:p>
          </p:txBody>
        </p:sp>
        <p:sp>
          <p:nvSpPr>
            <p:cNvPr id="18" name="Rectangle 17">
              <a:extLst>
                <a:ext uri="{FF2B5EF4-FFF2-40B4-BE49-F238E27FC236}">
                  <a16:creationId xmlns:a16="http://schemas.microsoft.com/office/drawing/2014/main" id="{B8430F05-9FCD-4D0E-97C0-1FB8CEA1A763}"/>
                </a:ext>
              </a:extLst>
            </p:cNvPr>
            <p:cNvSpPr/>
            <p:nvPr/>
          </p:nvSpPr>
          <p:spPr>
            <a:xfrm>
              <a:off x="5559312" y="3449320"/>
              <a:ext cx="579120" cy="284480"/>
            </a:xfrm>
            <a:prstGeom prst="rect">
              <a:avLst/>
            </a:prstGeom>
            <a:solidFill>
              <a:schemeClr val="accent5"/>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bg2"/>
                  </a:solidFill>
                </a:rPr>
                <a:t>2</a:t>
              </a:r>
            </a:p>
          </p:txBody>
        </p:sp>
        <p:sp>
          <p:nvSpPr>
            <p:cNvPr id="22" name="Rectangle 21">
              <a:extLst>
                <a:ext uri="{FF2B5EF4-FFF2-40B4-BE49-F238E27FC236}">
                  <a16:creationId xmlns:a16="http://schemas.microsoft.com/office/drawing/2014/main" id="{63A26274-771F-02B5-A688-69AE10069E6C}"/>
                </a:ext>
              </a:extLst>
            </p:cNvPr>
            <p:cNvSpPr/>
            <p:nvPr/>
          </p:nvSpPr>
          <p:spPr>
            <a:xfrm>
              <a:off x="6200288" y="3449320"/>
              <a:ext cx="579120" cy="284480"/>
            </a:xfrm>
            <a:prstGeom prst="rect">
              <a:avLst/>
            </a:prstGeom>
            <a:solidFill>
              <a:schemeClr val="accent3"/>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bg2"/>
                  </a:solidFill>
                </a:rPr>
                <a:t>1</a:t>
              </a:r>
            </a:p>
          </p:txBody>
        </p:sp>
        <p:cxnSp>
          <p:nvCxnSpPr>
            <p:cNvPr id="23" name="Straight Connector 22">
              <a:extLst>
                <a:ext uri="{FF2B5EF4-FFF2-40B4-BE49-F238E27FC236}">
                  <a16:creationId xmlns:a16="http://schemas.microsoft.com/office/drawing/2014/main" id="{2FA98B19-2D94-EFF3-545A-EAEDA50724F4}"/>
                </a:ext>
              </a:extLst>
            </p:cNvPr>
            <p:cNvCxnSpPr>
              <a:cxnSpLocks/>
            </p:cNvCxnSpPr>
            <p:nvPr/>
          </p:nvCxnSpPr>
          <p:spPr>
            <a:xfrm>
              <a:off x="4887408" y="3449320"/>
              <a:ext cx="0" cy="548640"/>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5396B6D6-1A7C-E4F7-2EB8-BC9C68B4262B}"/>
                </a:ext>
              </a:extLst>
            </p:cNvPr>
            <p:cNvCxnSpPr>
              <a:cxnSpLocks/>
            </p:cNvCxnSpPr>
            <p:nvPr/>
          </p:nvCxnSpPr>
          <p:spPr>
            <a:xfrm>
              <a:off x="5528384" y="3449320"/>
              <a:ext cx="0" cy="54864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63852699-8D92-8732-81C5-AF38827B4566}"/>
                </a:ext>
              </a:extLst>
            </p:cNvPr>
            <p:cNvCxnSpPr>
              <a:cxnSpLocks/>
            </p:cNvCxnSpPr>
            <p:nvPr/>
          </p:nvCxnSpPr>
          <p:spPr>
            <a:xfrm>
              <a:off x="6169360" y="3449320"/>
              <a:ext cx="0" cy="548640"/>
            </a:xfrm>
            <a:prstGeom prst="line">
              <a:avLst/>
            </a:prstGeom>
            <a:ln>
              <a:solidFill>
                <a:schemeClr val="accent5"/>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A3FC5625-D7CD-1415-4F6B-4507DEBAE76C}"/>
                </a:ext>
              </a:extLst>
            </p:cNvPr>
            <p:cNvCxnSpPr>
              <a:cxnSpLocks/>
            </p:cNvCxnSpPr>
            <p:nvPr/>
          </p:nvCxnSpPr>
          <p:spPr>
            <a:xfrm>
              <a:off x="6810334" y="3450465"/>
              <a:ext cx="0" cy="54864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94A9F04E-04AB-EEBC-E69F-FF364D5F1516}"/>
                </a:ext>
              </a:extLst>
            </p:cNvPr>
            <p:cNvSpPr txBox="1"/>
            <p:nvPr/>
          </p:nvSpPr>
          <p:spPr>
            <a:xfrm>
              <a:off x="6391666" y="3713748"/>
              <a:ext cx="442272" cy="223295"/>
            </a:xfrm>
            <a:prstGeom prst="rect">
              <a:avLst/>
            </a:prstGeom>
            <a:noFill/>
          </p:spPr>
          <p:txBody>
            <a:bodyPr wrap="square" rtlCol="0">
              <a:spAutoFit/>
            </a:bodyPr>
            <a:lstStyle/>
            <a:p>
              <a:r>
                <a:rPr lang="en-GB" sz="600" b="1" dirty="0">
                  <a:latin typeface="+mn-lt"/>
                </a:rPr>
                <a:t>100</a:t>
              </a:r>
            </a:p>
          </p:txBody>
        </p:sp>
        <p:sp>
          <p:nvSpPr>
            <p:cNvPr id="36" name="TextBox 35">
              <a:extLst>
                <a:ext uri="{FF2B5EF4-FFF2-40B4-BE49-F238E27FC236}">
                  <a16:creationId xmlns:a16="http://schemas.microsoft.com/office/drawing/2014/main" id="{E4F44A87-A6F6-4251-2072-CE176D1298EB}"/>
                </a:ext>
              </a:extLst>
            </p:cNvPr>
            <p:cNvSpPr txBox="1"/>
            <p:nvPr/>
          </p:nvSpPr>
          <p:spPr>
            <a:xfrm>
              <a:off x="5851930" y="3713748"/>
              <a:ext cx="364384" cy="223295"/>
            </a:xfrm>
            <a:prstGeom prst="rect">
              <a:avLst/>
            </a:prstGeom>
            <a:noFill/>
          </p:spPr>
          <p:txBody>
            <a:bodyPr wrap="square" rtlCol="0">
              <a:spAutoFit/>
            </a:bodyPr>
            <a:lstStyle/>
            <a:p>
              <a:r>
                <a:rPr lang="en-GB" sz="600" b="1" dirty="0">
                  <a:latin typeface="+mn-lt"/>
                </a:rPr>
                <a:t>75</a:t>
              </a:r>
            </a:p>
          </p:txBody>
        </p:sp>
        <p:sp>
          <p:nvSpPr>
            <p:cNvPr id="38" name="TextBox 37">
              <a:extLst>
                <a:ext uri="{FF2B5EF4-FFF2-40B4-BE49-F238E27FC236}">
                  <a16:creationId xmlns:a16="http://schemas.microsoft.com/office/drawing/2014/main" id="{22DF0A98-833C-7F75-2D46-33C4ED748847}"/>
                </a:ext>
              </a:extLst>
            </p:cNvPr>
            <p:cNvSpPr txBox="1"/>
            <p:nvPr/>
          </p:nvSpPr>
          <p:spPr>
            <a:xfrm>
              <a:off x="5234309" y="3713748"/>
              <a:ext cx="364384" cy="223295"/>
            </a:xfrm>
            <a:prstGeom prst="rect">
              <a:avLst/>
            </a:prstGeom>
            <a:noFill/>
          </p:spPr>
          <p:txBody>
            <a:bodyPr wrap="square" rtlCol="0">
              <a:spAutoFit/>
            </a:bodyPr>
            <a:lstStyle/>
            <a:p>
              <a:r>
                <a:rPr lang="en-GB" sz="600" b="1" dirty="0">
                  <a:latin typeface="+mn-lt"/>
                </a:rPr>
                <a:t>50</a:t>
              </a:r>
            </a:p>
          </p:txBody>
        </p:sp>
        <p:sp>
          <p:nvSpPr>
            <p:cNvPr id="39" name="TextBox 38">
              <a:extLst>
                <a:ext uri="{FF2B5EF4-FFF2-40B4-BE49-F238E27FC236}">
                  <a16:creationId xmlns:a16="http://schemas.microsoft.com/office/drawing/2014/main" id="{7F6B9534-E20B-DC9D-B2DD-92D88DF1EE45}"/>
                </a:ext>
              </a:extLst>
            </p:cNvPr>
            <p:cNvSpPr txBox="1"/>
            <p:nvPr/>
          </p:nvSpPr>
          <p:spPr>
            <a:xfrm>
              <a:off x="4589188" y="3713748"/>
              <a:ext cx="364384" cy="223295"/>
            </a:xfrm>
            <a:prstGeom prst="rect">
              <a:avLst/>
            </a:prstGeom>
            <a:noFill/>
          </p:spPr>
          <p:txBody>
            <a:bodyPr wrap="square" rtlCol="0">
              <a:spAutoFit/>
            </a:bodyPr>
            <a:lstStyle/>
            <a:p>
              <a:r>
                <a:rPr lang="en-GB" sz="600" b="1" dirty="0">
                  <a:latin typeface="+mn-lt"/>
                </a:rPr>
                <a:t>25</a:t>
              </a:r>
            </a:p>
          </p:txBody>
        </p:sp>
      </p:grpSp>
    </p:spTree>
    <p:extLst>
      <p:ext uri="{BB962C8B-B14F-4D97-AF65-F5344CB8AC3E}">
        <p14:creationId xmlns:p14="http://schemas.microsoft.com/office/powerpoint/2010/main" val="2031394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D5CE366E-B794-F2E7-B775-C9FEA139D47F}"/>
              </a:ext>
            </a:extLst>
          </p:cNvPr>
          <p:cNvGrpSpPr/>
          <p:nvPr/>
        </p:nvGrpSpPr>
        <p:grpSpPr>
          <a:xfrm>
            <a:off x="1295400" y="1485788"/>
            <a:ext cx="4824000" cy="2736001"/>
            <a:chOff x="1295400" y="2060999"/>
            <a:chExt cx="4824000" cy="2736001"/>
          </a:xfrm>
        </p:grpSpPr>
        <p:sp>
          <p:nvSpPr>
            <p:cNvPr id="6" name="Arc 5">
              <a:extLst>
                <a:ext uri="{FF2B5EF4-FFF2-40B4-BE49-F238E27FC236}">
                  <a16:creationId xmlns:a16="http://schemas.microsoft.com/office/drawing/2014/main" id="{07C71BD1-A09B-38CC-7DAA-6C3731540684}"/>
                </a:ext>
              </a:extLst>
            </p:cNvPr>
            <p:cNvSpPr/>
            <p:nvPr/>
          </p:nvSpPr>
          <p:spPr>
            <a:xfrm rot="16200000" flipH="1">
              <a:off x="1295400" y="2061000"/>
              <a:ext cx="2736000" cy="2736000"/>
            </a:xfrm>
            <a:prstGeom prst="arc">
              <a:avLst/>
            </a:prstGeom>
            <a:ln w="73025">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 name="Arc 1">
              <a:extLst>
                <a:ext uri="{FF2B5EF4-FFF2-40B4-BE49-F238E27FC236}">
                  <a16:creationId xmlns:a16="http://schemas.microsoft.com/office/drawing/2014/main" id="{4F0D37A1-0CBA-6116-9CAE-87B7626C8443}"/>
                </a:ext>
              </a:extLst>
            </p:cNvPr>
            <p:cNvSpPr/>
            <p:nvPr/>
          </p:nvSpPr>
          <p:spPr>
            <a:xfrm flipH="1">
              <a:off x="1295400" y="2061000"/>
              <a:ext cx="2736000" cy="2736000"/>
            </a:xfrm>
            <a:prstGeom prst="arc">
              <a:avLst/>
            </a:prstGeom>
            <a:ln w="73025">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cxnSp>
          <p:nvCxnSpPr>
            <p:cNvPr id="9" name="Straight Connector 8">
              <a:extLst>
                <a:ext uri="{FF2B5EF4-FFF2-40B4-BE49-F238E27FC236}">
                  <a16:creationId xmlns:a16="http://schemas.microsoft.com/office/drawing/2014/main" id="{C9E0D97B-F9DB-878B-B48E-9B334903DA8B}"/>
                </a:ext>
              </a:extLst>
            </p:cNvPr>
            <p:cNvCxnSpPr>
              <a:stCxn id="6" idx="2"/>
            </p:cNvCxnSpPr>
            <p:nvPr/>
          </p:nvCxnSpPr>
          <p:spPr>
            <a:xfrm>
              <a:off x="2663400" y="4797000"/>
              <a:ext cx="3456000" cy="0"/>
            </a:xfrm>
            <a:prstGeom prst="line">
              <a:avLst/>
            </a:prstGeom>
            <a:ln w="73025">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FD97110-00CC-4D12-A8E3-05984EE71E08}"/>
                </a:ext>
              </a:extLst>
            </p:cNvPr>
            <p:cNvCxnSpPr/>
            <p:nvPr/>
          </p:nvCxnSpPr>
          <p:spPr>
            <a:xfrm>
              <a:off x="2663400" y="2060999"/>
              <a:ext cx="3456000" cy="0"/>
            </a:xfrm>
            <a:prstGeom prst="line">
              <a:avLst/>
            </a:prstGeom>
            <a:ln w="73025">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EFD2865F-6F98-1F3D-3E93-45043344CBCF}"/>
              </a:ext>
            </a:extLst>
          </p:cNvPr>
          <p:cNvGrpSpPr/>
          <p:nvPr/>
        </p:nvGrpSpPr>
        <p:grpSpPr>
          <a:xfrm flipH="1">
            <a:off x="6096000" y="1485787"/>
            <a:ext cx="4824000" cy="2736001"/>
            <a:chOff x="1295400" y="2060999"/>
            <a:chExt cx="4824000" cy="2736001"/>
          </a:xfrm>
        </p:grpSpPr>
        <p:sp>
          <p:nvSpPr>
            <p:cNvPr id="13" name="Arc 12">
              <a:extLst>
                <a:ext uri="{FF2B5EF4-FFF2-40B4-BE49-F238E27FC236}">
                  <a16:creationId xmlns:a16="http://schemas.microsoft.com/office/drawing/2014/main" id="{67A5B87A-0DCE-C1D0-8752-98C0A58947B6}"/>
                </a:ext>
              </a:extLst>
            </p:cNvPr>
            <p:cNvSpPr/>
            <p:nvPr/>
          </p:nvSpPr>
          <p:spPr>
            <a:xfrm rot="16200000" flipH="1">
              <a:off x="1295400" y="2061000"/>
              <a:ext cx="2736000" cy="2736000"/>
            </a:xfrm>
            <a:prstGeom prst="arc">
              <a:avLst/>
            </a:prstGeom>
            <a:ln w="73025">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Arc 13">
              <a:extLst>
                <a:ext uri="{FF2B5EF4-FFF2-40B4-BE49-F238E27FC236}">
                  <a16:creationId xmlns:a16="http://schemas.microsoft.com/office/drawing/2014/main" id="{7AAA7B35-8AAC-1ED4-BED7-4D65E2375F87}"/>
                </a:ext>
              </a:extLst>
            </p:cNvPr>
            <p:cNvSpPr/>
            <p:nvPr/>
          </p:nvSpPr>
          <p:spPr>
            <a:xfrm flipH="1">
              <a:off x="1295400" y="2061000"/>
              <a:ext cx="2736000" cy="2736000"/>
            </a:xfrm>
            <a:prstGeom prst="arc">
              <a:avLst/>
            </a:prstGeom>
            <a:ln w="73025">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cxnSp>
          <p:nvCxnSpPr>
            <p:cNvPr id="16" name="Straight Connector 15">
              <a:extLst>
                <a:ext uri="{FF2B5EF4-FFF2-40B4-BE49-F238E27FC236}">
                  <a16:creationId xmlns:a16="http://schemas.microsoft.com/office/drawing/2014/main" id="{8A019F41-72B2-C26E-CA31-F34D4B36FAA9}"/>
                </a:ext>
              </a:extLst>
            </p:cNvPr>
            <p:cNvCxnSpPr>
              <a:stCxn id="13" idx="2"/>
            </p:cNvCxnSpPr>
            <p:nvPr/>
          </p:nvCxnSpPr>
          <p:spPr>
            <a:xfrm>
              <a:off x="2663400" y="4797000"/>
              <a:ext cx="3456000" cy="0"/>
            </a:xfrm>
            <a:prstGeom prst="line">
              <a:avLst/>
            </a:prstGeom>
            <a:ln w="73025">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E0DA17BB-49BB-33B3-D15A-A4F20304E9E2}"/>
                </a:ext>
              </a:extLst>
            </p:cNvPr>
            <p:cNvCxnSpPr/>
            <p:nvPr/>
          </p:nvCxnSpPr>
          <p:spPr>
            <a:xfrm>
              <a:off x="2663400" y="2060999"/>
              <a:ext cx="3456000" cy="0"/>
            </a:xfrm>
            <a:prstGeom prst="line">
              <a:avLst/>
            </a:prstGeom>
            <a:ln w="73025">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p:grpSp>
      <p:sp>
        <p:nvSpPr>
          <p:cNvPr id="19" name="Rectangle: Rounded Corners 18">
            <a:extLst>
              <a:ext uri="{FF2B5EF4-FFF2-40B4-BE49-F238E27FC236}">
                <a16:creationId xmlns:a16="http://schemas.microsoft.com/office/drawing/2014/main" id="{DCCCBFA0-C15A-A65F-1CB0-81D1209FB8DB}"/>
              </a:ext>
            </a:extLst>
          </p:cNvPr>
          <p:cNvSpPr/>
          <p:nvPr/>
        </p:nvSpPr>
        <p:spPr>
          <a:xfrm>
            <a:off x="4592555" y="1104790"/>
            <a:ext cx="3122038" cy="761994"/>
          </a:xfrm>
          <a:prstGeom prst="roundRect">
            <a:avLst>
              <a:gd name="adj" fmla="val 44253"/>
            </a:avLst>
          </a:pr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a:t>Last Touch Content Syndication with previous Activities</a:t>
            </a:r>
            <a:endParaRPr lang="en-GB" sz="1200" i="1"/>
          </a:p>
        </p:txBody>
      </p:sp>
      <p:sp>
        <p:nvSpPr>
          <p:cNvPr id="20" name="Rectangle: Top Corners Rounded 19">
            <a:extLst>
              <a:ext uri="{FF2B5EF4-FFF2-40B4-BE49-F238E27FC236}">
                <a16:creationId xmlns:a16="http://schemas.microsoft.com/office/drawing/2014/main" id="{F3F36F61-FD0D-857D-EA62-3B366E95F472}"/>
              </a:ext>
            </a:extLst>
          </p:cNvPr>
          <p:cNvSpPr/>
          <p:nvPr/>
        </p:nvSpPr>
        <p:spPr>
          <a:xfrm rot="16200000">
            <a:off x="2046355" y="2363637"/>
            <a:ext cx="936000" cy="1060704"/>
          </a:xfrm>
          <a:prstGeom prst="round2SameRect">
            <a:avLst>
              <a:gd name="adj1" fmla="val 50000"/>
              <a:gd name="adj2" fmla="val 0"/>
            </a:avLst>
          </a:prstGeom>
          <a:solidFill>
            <a:schemeClr val="accent5"/>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C5FE57C8-77CE-FA38-7CE2-0CDB000AA567}"/>
              </a:ext>
            </a:extLst>
          </p:cNvPr>
          <p:cNvSpPr/>
          <p:nvPr/>
        </p:nvSpPr>
        <p:spPr>
          <a:xfrm rot="16200000">
            <a:off x="3105886" y="2363637"/>
            <a:ext cx="936000" cy="1060704"/>
          </a:xfrm>
          <a:prstGeom prst="rect">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976379B8-D788-DC62-78E9-785579E45FD6}"/>
              </a:ext>
            </a:extLst>
          </p:cNvPr>
          <p:cNvSpPr/>
          <p:nvPr/>
        </p:nvSpPr>
        <p:spPr>
          <a:xfrm rot="16200000">
            <a:off x="5224948" y="2363637"/>
            <a:ext cx="936000" cy="1060704"/>
          </a:xfrm>
          <a:prstGeom prst="rect">
            <a:avLst/>
          </a:prstGeom>
          <a:solidFill>
            <a:schemeClr val="accent3"/>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9310E6DC-C0EB-26A0-A78B-AEFB1CC5239E}"/>
              </a:ext>
            </a:extLst>
          </p:cNvPr>
          <p:cNvSpPr/>
          <p:nvPr/>
        </p:nvSpPr>
        <p:spPr>
          <a:xfrm rot="16200000">
            <a:off x="7344010" y="2363637"/>
            <a:ext cx="936000" cy="1060704"/>
          </a:xfrm>
          <a:prstGeom prst="rect">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6"/>
              </a:solidFill>
            </a:endParaRPr>
          </a:p>
        </p:txBody>
      </p:sp>
      <p:sp>
        <p:nvSpPr>
          <p:cNvPr id="24" name="Rectangle 23">
            <a:extLst>
              <a:ext uri="{FF2B5EF4-FFF2-40B4-BE49-F238E27FC236}">
                <a16:creationId xmlns:a16="http://schemas.microsoft.com/office/drawing/2014/main" id="{2D44B7E9-3408-5816-30F0-589D35CF01D5}"/>
              </a:ext>
            </a:extLst>
          </p:cNvPr>
          <p:cNvSpPr/>
          <p:nvPr/>
        </p:nvSpPr>
        <p:spPr>
          <a:xfrm rot="16200000">
            <a:off x="8403543" y="2363636"/>
            <a:ext cx="936000" cy="1060704"/>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Isosceles Triangle 24">
            <a:extLst>
              <a:ext uri="{FF2B5EF4-FFF2-40B4-BE49-F238E27FC236}">
                <a16:creationId xmlns:a16="http://schemas.microsoft.com/office/drawing/2014/main" id="{43DE457B-DCF5-19C8-B531-24A2B498EA5B}"/>
              </a:ext>
            </a:extLst>
          </p:cNvPr>
          <p:cNvSpPr/>
          <p:nvPr/>
        </p:nvSpPr>
        <p:spPr>
          <a:xfrm rot="5400000">
            <a:off x="8900472" y="2131988"/>
            <a:ext cx="1591056" cy="1371600"/>
          </a:xfrm>
          <a:prstGeom prst="triangl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A6A8130-E279-50A9-88AA-F96345D6B9C7}"/>
              </a:ext>
            </a:extLst>
          </p:cNvPr>
          <p:cNvSpPr txBox="1"/>
          <p:nvPr/>
        </p:nvSpPr>
        <p:spPr>
          <a:xfrm>
            <a:off x="1936472" y="2472917"/>
            <a:ext cx="1249711" cy="861774"/>
          </a:xfrm>
          <a:prstGeom prst="rect">
            <a:avLst/>
          </a:prstGeom>
          <a:noFill/>
        </p:spPr>
        <p:txBody>
          <a:bodyPr wrap="square" rtlCol="0">
            <a:spAutoFit/>
          </a:bodyPr>
          <a:lstStyle/>
          <a:p>
            <a:pPr algn="ctr"/>
            <a:r>
              <a:rPr lang="en-GB" sz="1000">
                <a:solidFill>
                  <a:schemeClr val="bg2"/>
                </a:solidFill>
                <a:latin typeface="+mn-lt"/>
              </a:rPr>
              <a:t>Points = 80</a:t>
            </a:r>
          </a:p>
          <a:p>
            <a:pPr algn="ctr"/>
            <a:r>
              <a:rPr lang="en-GB" sz="1000">
                <a:solidFill>
                  <a:schemeClr val="bg2"/>
                </a:solidFill>
                <a:latin typeface="+mn-lt"/>
              </a:rPr>
              <a:t>Weight = 5%</a:t>
            </a:r>
          </a:p>
          <a:p>
            <a:pPr algn="ctr"/>
            <a:endParaRPr lang="en-GB" sz="1000">
              <a:solidFill>
                <a:schemeClr val="bg2"/>
              </a:solidFill>
              <a:latin typeface="+mn-lt"/>
            </a:endParaRPr>
          </a:p>
          <a:p>
            <a:pPr algn="ctr"/>
            <a:r>
              <a:rPr lang="en-GB" sz="1000" b="1">
                <a:solidFill>
                  <a:schemeClr val="bg2"/>
                </a:solidFill>
                <a:latin typeface="+mn-lt"/>
              </a:rPr>
              <a:t>Total = 4</a:t>
            </a:r>
            <a:endParaRPr lang="en-GB" sz="1000">
              <a:solidFill>
                <a:schemeClr val="bg2"/>
              </a:solidFill>
              <a:latin typeface="+mn-lt"/>
            </a:endParaRPr>
          </a:p>
          <a:p>
            <a:pPr algn="ctr"/>
            <a:endParaRPr lang="en-GB" sz="1000">
              <a:solidFill>
                <a:schemeClr val="bg2"/>
              </a:solidFill>
              <a:latin typeface="+mn-lt"/>
            </a:endParaRPr>
          </a:p>
        </p:txBody>
      </p:sp>
      <p:sp>
        <p:nvSpPr>
          <p:cNvPr id="31" name="Oval 30">
            <a:extLst>
              <a:ext uri="{FF2B5EF4-FFF2-40B4-BE49-F238E27FC236}">
                <a16:creationId xmlns:a16="http://schemas.microsoft.com/office/drawing/2014/main" id="{ECA7D3A5-9246-2B52-FE43-5D1DDAC7F2E9}"/>
              </a:ext>
            </a:extLst>
          </p:cNvPr>
          <p:cNvSpPr/>
          <p:nvPr/>
        </p:nvSpPr>
        <p:spPr>
          <a:xfrm>
            <a:off x="4218066" y="3868039"/>
            <a:ext cx="701459" cy="701459"/>
          </a:xfrm>
          <a:prstGeom prst="ellipse">
            <a:avLst/>
          </a:prstGeom>
          <a:solidFill>
            <a:schemeClr val="accent1"/>
          </a:solidFill>
          <a:ln w="412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val 31">
            <a:extLst>
              <a:ext uri="{FF2B5EF4-FFF2-40B4-BE49-F238E27FC236}">
                <a16:creationId xmlns:a16="http://schemas.microsoft.com/office/drawing/2014/main" id="{849ABB06-16A9-6FA8-04B3-B20D0AE70EA2}"/>
              </a:ext>
            </a:extLst>
          </p:cNvPr>
          <p:cNvSpPr/>
          <p:nvPr/>
        </p:nvSpPr>
        <p:spPr>
          <a:xfrm>
            <a:off x="5326154" y="3868039"/>
            <a:ext cx="701459" cy="701459"/>
          </a:xfrm>
          <a:prstGeom prst="ellipse">
            <a:avLst/>
          </a:prstGeom>
          <a:solidFill>
            <a:schemeClr val="accent3"/>
          </a:solidFill>
          <a:ln w="412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Oval 32">
            <a:extLst>
              <a:ext uri="{FF2B5EF4-FFF2-40B4-BE49-F238E27FC236}">
                <a16:creationId xmlns:a16="http://schemas.microsoft.com/office/drawing/2014/main" id="{A24AE627-984E-CA79-EBB1-077FFAFDC601}"/>
              </a:ext>
            </a:extLst>
          </p:cNvPr>
          <p:cNvSpPr/>
          <p:nvPr/>
        </p:nvSpPr>
        <p:spPr>
          <a:xfrm>
            <a:off x="6408677" y="3868039"/>
            <a:ext cx="701459" cy="701459"/>
          </a:xfrm>
          <a:prstGeom prst="ellipse">
            <a:avLst/>
          </a:prstGeom>
          <a:solidFill>
            <a:schemeClr val="accent5"/>
          </a:solidFill>
          <a:ln w="412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Oval 33">
            <a:extLst>
              <a:ext uri="{FF2B5EF4-FFF2-40B4-BE49-F238E27FC236}">
                <a16:creationId xmlns:a16="http://schemas.microsoft.com/office/drawing/2014/main" id="{9196727D-6C70-2946-9DA2-D7C4A03E514F}"/>
              </a:ext>
            </a:extLst>
          </p:cNvPr>
          <p:cNvSpPr/>
          <p:nvPr/>
        </p:nvSpPr>
        <p:spPr>
          <a:xfrm>
            <a:off x="7462883" y="3868039"/>
            <a:ext cx="701459" cy="701459"/>
          </a:xfrm>
          <a:prstGeom prst="ellipse">
            <a:avLst/>
          </a:prstGeom>
          <a:solidFill>
            <a:schemeClr val="accent2"/>
          </a:solidFill>
          <a:ln w="412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Oval 34">
            <a:extLst>
              <a:ext uri="{FF2B5EF4-FFF2-40B4-BE49-F238E27FC236}">
                <a16:creationId xmlns:a16="http://schemas.microsoft.com/office/drawing/2014/main" id="{6034A47F-AB89-A128-B767-B1CB1A580E91}"/>
              </a:ext>
            </a:extLst>
          </p:cNvPr>
          <p:cNvSpPr/>
          <p:nvPr/>
        </p:nvSpPr>
        <p:spPr>
          <a:xfrm>
            <a:off x="8536261" y="3868039"/>
            <a:ext cx="701459" cy="701459"/>
          </a:xfrm>
          <a:prstGeom prst="ellipse">
            <a:avLst/>
          </a:prstGeom>
          <a:solidFill>
            <a:schemeClr val="accent1"/>
          </a:solidFill>
          <a:ln w="412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7" name="Straight Connector 36">
            <a:extLst>
              <a:ext uri="{FF2B5EF4-FFF2-40B4-BE49-F238E27FC236}">
                <a16:creationId xmlns:a16="http://schemas.microsoft.com/office/drawing/2014/main" id="{835F9A8A-2501-0FBC-3ACC-30D1E058D7F4}"/>
              </a:ext>
            </a:extLst>
          </p:cNvPr>
          <p:cNvCxnSpPr>
            <a:cxnSpLocks/>
            <a:endCxn id="31" idx="0"/>
          </p:cNvCxnSpPr>
          <p:nvPr/>
        </p:nvCxnSpPr>
        <p:spPr>
          <a:xfrm>
            <a:off x="4563868" y="3361989"/>
            <a:ext cx="4928" cy="506050"/>
          </a:xfrm>
          <a:prstGeom prst="line">
            <a:avLst/>
          </a:prstGeom>
          <a:solidFill>
            <a:schemeClr val="accent4">
              <a:lumMod val="50000"/>
            </a:schemeClr>
          </a:solidFill>
          <a:ln w="28575">
            <a:solidFill>
              <a:schemeClr val="accent1"/>
            </a:solidFill>
            <a:prstDash val="sysDash"/>
          </a:ln>
          <a:effectLst/>
        </p:spPr>
        <p:style>
          <a:lnRef idx="2">
            <a:schemeClr val="accent1">
              <a:shade val="50000"/>
            </a:schemeClr>
          </a:lnRef>
          <a:fillRef idx="1">
            <a:schemeClr val="accent1"/>
          </a:fillRef>
          <a:effectRef idx="0">
            <a:schemeClr val="accent1"/>
          </a:effectRef>
          <a:fontRef idx="minor">
            <a:schemeClr val="lt1"/>
          </a:fontRef>
        </p:style>
      </p:cxnSp>
      <p:cxnSp>
        <p:nvCxnSpPr>
          <p:cNvPr id="40" name="Straight Connector 39">
            <a:extLst>
              <a:ext uri="{FF2B5EF4-FFF2-40B4-BE49-F238E27FC236}">
                <a16:creationId xmlns:a16="http://schemas.microsoft.com/office/drawing/2014/main" id="{7B58B03A-16E3-2421-C9DE-0F7B17EEA241}"/>
              </a:ext>
            </a:extLst>
          </p:cNvPr>
          <p:cNvCxnSpPr>
            <a:cxnSpLocks/>
            <a:stCxn id="32" idx="0"/>
          </p:cNvCxnSpPr>
          <p:nvPr/>
        </p:nvCxnSpPr>
        <p:spPr>
          <a:xfrm flipH="1" flipV="1">
            <a:off x="5675946" y="3361989"/>
            <a:ext cx="938" cy="506050"/>
          </a:xfrm>
          <a:prstGeom prst="line">
            <a:avLst/>
          </a:prstGeom>
          <a:solidFill>
            <a:schemeClr val="accent4">
              <a:lumMod val="50000"/>
            </a:schemeClr>
          </a:solidFill>
          <a:ln w="28575">
            <a:solidFill>
              <a:schemeClr val="accent3"/>
            </a:solidFill>
            <a:prstDash val="sysDash"/>
          </a:ln>
          <a:effectLst/>
        </p:spPr>
        <p:style>
          <a:lnRef idx="2">
            <a:schemeClr val="accent1">
              <a:shade val="50000"/>
            </a:schemeClr>
          </a:lnRef>
          <a:fillRef idx="1">
            <a:schemeClr val="accent1"/>
          </a:fillRef>
          <a:effectRef idx="0">
            <a:schemeClr val="accent1"/>
          </a:effectRef>
          <a:fontRef idx="minor">
            <a:schemeClr val="lt1"/>
          </a:fontRef>
        </p:style>
      </p:cxnSp>
      <p:cxnSp>
        <p:nvCxnSpPr>
          <p:cNvPr id="45" name="Straight Connector 44">
            <a:extLst>
              <a:ext uri="{FF2B5EF4-FFF2-40B4-BE49-F238E27FC236}">
                <a16:creationId xmlns:a16="http://schemas.microsoft.com/office/drawing/2014/main" id="{C7CBE141-C626-A202-F63B-B72A6D81476C}"/>
              </a:ext>
            </a:extLst>
          </p:cNvPr>
          <p:cNvCxnSpPr>
            <a:cxnSpLocks/>
            <a:stCxn id="33" idx="0"/>
          </p:cNvCxnSpPr>
          <p:nvPr/>
        </p:nvCxnSpPr>
        <p:spPr>
          <a:xfrm flipV="1">
            <a:off x="6759407" y="3361989"/>
            <a:ext cx="5591" cy="506050"/>
          </a:xfrm>
          <a:prstGeom prst="line">
            <a:avLst/>
          </a:prstGeom>
          <a:solidFill>
            <a:schemeClr val="accent4">
              <a:lumMod val="50000"/>
            </a:schemeClr>
          </a:solidFill>
          <a:ln w="28575">
            <a:solidFill>
              <a:schemeClr val="accent5"/>
            </a:solidFill>
            <a:prstDash val="sysDash"/>
          </a:ln>
          <a:effectLst/>
        </p:spPr>
        <p:style>
          <a:lnRef idx="2">
            <a:schemeClr val="accent1">
              <a:shade val="50000"/>
            </a:schemeClr>
          </a:lnRef>
          <a:fillRef idx="1">
            <a:schemeClr val="accent1"/>
          </a:fillRef>
          <a:effectRef idx="0">
            <a:schemeClr val="accent1"/>
          </a:effectRef>
          <a:fontRef idx="minor">
            <a:schemeClr val="lt1"/>
          </a:fontRef>
        </p:style>
      </p:cxnSp>
      <p:cxnSp>
        <p:nvCxnSpPr>
          <p:cNvPr id="47" name="Straight Connector 46">
            <a:extLst>
              <a:ext uri="{FF2B5EF4-FFF2-40B4-BE49-F238E27FC236}">
                <a16:creationId xmlns:a16="http://schemas.microsoft.com/office/drawing/2014/main" id="{768C16F4-C790-F44A-1266-E088FFF88960}"/>
              </a:ext>
            </a:extLst>
          </p:cNvPr>
          <p:cNvCxnSpPr>
            <a:cxnSpLocks/>
            <a:stCxn id="34" idx="0"/>
            <a:endCxn id="23" idx="1"/>
          </p:cNvCxnSpPr>
          <p:nvPr/>
        </p:nvCxnSpPr>
        <p:spPr>
          <a:xfrm flipH="1" flipV="1">
            <a:off x="7812010" y="3361989"/>
            <a:ext cx="1603" cy="506050"/>
          </a:xfrm>
          <a:prstGeom prst="line">
            <a:avLst/>
          </a:prstGeom>
          <a:solidFill>
            <a:schemeClr val="accent4">
              <a:lumMod val="50000"/>
            </a:schemeClr>
          </a:solidFill>
          <a:ln w="28575">
            <a:solidFill>
              <a:schemeClr val="accent2"/>
            </a:solidFill>
            <a:prstDash val="sysDash"/>
          </a:ln>
          <a:effectLst/>
        </p:spPr>
        <p:style>
          <a:lnRef idx="2">
            <a:schemeClr val="accent1">
              <a:shade val="50000"/>
            </a:schemeClr>
          </a:lnRef>
          <a:fillRef idx="1">
            <a:schemeClr val="accent1"/>
          </a:fillRef>
          <a:effectRef idx="0">
            <a:schemeClr val="accent1"/>
          </a:effectRef>
          <a:fontRef idx="minor">
            <a:schemeClr val="lt1"/>
          </a:fontRef>
        </p:style>
      </p:cxnSp>
      <p:cxnSp>
        <p:nvCxnSpPr>
          <p:cNvPr id="49" name="Straight Connector 48">
            <a:extLst>
              <a:ext uri="{FF2B5EF4-FFF2-40B4-BE49-F238E27FC236}">
                <a16:creationId xmlns:a16="http://schemas.microsoft.com/office/drawing/2014/main" id="{3742CB75-FFB2-E6EF-BA4D-1B813F9A7604}"/>
              </a:ext>
            </a:extLst>
          </p:cNvPr>
          <p:cNvCxnSpPr>
            <a:stCxn id="35" idx="0"/>
            <a:endCxn id="24" idx="1"/>
          </p:cNvCxnSpPr>
          <p:nvPr/>
        </p:nvCxnSpPr>
        <p:spPr>
          <a:xfrm flipH="1" flipV="1">
            <a:off x="8871543" y="3361988"/>
            <a:ext cx="15448" cy="506051"/>
          </a:xfrm>
          <a:prstGeom prst="line">
            <a:avLst/>
          </a:prstGeom>
          <a:solidFill>
            <a:schemeClr val="accent4">
              <a:lumMod val="50000"/>
            </a:schemeClr>
          </a:solidFill>
          <a:ln w="28575">
            <a:solidFill>
              <a:schemeClr val="accent1"/>
            </a:solidFill>
            <a:prstDash val="sysDash"/>
          </a:ln>
          <a:effectLst/>
        </p:spPr>
        <p:style>
          <a:lnRef idx="2">
            <a:schemeClr val="accent1">
              <a:shade val="50000"/>
            </a:schemeClr>
          </a:lnRef>
          <a:fillRef idx="1">
            <a:schemeClr val="accent1"/>
          </a:fillRef>
          <a:effectRef idx="0">
            <a:schemeClr val="accent1"/>
          </a:effectRef>
          <a:fontRef idx="minor">
            <a:schemeClr val="lt1"/>
          </a:fontRef>
        </p:style>
      </p:cxnSp>
      <p:sp>
        <p:nvSpPr>
          <p:cNvPr id="51" name="TextBox 50">
            <a:extLst>
              <a:ext uri="{FF2B5EF4-FFF2-40B4-BE49-F238E27FC236}">
                <a16:creationId xmlns:a16="http://schemas.microsoft.com/office/drawing/2014/main" id="{7C5F5F7B-2BF6-E550-7ECC-E0C5092E92D9}"/>
              </a:ext>
            </a:extLst>
          </p:cNvPr>
          <p:cNvSpPr txBox="1"/>
          <p:nvPr/>
        </p:nvSpPr>
        <p:spPr>
          <a:xfrm>
            <a:off x="1794816" y="4650401"/>
            <a:ext cx="1295226" cy="646331"/>
          </a:xfrm>
          <a:prstGeom prst="rect">
            <a:avLst/>
          </a:prstGeom>
          <a:noFill/>
        </p:spPr>
        <p:txBody>
          <a:bodyPr wrap="square" rtlCol="0">
            <a:spAutoFit/>
          </a:bodyPr>
          <a:lstStyle/>
          <a:p>
            <a:pPr algn="ctr"/>
            <a:r>
              <a:rPr lang="en-GB" sz="1000" b="1">
                <a:solidFill>
                  <a:schemeClr val="accent5"/>
                </a:solidFill>
                <a:latin typeface="+mn-lt"/>
              </a:rPr>
              <a:t>Engagement 1</a:t>
            </a:r>
          </a:p>
          <a:p>
            <a:pPr algn="ctr"/>
            <a:endParaRPr lang="en-GB" sz="1000">
              <a:latin typeface="+mn-lt"/>
            </a:endParaRPr>
          </a:p>
          <a:p>
            <a:pPr algn="ctr"/>
            <a:r>
              <a:rPr lang="en-GB" sz="800">
                <a:latin typeface="+mn-lt"/>
              </a:rPr>
              <a:t>Email click through in the last 14 days</a:t>
            </a:r>
            <a:endParaRPr lang="en-GB" sz="800" b="1">
              <a:latin typeface="+mn-lt"/>
            </a:endParaRPr>
          </a:p>
        </p:txBody>
      </p:sp>
      <p:sp>
        <p:nvSpPr>
          <p:cNvPr id="57" name="TextBox 56">
            <a:extLst>
              <a:ext uri="{FF2B5EF4-FFF2-40B4-BE49-F238E27FC236}">
                <a16:creationId xmlns:a16="http://schemas.microsoft.com/office/drawing/2014/main" id="{B5E6EEAE-E53C-60DE-19AE-9E9E29CDB4E6}"/>
              </a:ext>
            </a:extLst>
          </p:cNvPr>
          <p:cNvSpPr txBox="1"/>
          <p:nvPr/>
        </p:nvSpPr>
        <p:spPr>
          <a:xfrm>
            <a:off x="8210060" y="4629381"/>
            <a:ext cx="1512001" cy="830997"/>
          </a:xfrm>
          <a:prstGeom prst="rect">
            <a:avLst/>
          </a:prstGeom>
          <a:noFill/>
        </p:spPr>
        <p:txBody>
          <a:bodyPr wrap="square" rtlCol="0">
            <a:spAutoFit/>
          </a:bodyPr>
          <a:lstStyle/>
          <a:p>
            <a:pPr algn="ctr"/>
            <a:r>
              <a:rPr lang="en-GB" b="1">
                <a:solidFill>
                  <a:schemeClr val="accent1"/>
                </a:solidFill>
                <a:latin typeface="+mn-lt"/>
              </a:rPr>
              <a:t>Total Score</a:t>
            </a:r>
            <a:endParaRPr lang="en-GB" sz="1000" b="1">
              <a:solidFill>
                <a:schemeClr val="accent1"/>
              </a:solidFill>
              <a:latin typeface="+mn-lt"/>
            </a:endParaRPr>
          </a:p>
          <a:p>
            <a:pPr algn="ctr"/>
            <a:endParaRPr lang="en-GB" sz="1000" b="1">
              <a:solidFill>
                <a:schemeClr val="accent1"/>
              </a:solidFill>
              <a:latin typeface="+mn-lt"/>
            </a:endParaRPr>
          </a:p>
          <a:p>
            <a:pPr algn="ctr"/>
            <a:r>
              <a:rPr lang="en-GB" sz="1000" b="1">
                <a:solidFill>
                  <a:schemeClr val="accent1"/>
                </a:solidFill>
                <a:latin typeface="+mn-lt"/>
              </a:rPr>
              <a:t>Sum of Scores = 61.5</a:t>
            </a:r>
          </a:p>
          <a:p>
            <a:pPr algn="ctr"/>
            <a:r>
              <a:rPr lang="en-GB" sz="1000" b="1">
                <a:solidFill>
                  <a:schemeClr val="accent1"/>
                </a:solidFill>
                <a:latin typeface="+mn-lt"/>
              </a:rPr>
              <a:t>Engagement Level = 2</a:t>
            </a:r>
            <a:endParaRPr lang="en-GB" b="1">
              <a:solidFill>
                <a:schemeClr val="accent1"/>
              </a:solidFill>
              <a:latin typeface="+mn-lt"/>
            </a:endParaRPr>
          </a:p>
        </p:txBody>
      </p:sp>
      <p:sp>
        <p:nvSpPr>
          <p:cNvPr id="79" name="Rectangle 78">
            <a:extLst>
              <a:ext uri="{FF2B5EF4-FFF2-40B4-BE49-F238E27FC236}">
                <a16:creationId xmlns:a16="http://schemas.microsoft.com/office/drawing/2014/main" id="{BE318210-350B-7083-E20B-63026186D573}"/>
              </a:ext>
            </a:extLst>
          </p:cNvPr>
          <p:cNvSpPr/>
          <p:nvPr/>
        </p:nvSpPr>
        <p:spPr>
          <a:xfrm rot="16200000">
            <a:off x="4165417" y="2363637"/>
            <a:ext cx="936000" cy="1060704"/>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0" name="Rectangle 79">
            <a:extLst>
              <a:ext uri="{FF2B5EF4-FFF2-40B4-BE49-F238E27FC236}">
                <a16:creationId xmlns:a16="http://schemas.microsoft.com/office/drawing/2014/main" id="{786B0128-AD60-EBAB-20B9-6EDE1FC216A9}"/>
              </a:ext>
            </a:extLst>
          </p:cNvPr>
          <p:cNvSpPr/>
          <p:nvPr/>
        </p:nvSpPr>
        <p:spPr>
          <a:xfrm rot="16200000">
            <a:off x="6284479" y="2363636"/>
            <a:ext cx="936000" cy="1060704"/>
          </a:xfrm>
          <a:prstGeom prst="rect">
            <a:avLst/>
          </a:prstGeom>
          <a:solidFill>
            <a:schemeClr val="accent5"/>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Oval 80">
            <a:extLst>
              <a:ext uri="{FF2B5EF4-FFF2-40B4-BE49-F238E27FC236}">
                <a16:creationId xmlns:a16="http://schemas.microsoft.com/office/drawing/2014/main" id="{80A57582-806A-80DC-713C-EFE192840A7D}"/>
              </a:ext>
            </a:extLst>
          </p:cNvPr>
          <p:cNvSpPr/>
          <p:nvPr/>
        </p:nvSpPr>
        <p:spPr>
          <a:xfrm>
            <a:off x="3172286" y="3868039"/>
            <a:ext cx="701459" cy="701459"/>
          </a:xfrm>
          <a:prstGeom prst="ellipse">
            <a:avLst/>
          </a:prstGeom>
          <a:solidFill>
            <a:schemeClr val="accent2"/>
          </a:solidFill>
          <a:ln w="412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2" name="Straight Connector 81">
            <a:extLst>
              <a:ext uri="{FF2B5EF4-FFF2-40B4-BE49-F238E27FC236}">
                <a16:creationId xmlns:a16="http://schemas.microsoft.com/office/drawing/2014/main" id="{AAF83BB3-8A10-62E1-C7C8-ABE2760590A6}"/>
              </a:ext>
            </a:extLst>
          </p:cNvPr>
          <p:cNvCxnSpPr>
            <a:cxnSpLocks/>
            <a:endCxn id="81" idx="0"/>
          </p:cNvCxnSpPr>
          <p:nvPr/>
        </p:nvCxnSpPr>
        <p:spPr>
          <a:xfrm>
            <a:off x="3518088" y="3377751"/>
            <a:ext cx="4928" cy="490288"/>
          </a:xfrm>
          <a:prstGeom prst="line">
            <a:avLst/>
          </a:prstGeom>
          <a:solidFill>
            <a:schemeClr val="accent4">
              <a:lumMod val="50000"/>
            </a:schemeClr>
          </a:solidFill>
          <a:ln w="28575">
            <a:solidFill>
              <a:schemeClr val="accent2"/>
            </a:solidFill>
            <a:prstDash val="sysDash"/>
          </a:ln>
          <a:effectLst/>
        </p:spPr>
        <p:style>
          <a:lnRef idx="2">
            <a:schemeClr val="accent1">
              <a:shade val="50000"/>
            </a:schemeClr>
          </a:lnRef>
          <a:fillRef idx="1">
            <a:schemeClr val="accent1"/>
          </a:fillRef>
          <a:effectRef idx="0">
            <a:schemeClr val="accent1"/>
          </a:effectRef>
          <a:fontRef idx="minor">
            <a:schemeClr val="lt1"/>
          </a:fontRef>
        </p:style>
      </p:cxnSp>
      <p:sp>
        <p:nvSpPr>
          <p:cNvPr id="83" name="Oval 82">
            <a:extLst>
              <a:ext uri="{FF2B5EF4-FFF2-40B4-BE49-F238E27FC236}">
                <a16:creationId xmlns:a16="http://schemas.microsoft.com/office/drawing/2014/main" id="{6D418699-67A7-DCA1-BAB2-F5E7744D0B48}"/>
              </a:ext>
            </a:extLst>
          </p:cNvPr>
          <p:cNvSpPr/>
          <p:nvPr/>
        </p:nvSpPr>
        <p:spPr>
          <a:xfrm>
            <a:off x="2209803" y="3868039"/>
            <a:ext cx="701459" cy="701459"/>
          </a:xfrm>
          <a:prstGeom prst="ellipse">
            <a:avLst/>
          </a:prstGeom>
          <a:solidFill>
            <a:schemeClr val="accent5"/>
          </a:solidFill>
          <a:ln w="412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4" name="Straight Connector 83">
            <a:extLst>
              <a:ext uri="{FF2B5EF4-FFF2-40B4-BE49-F238E27FC236}">
                <a16:creationId xmlns:a16="http://schemas.microsoft.com/office/drawing/2014/main" id="{DB81C9AB-A202-CDC8-9E73-9D23FAD1600E}"/>
              </a:ext>
            </a:extLst>
          </p:cNvPr>
          <p:cNvCxnSpPr>
            <a:cxnSpLocks/>
          </p:cNvCxnSpPr>
          <p:nvPr/>
        </p:nvCxnSpPr>
        <p:spPr>
          <a:xfrm flipV="1">
            <a:off x="2560533" y="3346229"/>
            <a:ext cx="5591" cy="458750"/>
          </a:xfrm>
          <a:prstGeom prst="line">
            <a:avLst/>
          </a:prstGeom>
          <a:solidFill>
            <a:schemeClr val="accent4">
              <a:lumMod val="50000"/>
            </a:schemeClr>
          </a:solidFill>
          <a:ln w="28575">
            <a:solidFill>
              <a:schemeClr val="accent5"/>
            </a:solidFill>
            <a:prstDash val="sysDash"/>
          </a:ln>
          <a:effectLst/>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9E5E50F4-4D56-B1A2-FFB1-BDA2678E6FFC}"/>
              </a:ext>
            </a:extLst>
          </p:cNvPr>
          <p:cNvSpPr txBox="1"/>
          <p:nvPr/>
        </p:nvSpPr>
        <p:spPr>
          <a:xfrm>
            <a:off x="2903657" y="4645146"/>
            <a:ext cx="1295226" cy="646331"/>
          </a:xfrm>
          <a:prstGeom prst="rect">
            <a:avLst/>
          </a:prstGeom>
          <a:noFill/>
        </p:spPr>
        <p:txBody>
          <a:bodyPr wrap="square" rtlCol="0">
            <a:spAutoFit/>
          </a:bodyPr>
          <a:lstStyle/>
          <a:p>
            <a:pPr algn="ctr"/>
            <a:r>
              <a:rPr lang="en-GB" sz="1000" b="1">
                <a:solidFill>
                  <a:schemeClr val="accent2"/>
                </a:solidFill>
                <a:latin typeface="+mn-lt"/>
              </a:rPr>
              <a:t>Engagement 2</a:t>
            </a:r>
          </a:p>
          <a:p>
            <a:pPr algn="ctr"/>
            <a:endParaRPr lang="en-GB" sz="1000">
              <a:latin typeface="+mn-lt"/>
            </a:endParaRPr>
          </a:p>
          <a:p>
            <a:pPr algn="ctr"/>
            <a:r>
              <a:rPr lang="en-GB" sz="800">
                <a:latin typeface="+mn-lt"/>
              </a:rPr>
              <a:t>Website Visit in the last 14 Days</a:t>
            </a:r>
            <a:endParaRPr lang="en-GB" sz="800" b="1">
              <a:latin typeface="+mn-lt"/>
            </a:endParaRPr>
          </a:p>
        </p:txBody>
      </p:sp>
      <p:sp>
        <p:nvSpPr>
          <p:cNvPr id="86" name="TextBox 85">
            <a:extLst>
              <a:ext uri="{FF2B5EF4-FFF2-40B4-BE49-F238E27FC236}">
                <a16:creationId xmlns:a16="http://schemas.microsoft.com/office/drawing/2014/main" id="{DFC0555B-9495-5F44-BB35-C037B211C6F9}"/>
              </a:ext>
            </a:extLst>
          </p:cNvPr>
          <p:cNvSpPr txBox="1"/>
          <p:nvPr/>
        </p:nvSpPr>
        <p:spPr>
          <a:xfrm>
            <a:off x="4001989" y="4671422"/>
            <a:ext cx="1295226" cy="646331"/>
          </a:xfrm>
          <a:prstGeom prst="rect">
            <a:avLst/>
          </a:prstGeom>
          <a:noFill/>
        </p:spPr>
        <p:txBody>
          <a:bodyPr wrap="square" rtlCol="0">
            <a:spAutoFit/>
          </a:bodyPr>
          <a:lstStyle/>
          <a:p>
            <a:pPr algn="ctr"/>
            <a:r>
              <a:rPr lang="en-GB" sz="1000" b="1">
                <a:solidFill>
                  <a:schemeClr val="accent1"/>
                </a:solidFill>
                <a:latin typeface="+mn-lt"/>
              </a:rPr>
              <a:t>Engagement 3</a:t>
            </a:r>
          </a:p>
          <a:p>
            <a:pPr algn="ctr"/>
            <a:endParaRPr lang="en-GB" sz="1000">
              <a:latin typeface="+mn-lt"/>
            </a:endParaRPr>
          </a:p>
          <a:p>
            <a:pPr algn="ctr"/>
            <a:r>
              <a:rPr lang="en-GB" sz="800">
                <a:latin typeface="+mn-lt"/>
              </a:rPr>
              <a:t>Visited Landing Page in last 14 Days</a:t>
            </a:r>
            <a:endParaRPr lang="en-GB" sz="800" b="1">
              <a:latin typeface="+mn-lt"/>
            </a:endParaRPr>
          </a:p>
        </p:txBody>
      </p:sp>
      <p:sp>
        <p:nvSpPr>
          <p:cNvPr id="87" name="TextBox 86">
            <a:extLst>
              <a:ext uri="{FF2B5EF4-FFF2-40B4-BE49-F238E27FC236}">
                <a16:creationId xmlns:a16="http://schemas.microsoft.com/office/drawing/2014/main" id="{6C67172E-8F7B-2C20-D611-0491B84236B8}"/>
              </a:ext>
            </a:extLst>
          </p:cNvPr>
          <p:cNvSpPr txBox="1"/>
          <p:nvPr/>
        </p:nvSpPr>
        <p:spPr>
          <a:xfrm>
            <a:off x="5026749" y="4676677"/>
            <a:ext cx="1295226" cy="646331"/>
          </a:xfrm>
          <a:prstGeom prst="rect">
            <a:avLst/>
          </a:prstGeom>
          <a:noFill/>
        </p:spPr>
        <p:txBody>
          <a:bodyPr wrap="square" rtlCol="0">
            <a:spAutoFit/>
          </a:bodyPr>
          <a:lstStyle/>
          <a:p>
            <a:pPr algn="ctr"/>
            <a:r>
              <a:rPr lang="en-GB" sz="1000" b="1">
                <a:solidFill>
                  <a:schemeClr val="accent3"/>
                </a:solidFill>
                <a:latin typeface="+mn-lt"/>
              </a:rPr>
              <a:t>Engagement 4</a:t>
            </a:r>
          </a:p>
          <a:p>
            <a:pPr algn="ctr"/>
            <a:endParaRPr lang="en-GB" sz="1000">
              <a:latin typeface="+mn-lt"/>
            </a:endParaRPr>
          </a:p>
          <a:p>
            <a:pPr algn="ctr"/>
            <a:r>
              <a:rPr lang="en-GB" sz="800">
                <a:latin typeface="+mn-lt"/>
              </a:rPr>
              <a:t>Watched a video in the last 7 days</a:t>
            </a:r>
            <a:endParaRPr lang="en-GB" sz="800" b="1">
              <a:latin typeface="+mn-lt"/>
            </a:endParaRPr>
          </a:p>
        </p:txBody>
      </p:sp>
      <p:sp>
        <p:nvSpPr>
          <p:cNvPr id="88" name="TextBox 87">
            <a:extLst>
              <a:ext uri="{FF2B5EF4-FFF2-40B4-BE49-F238E27FC236}">
                <a16:creationId xmlns:a16="http://schemas.microsoft.com/office/drawing/2014/main" id="{84B561C1-9888-F10A-4E2B-7FECAD569A79}"/>
              </a:ext>
            </a:extLst>
          </p:cNvPr>
          <p:cNvSpPr txBox="1"/>
          <p:nvPr/>
        </p:nvSpPr>
        <p:spPr>
          <a:xfrm>
            <a:off x="6051509" y="4681932"/>
            <a:ext cx="1295226" cy="646331"/>
          </a:xfrm>
          <a:prstGeom prst="rect">
            <a:avLst/>
          </a:prstGeom>
          <a:noFill/>
        </p:spPr>
        <p:txBody>
          <a:bodyPr wrap="square" rtlCol="0">
            <a:spAutoFit/>
          </a:bodyPr>
          <a:lstStyle/>
          <a:p>
            <a:pPr algn="ctr"/>
            <a:r>
              <a:rPr lang="en-GB" sz="1000" b="1">
                <a:solidFill>
                  <a:schemeClr val="accent5"/>
                </a:solidFill>
                <a:latin typeface="+mn-lt"/>
              </a:rPr>
              <a:t>Engagement 5</a:t>
            </a:r>
          </a:p>
          <a:p>
            <a:pPr algn="ctr"/>
            <a:endParaRPr lang="en-GB" sz="1000">
              <a:latin typeface="+mn-lt"/>
            </a:endParaRPr>
          </a:p>
          <a:p>
            <a:pPr algn="ctr"/>
            <a:r>
              <a:rPr lang="en-GB" sz="800">
                <a:latin typeface="+mn-lt"/>
              </a:rPr>
              <a:t>Watched Webinar in last 7 days</a:t>
            </a:r>
            <a:endParaRPr lang="en-GB" sz="800" b="1">
              <a:latin typeface="+mn-lt"/>
            </a:endParaRPr>
          </a:p>
        </p:txBody>
      </p:sp>
      <p:sp>
        <p:nvSpPr>
          <p:cNvPr id="89" name="TextBox 88">
            <a:extLst>
              <a:ext uri="{FF2B5EF4-FFF2-40B4-BE49-F238E27FC236}">
                <a16:creationId xmlns:a16="http://schemas.microsoft.com/office/drawing/2014/main" id="{8CB25589-D4A9-54BA-3A62-82E0A40BF33D}"/>
              </a:ext>
            </a:extLst>
          </p:cNvPr>
          <p:cNvSpPr txBox="1"/>
          <p:nvPr/>
        </p:nvSpPr>
        <p:spPr>
          <a:xfrm>
            <a:off x="7076269" y="4687187"/>
            <a:ext cx="1295226" cy="646331"/>
          </a:xfrm>
          <a:prstGeom prst="rect">
            <a:avLst/>
          </a:prstGeom>
          <a:noFill/>
        </p:spPr>
        <p:txBody>
          <a:bodyPr wrap="square" rtlCol="0">
            <a:spAutoFit/>
          </a:bodyPr>
          <a:lstStyle/>
          <a:p>
            <a:pPr algn="ctr"/>
            <a:r>
              <a:rPr lang="en-GB" sz="1000" b="1">
                <a:solidFill>
                  <a:schemeClr val="accent2"/>
                </a:solidFill>
                <a:latin typeface="+mn-lt"/>
              </a:rPr>
              <a:t>Engagement 6</a:t>
            </a:r>
          </a:p>
          <a:p>
            <a:pPr algn="ctr"/>
            <a:endParaRPr lang="en-GB" sz="1000">
              <a:latin typeface="+mn-lt"/>
            </a:endParaRPr>
          </a:p>
          <a:p>
            <a:pPr algn="ctr"/>
            <a:r>
              <a:rPr lang="en-GB" sz="800">
                <a:latin typeface="+mn-lt"/>
              </a:rPr>
              <a:t>Content Syndication Lead in last 7 days</a:t>
            </a:r>
            <a:endParaRPr lang="en-GB" sz="800" b="1">
              <a:latin typeface="+mn-lt"/>
            </a:endParaRPr>
          </a:p>
        </p:txBody>
      </p:sp>
      <p:sp>
        <p:nvSpPr>
          <p:cNvPr id="90" name="TextBox 89">
            <a:extLst>
              <a:ext uri="{FF2B5EF4-FFF2-40B4-BE49-F238E27FC236}">
                <a16:creationId xmlns:a16="http://schemas.microsoft.com/office/drawing/2014/main" id="{D4524F79-F534-A07A-451F-B9D1E736684F}"/>
              </a:ext>
            </a:extLst>
          </p:cNvPr>
          <p:cNvSpPr txBox="1"/>
          <p:nvPr/>
        </p:nvSpPr>
        <p:spPr>
          <a:xfrm>
            <a:off x="2941278" y="2472917"/>
            <a:ext cx="1249711" cy="861774"/>
          </a:xfrm>
          <a:prstGeom prst="rect">
            <a:avLst/>
          </a:prstGeom>
          <a:noFill/>
        </p:spPr>
        <p:txBody>
          <a:bodyPr wrap="square" rtlCol="0">
            <a:spAutoFit/>
          </a:bodyPr>
          <a:lstStyle/>
          <a:p>
            <a:pPr algn="ctr"/>
            <a:r>
              <a:rPr lang="en-GB" sz="1000">
                <a:solidFill>
                  <a:schemeClr val="bg2"/>
                </a:solidFill>
                <a:latin typeface="+mn-lt"/>
              </a:rPr>
              <a:t>Points = 80</a:t>
            </a:r>
          </a:p>
          <a:p>
            <a:pPr algn="ctr"/>
            <a:r>
              <a:rPr lang="en-GB" sz="1000">
                <a:solidFill>
                  <a:schemeClr val="bg2"/>
                </a:solidFill>
                <a:latin typeface="+mn-lt"/>
              </a:rPr>
              <a:t>Weight = 10%</a:t>
            </a:r>
          </a:p>
          <a:p>
            <a:pPr algn="ctr"/>
            <a:endParaRPr lang="en-GB" sz="1000">
              <a:solidFill>
                <a:schemeClr val="bg2"/>
              </a:solidFill>
              <a:latin typeface="+mn-lt"/>
            </a:endParaRPr>
          </a:p>
          <a:p>
            <a:pPr algn="ctr"/>
            <a:r>
              <a:rPr lang="en-GB" sz="1000" b="1">
                <a:solidFill>
                  <a:schemeClr val="bg2"/>
                </a:solidFill>
                <a:latin typeface="+mn-lt"/>
              </a:rPr>
              <a:t>Total = 8</a:t>
            </a:r>
            <a:endParaRPr lang="en-GB" sz="1000">
              <a:solidFill>
                <a:schemeClr val="bg2"/>
              </a:solidFill>
              <a:latin typeface="+mn-lt"/>
            </a:endParaRPr>
          </a:p>
          <a:p>
            <a:pPr algn="ctr"/>
            <a:endParaRPr lang="en-GB" sz="1000">
              <a:solidFill>
                <a:schemeClr val="bg2"/>
              </a:solidFill>
              <a:latin typeface="+mn-lt"/>
            </a:endParaRPr>
          </a:p>
        </p:txBody>
      </p:sp>
      <p:sp>
        <p:nvSpPr>
          <p:cNvPr id="91" name="TextBox 90">
            <a:extLst>
              <a:ext uri="{FF2B5EF4-FFF2-40B4-BE49-F238E27FC236}">
                <a16:creationId xmlns:a16="http://schemas.microsoft.com/office/drawing/2014/main" id="{41B7694A-5D16-C7F4-525C-EA9717BAB898}"/>
              </a:ext>
            </a:extLst>
          </p:cNvPr>
          <p:cNvSpPr txBox="1"/>
          <p:nvPr/>
        </p:nvSpPr>
        <p:spPr>
          <a:xfrm>
            <a:off x="3953834" y="2472917"/>
            <a:ext cx="1249711" cy="861774"/>
          </a:xfrm>
          <a:prstGeom prst="rect">
            <a:avLst/>
          </a:prstGeom>
          <a:noFill/>
        </p:spPr>
        <p:txBody>
          <a:bodyPr wrap="square" rtlCol="0">
            <a:spAutoFit/>
          </a:bodyPr>
          <a:lstStyle/>
          <a:p>
            <a:pPr algn="ctr"/>
            <a:r>
              <a:rPr lang="en-GB" sz="1000">
                <a:solidFill>
                  <a:schemeClr val="bg2"/>
                </a:solidFill>
                <a:latin typeface="+mn-lt"/>
              </a:rPr>
              <a:t>Points = 80</a:t>
            </a:r>
          </a:p>
          <a:p>
            <a:pPr algn="ctr"/>
            <a:r>
              <a:rPr lang="en-GB" sz="1000">
                <a:solidFill>
                  <a:schemeClr val="bg2"/>
                </a:solidFill>
                <a:latin typeface="+mn-lt"/>
              </a:rPr>
              <a:t>Weight = 15%</a:t>
            </a:r>
          </a:p>
          <a:p>
            <a:pPr algn="ctr"/>
            <a:endParaRPr lang="en-GB" sz="1000">
              <a:solidFill>
                <a:schemeClr val="bg2"/>
              </a:solidFill>
              <a:latin typeface="+mn-lt"/>
            </a:endParaRPr>
          </a:p>
          <a:p>
            <a:pPr algn="ctr"/>
            <a:r>
              <a:rPr lang="en-GB" sz="1000" b="1">
                <a:solidFill>
                  <a:schemeClr val="bg2"/>
                </a:solidFill>
                <a:latin typeface="+mn-lt"/>
              </a:rPr>
              <a:t>Total = 12</a:t>
            </a:r>
            <a:endParaRPr lang="en-GB" sz="1000">
              <a:solidFill>
                <a:schemeClr val="bg2"/>
              </a:solidFill>
              <a:latin typeface="+mn-lt"/>
            </a:endParaRPr>
          </a:p>
          <a:p>
            <a:pPr algn="ctr"/>
            <a:endParaRPr lang="en-GB" sz="1000">
              <a:solidFill>
                <a:schemeClr val="bg2"/>
              </a:solidFill>
              <a:latin typeface="+mn-lt"/>
            </a:endParaRPr>
          </a:p>
        </p:txBody>
      </p:sp>
      <p:sp>
        <p:nvSpPr>
          <p:cNvPr id="92" name="TextBox 91">
            <a:extLst>
              <a:ext uri="{FF2B5EF4-FFF2-40B4-BE49-F238E27FC236}">
                <a16:creationId xmlns:a16="http://schemas.microsoft.com/office/drawing/2014/main" id="{F9E83E37-62CD-F55B-01E5-F267DC14B9E6}"/>
              </a:ext>
            </a:extLst>
          </p:cNvPr>
          <p:cNvSpPr txBox="1"/>
          <p:nvPr/>
        </p:nvSpPr>
        <p:spPr>
          <a:xfrm>
            <a:off x="5082627" y="2472917"/>
            <a:ext cx="1249711" cy="861774"/>
          </a:xfrm>
          <a:prstGeom prst="rect">
            <a:avLst/>
          </a:prstGeom>
          <a:noFill/>
        </p:spPr>
        <p:txBody>
          <a:bodyPr wrap="square" rtlCol="0">
            <a:spAutoFit/>
          </a:bodyPr>
          <a:lstStyle/>
          <a:p>
            <a:pPr algn="ctr"/>
            <a:r>
              <a:rPr lang="en-GB" sz="1000">
                <a:solidFill>
                  <a:schemeClr val="bg2"/>
                </a:solidFill>
                <a:latin typeface="+mn-lt"/>
              </a:rPr>
              <a:t>Points = 100</a:t>
            </a:r>
          </a:p>
          <a:p>
            <a:pPr algn="ctr"/>
            <a:r>
              <a:rPr lang="en-GB" sz="1000">
                <a:solidFill>
                  <a:schemeClr val="bg2"/>
                </a:solidFill>
                <a:latin typeface="+mn-lt"/>
              </a:rPr>
              <a:t>Weight = 15%</a:t>
            </a:r>
          </a:p>
          <a:p>
            <a:pPr algn="ctr"/>
            <a:endParaRPr lang="en-GB" sz="1000">
              <a:solidFill>
                <a:schemeClr val="bg2"/>
              </a:solidFill>
              <a:latin typeface="+mn-lt"/>
            </a:endParaRPr>
          </a:p>
          <a:p>
            <a:pPr algn="ctr"/>
            <a:r>
              <a:rPr lang="en-GB" sz="1000" b="1">
                <a:solidFill>
                  <a:schemeClr val="bg2"/>
                </a:solidFill>
                <a:latin typeface="+mn-lt"/>
              </a:rPr>
              <a:t>Total = 15</a:t>
            </a:r>
            <a:endParaRPr lang="en-GB" sz="1000">
              <a:solidFill>
                <a:schemeClr val="bg2"/>
              </a:solidFill>
              <a:latin typeface="+mn-lt"/>
            </a:endParaRPr>
          </a:p>
          <a:p>
            <a:pPr algn="ctr"/>
            <a:endParaRPr lang="en-GB" sz="1000">
              <a:solidFill>
                <a:schemeClr val="bg2"/>
              </a:solidFill>
              <a:latin typeface="+mn-lt"/>
            </a:endParaRPr>
          </a:p>
        </p:txBody>
      </p:sp>
      <p:sp>
        <p:nvSpPr>
          <p:cNvPr id="93" name="TextBox 92">
            <a:extLst>
              <a:ext uri="{FF2B5EF4-FFF2-40B4-BE49-F238E27FC236}">
                <a16:creationId xmlns:a16="http://schemas.microsoft.com/office/drawing/2014/main" id="{0D26FC64-CE99-5A65-F5B1-3CCA69119E26}"/>
              </a:ext>
            </a:extLst>
          </p:cNvPr>
          <p:cNvSpPr txBox="1"/>
          <p:nvPr/>
        </p:nvSpPr>
        <p:spPr>
          <a:xfrm>
            <a:off x="6087434" y="2472917"/>
            <a:ext cx="1249711" cy="861774"/>
          </a:xfrm>
          <a:prstGeom prst="rect">
            <a:avLst/>
          </a:prstGeom>
          <a:noFill/>
        </p:spPr>
        <p:txBody>
          <a:bodyPr wrap="square" rtlCol="0">
            <a:spAutoFit/>
          </a:bodyPr>
          <a:lstStyle/>
          <a:p>
            <a:pPr algn="ctr"/>
            <a:r>
              <a:rPr lang="en-GB" sz="1000">
                <a:solidFill>
                  <a:schemeClr val="bg2"/>
                </a:solidFill>
                <a:latin typeface="+mn-lt"/>
              </a:rPr>
              <a:t>Points = 90</a:t>
            </a:r>
          </a:p>
          <a:p>
            <a:pPr algn="ctr"/>
            <a:r>
              <a:rPr lang="en-GB" sz="1000">
                <a:solidFill>
                  <a:schemeClr val="bg2"/>
                </a:solidFill>
                <a:latin typeface="+mn-lt"/>
              </a:rPr>
              <a:t>Weight = 10%</a:t>
            </a:r>
          </a:p>
          <a:p>
            <a:pPr algn="ctr"/>
            <a:endParaRPr lang="en-GB" sz="1000">
              <a:solidFill>
                <a:schemeClr val="bg2"/>
              </a:solidFill>
              <a:latin typeface="+mn-lt"/>
            </a:endParaRPr>
          </a:p>
          <a:p>
            <a:pPr algn="ctr"/>
            <a:r>
              <a:rPr lang="en-GB" sz="1000" b="1">
                <a:solidFill>
                  <a:schemeClr val="bg2"/>
                </a:solidFill>
                <a:latin typeface="+mn-lt"/>
              </a:rPr>
              <a:t>Total = 9</a:t>
            </a:r>
            <a:endParaRPr lang="en-GB" sz="1000">
              <a:solidFill>
                <a:schemeClr val="bg2"/>
              </a:solidFill>
              <a:latin typeface="+mn-lt"/>
            </a:endParaRPr>
          </a:p>
          <a:p>
            <a:pPr algn="ctr"/>
            <a:endParaRPr lang="en-GB" sz="1000">
              <a:solidFill>
                <a:schemeClr val="bg2"/>
              </a:solidFill>
              <a:latin typeface="+mn-lt"/>
            </a:endParaRPr>
          </a:p>
        </p:txBody>
      </p:sp>
      <p:sp>
        <p:nvSpPr>
          <p:cNvPr id="94" name="TextBox 93">
            <a:extLst>
              <a:ext uri="{FF2B5EF4-FFF2-40B4-BE49-F238E27FC236}">
                <a16:creationId xmlns:a16="http://schemas.microsoft.com/office/drawing/2014/main" id="{EED226ED-497B-7E65-8965-B811376A5397}"/>
              </a:ext>
            </a:extLst>
          </p:cNvPr>
          <p:cNvSpPr txBox="1"/>
          <p:nvPr/>
        </p:nvSpPr>
        <p:spPr>
          <a:xfrm>
            <a:off x="7185231" y="2472917"/>
            <a:ext cx="1249711" cy="861774"/>
          </a:xfrm>
          <a:prstGeom prst="rect">
            <a:avLst/>
          </a:prstGeom>
          <a:noFill/>
        </p:spPr>
        <p:txBody>
          <a:bodyPr wrap="square" rtlCol="0">
            <a:spAutoFit/>
          </a:bodyPr>
          <a:lstStyle/>
          <a:p>
            <a:pPr algn="ctr"/>
            <a:r>
              <a:rPr lang="en-GB" sz="1000">
                <a:solidFill>
                  <a:schemeClr val="bg2"/>
                </a:solidFill>
                <a:latin typeface="+mn-lt"/>
              </a:rPr>
              <a:t>Points = 90</a:t>
            </a:r>
          </a:p>
          <a:p>
            <a:pPr algn="ctr"/>
            <a:r>
              <a:rPr lang="en-GB" sz="1000">
                <a:solidFill>
                  <a:schemeClr val="bg2"/>
                </a:solidFill>
                <a:latin typeface="+mn-lt"/>
              </a:rPr>
              <a:t>Weight = 15%</a:t>
            </a:r>
          </a:p>
          <a:p>
            <a:pPr algn="ctr"/>
            <a:endParaRPr lang="en-GB" sz="1000">
              <a:solidFill>
                <a:schemeClr val="bg2"/>
              </a:solidFill>
              <a:latin typeface="+mn-lt"/>
            </a:endParaRPr>
          </a:p>
          <a:p>
            <a:pPr algn="ctr"/>
            <a:r>
              <a:rPr lang="en-GB" sz="1000" b="1">
                <a:solidFill>
                  <a:schemeClr val="bg2"/>
                </a:solidFill>
                <a:latin typeface="+mn-lt"/>
              </a:rPr>
              <a:t>Total = 13.5</a:t>
            </a:r>
            <a:endParaRPr lang="en-GB" sz="1000">
              <a:solidFill>
                <a:schemeClr val="bg2"/>
              </a:solidFill>
              <a:latin typeface="+mn-lt"/>
            </a:endParaRPr>
          </a:p>
          <a:p>
            <a:pPr algn="ctr"/>
            <a:endParaRPr lang="en-GB" sz="1000">
              <a:solidFill>
                <a:schemeClr val="bg2"/>
              </a:solidFill>
              <a:latin typeface="+mn-lt"/>
            </a:endParaRPr>
          </a:p>
        </p:txBody>
      </p:sp>
      <p:sp>
        <p:nvSpPr>
          <p:cNvPr id="95" name="TextBox 94">
            <a:extLst>
              <a:ext uri="{FF2B5EF4-FFF2-40B4-BE49-F238E27FC236}">
                <a16:creationId xmlns:a16="http://schemas.microsoft.com/office/drawing/2014/main" id="{5B0728B4-AC35-028B-43A8-DFFD6F5D563E}"/>
              </a:ext>
            </a:extLst>
          </p:cNvPr>
          <p:cNvSpPr txBox="1"/>
          <p:nvPr/>
        </p:nvSpPr>
        <p:spPr>
          <a:xfrm>
            <a:off x="8256613" y="2642194"/>
            <a:ext cx="1806775" cy="523220"/>
          </a:xfrm>
          <a:prstGeom prst="rect">
            <a:avLst/>
          </a:prstGeom>
          <a:noFill/>
        </p:spPr>
        <p:txBody>
          <a:bodyPr wrap="square" rtlCol="0">
            <a:spAutoFit/>
          </a:bodyPr>
          <a:lstStyle/>
          <a:p>
            <a:pPr algn="ctr"/>
            <a:r>
              <a:rPr lang="en-GB" sz="1400">
                <a:solidFill>
                  <a:schemeClr val="bg2"/>
                </a:solidFill>
                <a:latin typeface="+mn-lt"/>
              </a:rPr>
              <a:t>High Scored</a:t>
            </a:r>
          </a:p>
          <a:p>
            <a:pPr algn="ctr"/>
            <a:r>
              <a:rPr lang="en-GB" sz="1400">
                <a:solidFill>
                  <a:schemeClr val="bg2"/>
                </a:solidFill>
                <a:latin typeface="+mn-lt"/>
              </a:rPr>
              <a:t>Passed to VDC</a:t>
            </a:r>
          </a:p>
        </p:txBody>
      </p:sp>
      <p:pic>
        <p:nvPicPr>
          <p:cNvPr id="97" name="Graphic 96" descr="Email with solid fill">
            <a:extLst>
              <a:ext uri="{FF2B5EF4-FFF2-40B4-BE49-F238E27FC236}">
                <a16:creationId xmlns:a16="http://schemas.microsoft.com/office/drawing/2014/main" id="{25A33060-39A9-A749-4ABE-511BB9F4B20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260170" y="3903960"/>
            <a:ext cx="581186" cy="581186"/>
          </a:xfrm>
          <a:prstGeom prst="rect">
            <a:avLst/>
          </a:prstGeom>
        </p:spPr>
      </p:pic>
      <p:pic>
        <p:nvPicPr>
          <p:cNvPr id="99" name="Graphic 98" descr="Internet with solid fill">
            <a:extLst>
              <a:ext uri="{FF2B5EF4-FFF2-40B4-BE49-F238E27FC236}">
                <a16:creationId xmlns:a16="http://schemas.microsoft.com/office/drawing/2014/main" id="{DD890893-16D8-3D58-EB0B-DBA8BF33C4E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28813" y="3900085"/>
            <a:ext cx="581186" cy="581186"/>
          </a:xfrm>
          <a:prstGeom prst="rect">
            <a:avLst/>
          </a:prstGeom>
        </p:spPr>
      </p:pic>
      <p:pic>
        <p:nvPicPr>
          <p:cNvPr id="101" name="Graphic 100" descr="Paper with solid fill">
            <a:extLst>
              <a:ext uri="{FF2B5EF4-FFF2-40B4-BE49-F238E27FC236}">
                <a16:creationId xmlns:a16="http://schemas.microsoft.com/office/drawing/2014/main" id="{474201A2-2092-E65A-D362-B181A5324C6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298197" y="3923332"/>
            <a:ext cx="581186" cy="581186"/>
          </a:xfrm>
          <a:prstGeom prst="rect">
            <a:avLst/>
          </a:prstGeom>
        </p:spPr>
      </p:pic>
      <p:pic>
        <p:nvPicPr>
          <p:cNvPr id="103" name="Graphic 102" descr="Video camera with solid fill">
            <a:extLst>
              <a:ext uri="{FF2B5EF4-FFF2-40B4-BE49-F238E27FC236}">
                <a16:creationId xmlns:a16="http://schemas.microsoft.com/office/drawing/2014/main" id="{64C7ABDA-FE6E-575B-D11A-DD0C2ACA11A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5375329" y="3900084"/>
            <a:ext cx="581186" cy="581186"/>
          </a:xfrm>
          <a:prstGeom prst="rect">
            <a:avLst/>
          </a:prstGeom>
        </p:spPr>
      </p:pic>
      <p:pic>
        <p:nvPicPr>
          <p:cNvPr id="105" name="Graphic 104" descr="Vlog with solid fill">
            <a:extLst>
              <a:ext uri="{FF2B5EF4-FFF2-40B4-BE49-F238E27FC236}">
                <a16:creationId xmlns:a16="http://schemas.microsoft.com/office/drawing/2014/main" id="{51B48504-7FE1-6B6E-2128-74EEF22F9D2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475708" y="3938830"/>
            <a:ext cx="581186" cy="581186"/>
          </a:xfrm>
          <a:prstGeom prst="rect">
            <a:avLst/>
          </a:prstGeom>
        </p:spPr>
      </p:pic>
      <p:pic>
        <p:nvPicPr>
          <p:cNvPr id="107" name="Graphic 106" descr="Abacus with solid fill">
            <a:extLst>
              <a:ext uri="{FF2B5EF4-FFF2-40B4-BE49-F238E27FC236}">
                <a16:creationId xmlns:a16="http://schemas.microsoft.com/office/drawing/2014/main" id="{72A836B3-7C52-67C0-22B0-0913D9BF1AF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7521845" y="3911709"/>
            <a:ext cx="581186" cy="581186"/>
          </a:xfrm>
          <a:prstGeom prst="rect">
            <a:avLst/>
          </a:prstGeom>
        </p:spPr>
      </p:pic>
      <p:pic>
        <p:nvPicPr>
          <p:cNvPr id="109" name="Graphic 108" descr="Target with solid fill">
            <a:extLst>
              <a:ext uri="{FF2B5EF4-FFF2-40B4-BE49-F238E27FC236}">
                <a16:creationId xmlns:a16="http://schemas.microsoft.com/office/drawing/2014/main" id="{AFFECE18-3272-D009-9307-F215733BA4D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8598976" y="3927207"/>
            <a:ext cx="581186" cy="581186"/>
          </a:xfrm>
          <a:prstGeom prst="rect">
            <a:avLst/>
          </a:prstGeom>
        </p:spPr>
      </p:pic>
      <p:sp>
        <p:nvSpPr>
          <p:cNvPr id="110" name="Text Placeholder 109">
            <a:extLst>
              <a:ext uri="{FF2B5EF4-FFF2-40B4-BE49-F238E27FC236}">
                <a16:creationId xmlns:a16="http://schemas.microsoft.com/office/drawing/2014/main" id="{4F921703-DA2B-118E-18A2-A93192150411}"/>
              </a:ext>
            </a:extLst>
          </p:cNvPr>
          <p:cNvSpPr>
            <a:spLocks noGrp="1"/>
          </p:cNvSpPr>
          <p:nvPr>
            <p:ph type="body" sz="quarter" idx="82"/>
          </p:nvPr>
        </p:nvSpPr>
        <p:spPr>
          <a:xfrm>
            <a:off x="625928" y="450012"/>
            <a:ext cx="11274920" cy="437092"/>
          </a:xfrm>
        </p:spPr>
        <p:txBody>
          <a:bodyPr/>
          <a:lstStyle/>
          <a:p>
            <a:r>
              <a:rPr lang="en-GB" dirty="0"/>
              <a:t>Multi Touch Scored Lead</a:t>
            </a:r>
          </a:p>
        </p:txBody>
      </p:sp>
      <p:grpSp>
        <p:nvGrpSpPr>
          <p:cNvPr id="4" name="Group 3">
            <a:extLst>
              <a:ext uri="{FF2B5EF4-FFF2-40B4-BE49-F238E27FC236}">
                <a16:creationId xmlns:a16="http://schemas.microsoft.com/office/drawing/2014/main" id="{50458249-F6CF-B18B-6522-FAF7DA7B6831}"/>
              </a:ext>
            </a:extLst>
          </p:cNvPr>
          <p:cNvGrpSpPr/>
          <p:nvPr/>
        </p:nvGrpSpPr>
        <p:grpSpPr>
          <a:xfrm>
            <a:off x="9876253" y="6211659"/>
            <a:ext cx="2114298" cy="454674"/>
            <a:chOff x="4277360" y="3449320"/>
            <a:chExt cx="2556578" cy="549785"/>
          </a:xfrm>
        </p:grpSpPr>
        <p:sp>
          <p:nvSpPr>
            <p:cNvPr id="5" name="Rectangle 4">
              <a:extLst>
                <a:ext uri="{FF2B5EF4-FFF2-40B4-BE49-F238E27FC236}">
                  <a16:creationId xmlns:a16="http://schemas.microsoft.com/office/drawing/2014/main" id="{CE17BA8E-C31D-CD1D-4613-DD9A40B13203}"/>
                </a:ext>
              </a:extLst>
            </p:cNvPr>
            <p:cNvSpPr/>
            <p:nvPr/>
          </p:nvSpPr>
          <p:spPr>
            <a:xfrm>
              <a:off x="4277360" y="3449320"/>
              <a:ext cx="579120" cy="28448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bg2"/>
                  </a:solidFill>
                </a:rPr>
                <a:t>4</a:t>
              </a:r>
            </a:p>
          </p:txBody>
        </p:sp>
        <p:sp>
          <p:nvSpPr>
            <p:cNvPr id="7" name="Rectangle 6">
              <a:extLst>
                <a:ext uri="{FF2B5EF4-FFF2-40B4-BE49-F238E27FC236}">
                  <a16:creationId xmlns:a16="http://schemas.microsoft.com/office/drawing/2014/main" id="{4FD49D3F-F305-2D0C-C7BA-1B1334D63774}"/>
                </a:ext>
              </a:extLst>
            </p:cNvPr>
            <p:cNvSpPr/>
            <p:nvPr/>
          </p:nvSpPr>
          <p:spPr>
            <a:xfrm>
              <a:off x="4918336" y="3449320"/>
              <a:ext cx="579120" cy="28448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GB" b="1" dirty="0">
                  <a:solidFill>
                    <a:schemeClr val="bg2"/>
                  </a:solidFill>
                </a:rPr>
                <a:t>3</a:t>
              </a:r>
            </a:p>
          </p:txBody>
        </p:sp>
        <p:sp>
          <p:nvSpPr>
            <p:cNvPr id="8" name="Rectangle 7">
              <a:extLst>
                <a:ext uri="{FF2B5EF4-FFF2-40B4-BE49-F238E27FC236}">
                  <a16:creationId xmlns:a16="http://schemas.microsoft.com/office/drawing/2014/main" id="{CAE37D8B-7745-9F30-DB5E-31BDBD8629EF}"/>
                </a:ext>
              </a:extLst>
            </p:cNvPr>
            <p:cNvSpPr/>
            <p:nvPr/>
          </p:nvSpPr>
          <p:spPr>
            <a:xfrm>
              <a:off x="5559312" y="3449320"/>
              <a:ext cx="579120" cy="284480"/>
            </a:xfrm>
            <a:prstGeom prst="rect">
              <a:avLst/>
            </a:prstGeom>
            <a:solidFill>
              <a:schemeClr val="accent5"/>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bg2"/>
                  </a:solidFill>
                </a:rPr>
                <a:t>2</a:t>
              </a:r>
            </a:p>
          </p:txBody>
        </p:sp>
        <p:sp>
          <p:nvSpPr>
            <p:cNvPr id="15" name="Rectangle 14">
              <a:extLst>
                <a:ext uri="{FF2B5EF4-FFF2-40B4-BE49-F238E27FC236}">
                  <a16:creationId xmlns:a16="http://schemas.microsoft.com/office/drawing/2014/main" id="{64089536-BF74-C9CB-C32F-39ECD76E6E04}"/>
                </a:ext>
              </a:extLst>
            </p:cNvPr>
            <p:cNvSpPr/>
            <p:nvPr/>
          </p:nvSpPr>
          <p:spPr>
            <a:xfrm>
              <a:off x="6200288" y="3449320"/>
              <a:ext cx="579120" cy="284480"/>
            </a:xfrm>
            <a:prstGeom prst="rect">
              <a:avLst/>
            </a:prstGeom>
            <a:solidFill>
              <a:schemeClr val="accent3"/>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bg2"/>
                  </a:solidFill>
                </a:rPr>
                <a:t>1</a:t>
              </a:r>
            </a:p>
          </p:txBody>
        </p:sp>
        <p:cxnSp>
          <p:nvCxnSpPr>
            <p:cNvPr id="18" name="Straight Connector 17">
              <a:extLst>
                <a:ext uri="{FF2B5EF4-FFF2-40B4-BE49-F238E27FC236}">
                  <a16:creationId xmlns:a16="http://schemas.microsoft.com/office/drawing/2014/main" id="{81B73F2C-9872-3C84-9A61-40EBB8703885}"/>
                </a:ext>
              </a:extLst>
            </p:cNvPr>
            <p:cNvCxnSpPr>
              <a:cxnSpLocks/>
            </p:cNvCxnSpPr>
            <p:nvPr/>
          </p:nvCxnSpPr>
          <p:spPr>
            <a:xfrm>
              <a:off x="4887408" y="3449320"/>
              <a:ext cx="0" cy="548640"/>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8BBA2486-2FC7-BB60-2E9E-273F1DBCF8E3}"/>
                </a:ext>
              </a:extLst>
            </p:cNvPr>
            <p:cNvCxnSpPr>
              <a:cxnSpLocks/>
            </p:cNvCxnSpPr>
            <p:nvPr/>
          </p:nvCxnSpPr>
          <p:spPr>
            <a:xfrm>
              <a:off x="5528384" y="3449320"/>
              <a:ext cx="0" cy="54864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514B1DEF-F62F-9996-3A4F-981E68CB8FFA}"/>
                </a:ext>
              </a:extLst>
            </p:cNvPr>
            <p:cNvCxnSpPr>
              <a:cxnSpLocks/>
            </p:cNvCxnSpPr>
            <p:nvPr/>
          </p:nvCxnSpPr>
          <p:spPr>
            <a:xfrm>
              <a:off x="6169360" y="3449320"/>
              <a:ext cx="0" cy="548640"/>
            </a:xfrm>
            <a:prstGeom prst="line">
              <a:avLst/>
            </a:prstGeom>
            <a:ln>
              <a:solidFill>
                <a:schemeClr val="accent5"/>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AF6A2DF4-D178-678F-4AE3-047A28D12506}"/>
                </a:ext>
              </a:extLst>
            </p:cNvPr>
            <p:cNvCxnSpPr>
              <a:cxnSpLocks/>
            </p:cNvCxnSpPr>
            <p:nvPr/>
          </p:nvCxnSpPr>
          <p:spPr>
            <a:xfrm>
              <a:off x="6810334" y="3450465"/>
              <a:ext cx="0" cy="54864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30" name="TextBox 29">
              <a:extLst>
                <a:ext uri="{FF2B5EF4-FFF2-40B4-BE49-F238E27FC236}">
                  <a16:creationId xmlns:a16="http://schemas.microsoft.com/office/drawing/2014/main" id="{1A9420F7-EC68-8151-6212-F540EADF89CC}"/>
                </a:ext>
              </a:extLst>
            </p:cNvPr>
            <p:cNvSpPr txBox="1"/>
            <p:nvPr/>
          </p:nvSpPr>
          <p:spPr>
            <a:xfrm>
              <a:off x="6391666" y="3713748"/>
              <a:ext cx="442272" cy="223295"/>
            </a:xfrm>
            <a:prstGeom prst="rect">
              <a:avLst/>
            </a:prstGeom>
            <a:noFill/>
          </p:spPr>
          <p:txBody>
            <a:bodyPr wrap="square" rtlCol="0">
              <a:spAutoFit/>
            </a:bodyPr>
            <a:lstStyle/>
            <a:p>
              <a:r>
                <a:rPr lang="en-GB" sz="600" b="1" dirty="0">
                  <a:latin typeface="+mn-lt"/>
                </a:rPr>
                <a:t>100</a:t>
              </a:r>
            </a:p>
          </p:txBody>
        </p:sp>
        <p:sp>
          <p:nvSpPr>
            <p:cNvPr id="36" name="TextBox 35">
              <a:extLst>
                <a:ext uri="{FF2B5EF4-FFF2-40B4-BE49-F238E27FC236}">
                  <a16:creationId xmlns:a16="http://schemas.microsoft.com/office/drawing/2014/main" id="{21C55403-6514-711F-EE19-E70272632F37}"/>
                </a:ext>
              </a:extLst>
            </p:cNvPr>
            <p:cNvSpPr txBox="1"/>
            <p:nvPr/>
          </p:nvSpPr>
          <p:spPr>
            <a:xfrm>
              <a:off x="5851930" y="3713748"/>
              <a:ext cx="364384" cy="223295"/>
            </a:xfrm>
            <a:prstGeom prst="rect">
              <a:avLst/>
            </a:prstGeom>
            <a:noFill/>
          </p:spPr>
          <p:txBody>
            <a:bodyPr wrap="square" rtlCol="0">
              <a:spAutoFit/>
            </a:bodyPr>
            <a:lstStyle/>
            <a:p>
              <a:r>
                <a:rPr lang="en-GB" sz="600" b="1" dirty="0">
                  <a:latin typeface="+mn-lt"/>
                </a:rPr>
                <a:t>75</a:t>
              </a:r>
            </a:p>
          </p:txBody>
        </p:sp>
        <p:sp>
          <p:nvSpPr>
            <p:cNvPr id="38" name="TextBox 37">
              <a:extLst>
                <a:ext uri="{FF2B5EF4-FFF2-40B4-BE49-F238E27FC236}">
                  <a16:creationId xmlns:a16="http://schemas.microsoft.com/office/drawing/2014/main" id="{5CC642EB-5E5B-0C98-4224-077C940A3583}"/>
                </a:ext>
              </a:extLst>
            </p:cNvPr>
            <p:cNvSpPr txBox="1"/>
            <p:nvPr/>
          </p:nvSpPr>
          <p:spPr>
            <a:xfrm>
              <a:off x="5234309" y="3713748"/>
              <a:ext cx="364384" cy="223295"/>
            </a:xfrm>
            <a:prstGeom prst="rect">
              <a:avLst/>
            </a:prstGeom>
            <a:noFill/>
          </p:spPr>
          <p:txBody>
            <a:bodyPr wrap="square" rtlCol="0">
              <a:spAutoFit/>
            </a:bodyPr>
            <a:lstStyle/>
            <a:p>
              <a:r>
                <a:rPr lang="en-GB" sz="600" b="1" dirty="0">
                  <a:latin typeface="+mn-lt"/>
                </a:rPr>
                <a:t>50</a:t>
              </a:r>
            </a:p>
          </p:txBody>
        </p:sp>
        <p:sp>
          <p:nvSpPr>
            <p:cNvPr id="39" name="TextBox 38">
              <a:extLst>
                <a:ext uri="{FF2B5EF4-FFF2-40B4-BE49-F238E27FC236}">
                  <a16:creationId xmlns:a16="http://schemas.microsoft.com/office/drawing/2014/main" id="{805B6BF3-989A-959D-FC2A-8ABCE0EAA50D}"/>
                </a:ext>
              </a:extLst>
            </p:cNvPr>
            <p:cNvSpPr txBox="1"/>
            <p:nvPr/>
          </p:nvSpPr>
          <p:spPr>
            <a:xfrm>
              <a:off x="4589188" y="3713748"/>
              <a:ext cx="364384" cy="223295"/>
            </a:xfrm>
            <a:prstGeom prst="rect">
              <a:avLst/>
            </a:prstGeom>
            <a:noFill/>
          </p:spPr>
          <p:txBody>
            <a:bodyPr wrap="square" rtlCol="0">
              <a:spAutoFit/>
            </a:bodyPr>
            <a:lstStyle/>
            <a:p>
              <a:r>
                <a:rPr lang="en-GB" sz="600" b="1" dirty="0">
                  <a:latin typeface="+mn-lt"/>
                </a:rPr>
                <a:t>25</a:t>
              </a:r>
            </a:p>
          </p:txBody>
        </p:sp>
      </p:grpSp>
    </p:spTree>
    <p:extLst>
      <p:ext uri="{BB962C8B-B14F-4D97-AF65-F5344CB8AC3E}">
        <p14:creationId xmlns:p14="http://schemas.microsoft.com/office/powerpoint/2010/main" val="24842571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7" name="Straight Connector 46">
            <a:extLst>
              <a:ext uri="{FF2B5EF4-FFF2-40B4-BE49-F238E27FC236}">
                <a16:creationId xmlns:a16="http://schemas.microsoft.com/office/drawing/2014/main" id="{EEDA4C14-9D02-EC3A-B7B9-EFF1FF28AFD1}"/>
              </a:ext>
            </a:extLst>
          </p:cNvPr>
          <p:cNvCxnSpPr>
            <a:cxnSpLocks/>
          </p:cNvCxnSpPr>
          <p:nvPr/>
        </p:nvCxnSpPr>
        <p:spPr>
          <a:xfrm flipV="1">
            <a:off x="4809745" y="1249774"/>
            <a:ext cx="0" cy="4062506"/>
          </a:xfrm>
          <a:prstGeom prst="line">
            <a:avLst/>
          </a:prstGeom>
          <a:solidFill>
            <a:schemeClr val="accent4">
              <a:lumMod val="50000"/>
            </a:schemeClr>
          </a:solidFill>
          <a:ln w="28575">
            <a:solidFill>
              <a:schemeClr val="accent5"/>
            </a:solidFill>
            <a:prstDash val="sysDash"/>
          </a:ln>
          <a:effectLst/>
        </p:spPr>
        <p:style>
          <a:lnRef idx="2">
            <a:schemeClr val="accent1">
              <a:shade val="50000"/>
            </a:schemeClr>
          </a:lnRef>
          <a:fillRef idx="1">
            <a:schemeClr val="accent1"/>
          </a:fillRef>
          <a:effectRef idx="0">
            <a:schemeClr val="accent1"/>
          </a:effectRef>
          <a:fontRef idx="minor">
            <a:schemeClr val="lt1"/>
          </a:fontRef>
        </p:style>
      </p:cxnSp>
      <p:cxnSp>
        <p:nvCxnSpPr>
          <p:cNvPr id="50" name="Straight Connector 49">
            <a:extLst>
              <a:ext uri="{FF2B5EF4-FFF2-40B4-BE49-F238E27FC236}">
                <a16:creationId xmlns:a16="http://schemas.microsoft.com/office/drawing/2014/main" id="{B30422B2-A2EB-2064-7D6C-F4D4433753E5}"/>
              </a:ext>
            </a:extLst>
          </p:cNvPr>
          <p:cNvCxnSpPr>
            <a:cxnSpLocks/>
          </p:cNvCxnSpPr>
          <p:nvPr/>
        </p:nvCxnSpPr>
        <p:spPr>
          <a:xfrm>
            <a:off x="7238749" y="1249774"/>
            <a:ext cx="4928" cy="4059936"/>
          </a:xfrm>
          <a:prstGeom prst="line">
            <a:avLst/>
          </a:prstGeom>
          <a:solidFill>
            <a:schemeClr val="accent4">
              <a:lumMod val="50000"/>
            </a:schemeClr>
          </a:solidFill>
          <a:ln w="28575">
            <a:solidFill>
              <a:schemeClr val="accent2"/>
            </a:solidFill>
            <a:prstDash val="sysDash"/>
          </a:ln>
          <a:effectLst/>
        </p:spPr>
        <p:style>
          <a:lnRef idx="2">
            <a:schemeClr val="accent1">
              <a:shade val="50000"/>
            </a:schemeClr>
          </a:lnRef>
          <a:fillRef idx="1">
            <a:schemeClr val="accent1"/>
          </a:fillRef>
          <a:effectRef idx="0">
            <a:schemeClr val="accent1"/>
          </a:effectRef>
          <a:fontRef idx="minor">
            <a:schemeClr val="lt1"/>
          </a:fontRef>
        </p:style>
      </p:cxnSp>
      <p:cxnSp>
        <p:nvCxnSpPr>
          <p:cNvPr id="55" name="Straight Connector 54">
            <a:extLst>
              <a:ext uri="{FF2B5EF4-FFF2-40B4-BE49-F238E27FC236}">
                <a16:creationId xmlns:a16="http://schemas.microsoft.com/office/drawing/2014/main" id="{1DB13133-0A35-137F-CCDF-E705095A9F84}"/>
              </a:ext>
            </a:extLst>
          </p:cNvPr>
          <p:cNvCxnSpPr>
            <a:cxnSpLocks/>
          </p:cNvCxnSpPr>
          <p:nvPr/>
        </p:nvCxnSpPr>
        <p:spPr>
          <a:xfrm>
            <a:off x="9661384" y="1249774"/>
            <a:ext cx="4928" cy="4059936"/>
          </a:xfrm>
          <a:prstGeom prst="line">
            <a:avLst/>
          </a:prstGeom>
          <a:solidFill>
            <a:schemeClr val="accent4">
              <a:lumMod val="50000"/>
            </a:schemeClr>
          </a:solidFill>
          <a:ln w="28575">
            <a:solidFill>
              <a:schemeClr val="accent1"/>
            </a:solidFill>
            <a:prstDash val="sysDash"/>
          </a:ln>
          <a:effectLst/>
        </p:spPr>
        <p:style>
          <a:lnRef idx="2">
            <a:schemeClr val="accent1">
              <a:shade val="50000"/>
            </a:schemeClr>
          </a:lnRef>
          <a:fillRef idx="1">
            <a:schemeClr val="accent1"/>
          </a:fillRef>
          <a:effectRef idx="0">
            <a:schemeClr val="accent1"/>
          </a:effectRef>
          <a:fontRef idx="minor">
            <a:schemeClr val="lt1"/>
          </a:fontRef>
        </p:style>
      </p:cxnSp>
      <p:grpSp>
        <p:nvGrpSpPr>
          <p:cNvPr id="66" name="Group 65">
            <a:extLst>
              <a:ext uri="{FF2B5EF4-FFF2-40B4-BE49-F238E27FC236}">
                <a16:creationId xmlns:a16="http://schemas.microsoft.com/office/drawing/2014/main" id="{71FA923A-7E1F-8CD4-6379-6CE32798955D}"/>
              </a:ext>
            </a:extLst>
          </p:cNvPr>
          <p:cNvGrpSpPr/>
          <p:nvPr/>
        </p:nvGrpSpPr>
        <p:grpSpPr>
          <a:xfrm>
            <a:off x="0" y="1311293"/>
            <a:ext cx="11886750" cy="1950141"/>
            <a:chOff x="0" y="1311293"/>
            <a:chExt cx="11886750" cy="1950141"/>
          </a:xfrm>
        </p:grpSpPr>
        <p:sp>
          <p:nvSpPr>
            <p:cNvPr id="29" name="Oval 28">
              <a:extLst>
                <a:ext uri="{FF2B5EF4-FFF2-40B4-BE49-F238E27FC236}">
                  <a16:creationId xmlns:a16="http://schemas.microsoft.com/office/drawing/2014/main" id="{E629ED6D-AA5F-CB96-DEEA-68FB4E2B8FD3}"/>
                </a:ext>
              </a:extLst>
            </p:cNvPr>
            <p:cNvSpPr/>
            <p:nvPr/>
          </p:nvSpPr>
          <p:spPr>
            <a:xfrm>
              <a:off x="3095625" y="2229495"/>
              <a:ext cx="8534399" cy="837555"/>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65" name="Group 64">
              <a:extLst>
                <a:ext uri="{FF2B5EF4-FFF2-40B4-BE49-F238E27FC236}">
                  <a16:creationId xmlns:a16="http://schemas.microsoft.com/office/drawing/2014/main" id="{8471EC57-C7B4-30DC-8837-B73525812D9F}"/>
                </a:ext>
              </a:extLst>
            </p:cNvPr>
            <p:cNvGrpSpPr/>
            <p:nvPr/>
          </p:nvGrpSpPr>
          <p:grpSpPr>
            <a:xfrm>
              <a:off x="0" y="1311293"/>
              <a:ext cx="11886750" cy="1950141"/>
              <a:chOff x="0" y="1311293"/>
              <a:chExt cx="11886750" cy="1950141"/>
            </a:xfrm>
          </p:grpSpPr>
          <p:grpSp>
            <p:nvGrpSpPr>
              <p:cNvPr id="39" name="Group 38">
                <a:extLst>
                  <a:ext uri="{FF2B5EF4-FFF2-40B4-BE49-F238E27FC236}">
                    <a16:creationId xmlns:a16="http://schemas.microsoft.com/office/drawing/2014/main" id="{1D200DB7-CE0D-573B-B25B-DA9FDAFBEB76}"/>
                  </a:ext>
                </a:extLst>
              </p:cNvPr>
              <p:cNvGrpSpPr/>
              <p:nvPr/>
            </p:nvGrpSpPr>
            <p:grpSpPr>
              <a:xfrm>
                <a:off x="0" y="1447408"/>
                <a:ext cx="2232402" cy="1814026"/>
                <a:chOff x="0" y="1447408"/>
                <a:chExt cx="2232402" cy="1814026"/>
              </a:xfrm>
            </p:grpSpPr>
            <p:sp>
              <p:nvSpPr>
                <p:cNvPr id="28" name="Oval 27">
                  <a:extLst>
                    <a:ext uri="{FF2B5EF4-FFF2-40B4-BE49-F238E27FC236}">
                      <a16:creationId xmlns:a16="http://schemas.microsoft.com/office/drawing/2014/main" id="{F66F5C45-6500-2B15-998A-2D5B5510BC42}"/>
                    </a:ext>
                  </a:extLst>
                </p:cNvPr>
                <p:cNvSpPr/>
                <p:nvPr/>
              </p:nvSpPr>
              <p:spPr>
                <a:xfrm>
                  <a:off x="0" y="2499151"/>
                  <a:ext cx="2232402" cy="762283"/>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7" name="Rectangle: Rounded Corners 26">
                  <a:extLst>
                    <a:ext uri="{FF2B5EF4-FFF2-40B4-BE49-F238E27FC236}">
                      <a16:creationId xmlns:a16="http://schemas.microsoft.com/office/drawing/2014/main" id="{8CB30D77-D6C5-9EC6-FC60-2892AA630E1E}"/>
                    </a:ext>
                  </a:extLst>
                </p:cNvPr>
                <p:cNvSpPr/>
                <p:nvPr/>
              </p:nvSpPr>
              <p:spPr>
                <a:xfrm>
                  <a:off x="389691" y="1447408"/>
                  <a:ext cx="1453020" cy="1390389"/>
                </a:xfrm>
                <a:prstGeom prst="roundRect">
                  <a:avLst>
                    <a:gd name="adj" fmla="val 21322"/>
                  </a:avLst>
                </a:prstGeom>
                <a:solidFill>
                  <a:schemeClr val="accent1"/>
                </a:solidFill>
                <a:ln w="57150">
                  <a:solidFill>
                    <a:schemeClr val="bg2"/>
                  </a:solidFill>
                </a:ln>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bg2"/>
                      </a:solidFill>
                    </a:rPr>
                    <a:t>8</a:t>
                  </a:r>
                  <a:r>
                    <a:rPr lang="en-GB" sz="1400" b="1" baseline="30000" dirty="0">
                      <a:solidFill>
                        <a:schemeClr val="bg2"/>
                      </a:solidFill>
                    </a:rPr>
                    <a:t>th</a:t>
                  </a:r>
                  <a:r>
                    <a:rPr lang="en-GB" sz="1400" b="1" dirty="0">
                      <a:solidFill>
                        <a:schemeClr val="bg2"/>
                      </a:solidFill>
                    </a:rPr>
                    <a:t> May 2024</a:t>
                  </a:r>
                </a:p>
                <a:p>
                  <a:pPr algn="ctr"/>
                  <a:r>
                    <a:rPr lang="en-GB" sz="1000" dirty="0">
                      <a:solidFill>
                        <a:schemeClr val="bg2"/>
                      </a:solidFill>
                    </a:rPr>
                    <a:t>Contact Registers for  CLUS</a:t>
                  </a:r>
                </a:p>
              </p:txBody>
            </p:sp>
          </p:grpSp>
          <p:grpSp>
            <p:nvGrpSpPr>
              <p:cNvPr id="10" name="Group 9">
                <a:extLst>
                  <a:ext uri="{FF2B5EF4-FFF2-40B4-BE49-F238E27FC236}">
                    <a16:creationId xmlns:a16="http://schemas.microsoft.com/office/drawing/2014/main" id="{73E1A3D0-7A64-C36F-30F6-05B7C1551B1F}"/>
                  </a:ext>
                </a:extLst>
              </p:cNvPr>
              <p:cNvGrpSpPr/>
              <p:nvPr/>
            </p:nvGrpSpPr>
            <p:grpSpPr>
              <a:xfrm>
                <a:off x="3488953" y="1311293"/>
                <a:ext cx="8397797" cy="1591056"/>
                <a:chOff x="3488953" y="1311293"/>
                <a:chExt cx="8397797" cy="1591056"/>
              </a:xfrm>
            </p:grpSpPr>
            <p:sp>
              <p:nvSpPr>
                <p:cNvPr id="3" name="Isosceles Triangle 2">
                  <a:extLst>
                    <a:ext uri="{FF2B5EF4-FFF2-40B4-BE49-F238E27FC236}">
                      <a16:creationId xmlns:a16="http://schemas.microsoft.com/office/drawing/2014/main" id="{63197BEB-1279-539E-9442-030F74CEF30F}"/>
                    </a:ext>
                  </a:extLst>
                </p:cNvPr>
                <p:cNvSpPr/>
                <p:nvPr/>
              </p:nvSpPr>
              <p:spPr>
                <a:xfrm rot="5400000">
                  <a:off x="10405422" y="1421021"/>
                  <a:ext cx="1591056" cy="1371600"/>
                </a:xfrm>
                <a:prstGeom prst="triangl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Rectangle: Top Corners Rounded 3">
                  <a:extLst>
                    <a:ext uri="{FF2B5EF4-FFF2-40B4-BE49-F238E27FC236}">
                      <a16:creationId xmlns:a16="http://schemas.microsoft.com/office/drawing/2014/main" id="{353E509A-9A85-CC78-64B4-406043BD7724}"/>
                    </a:ext>
                  </a:extLst>
                </p:cNvPr>
                <p:cNvSpPr/>
                <p:nvPr/>
              </p:nvSpPr>
              <p:spPr>
                <a:xfrm rot="16200000">
                  <a:off x="4301113" y="827384"/>
                  <a:ext cx="936000" cy="2560320"/>
                </a:xfrm>
                <a:prstGeom prst="round2SameRect">
                  <a:avLst>
                    <a:gd name="adj1" fmla="val 50000"/>
                    <a:gd name="adj2" fmla="val 0"/>
                  </a:avLst>
                </a:prstGeom>
                <a:solidFill>
                  <a:schemeClr val="accent5"/>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7D0C2B49-0B1B-344F-9E22-64735B8D8B79}"/>
                    </a:ext>
                  </a:extLst>
                </p:cNvPr>
                <p:cNvSpPr/>
                <p:nvPr/>
              </p:nvSpPr>
              <p:spPr>
                <a:xfrm rot="16200000">
                  <a:off x="6843833" y="827384"/>
                  <a:ext cx="936000" cy="2560320"/>
                </a:xfrm>
                <a:prstGeom prst="rect">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8A0FE812-DB3E-A444-7D52-280ADF1D7503}"/>
                    </a:ext>
                  </a:extLst>
                </p:cNvPr>
                <p:cNvSpPr/>
                <p:nvPr/>
              </p:nvSpPr>
              <p:spPr>
                <a:xfrm rot="16200000">
                  <a:off x="9248670" y="964543"/>
                  <a:ext cx="937446" cy="22860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extBox 6">
                  <a:extLst>
                    <a:ext uri="{FF2B5EF4-FFF2-40B4-BE49-F238E27FC236}">
                      <a16:creationId xmlns:a16="http://schemas.microsoft.com/office/drawing/2014/main" id="{1C73B677-916C-F435-A6C5-A9864059668E}"/>
                    </a:ext>
                  </a:extLst>
                </p:cNvPr>
                <p:cNvSpPr txBox="1"/>
                <p:nvPr/>
              </p:nvSpPr>
              <p:spPr>
                <a:xfrm>
                  <a:off x="8663500" y="1930476"/>
                  <a:ext cx="2088583" cy="307777"/>
                </a:xfrm>
                <a:prstGeom prst="rect">
                  <a:avLst/>
                </a:prstGeom>
                <a:noFill/>
              </p:spPr>
              <p:txBody>
                <a:bodyPr wrap="square" rtlCol="0">
                  <a:spAutoFit/>
                </a:bodyPr>
                <a:lstStyle/>
                <a:p>
                  <a:pPr algn="ctr"/>
                  <a:r>
                    <a:rPr lang="en-GB" sz="1400" dirty="0">
                      <a:solidFill>
                        <a:schemeClr val="bg2"/>
                      </a:solidFill>
                      <a:latin typeface="+mn-lt"/>
                    </a:rPr>
                    <a:t>Accumulative Total = 9</a:t>
                  </a:r>
                </a:p>
              </p:txBody>
            </p:sp>
            <p:sp>
              <p:nvSpPr>
                <p:cNvPr id="8" name="TextBox 7">
                  <a:extLst>
                    <a:ext uri="{FF2B5EF4-FFF2-40B4-BE49-F238E27FC236}">
                      <a16:creationId xmlns:a16="http://schemas.microsoft.com/office/drawing/2014/main" id="{3CAD4322-E46F-7D86-C45F-4C45F257652D}"/>
                    </a:ext>
                  </a:extLst>
                </p:cNvPr>
                <p:cNvSpPr txBox="1"/>
                <p:nvPr/>
              </p:nvSpPr>
              <p:spPr>
                <a:xfrm>
                  <a:off x="3819794" y="1839036"/>
                  <a:ext cx="1992427" cy="738664"/>
                </a:xfrm>
                <a:prstGeom prst="rect">
                  <a:avLst/>
                </a:prstGeom>
                <a:noFill/>
              </p:spPr>
              <p:txBody>
                <a:bodyPr wrap="square" rtlCol="0">
                  <a:spAutoFit/>
                </a:bodyPr>
                <a:lstStyle/>
                <a:p>
                  <a:pPr algn="ctr"/>
                  <a:r>
                    <a:rPr lang="en-GB" sz="1400" dirty="0"/>
                    <a:t>Registered </a:t>
                  </a:r>
                  <a:r>
                    <a:rPr lang="en-GB" sz="1400" b="1" dirty="0"/>
                    <a:t>at least 1 time </a:t>
                  </a:r>
                  <a:r>
                    <a:rPr lang="en-GB" sz="1400" dirty="0"/>
                    <a:t>in the last 7 days</a:t>
                  </a:r>
                </a:p>
                <a:p>
                  <a:pPr algn="ctr"/>
                  <a:endParaRPr lang="en-GB" sz="1400" dirty="0">
                    <a:solidFill>
                      <a:schemeClr val="bg2"/>
                    </a:solidFill>
                    <a:latin typeface="+mn-lt"/>
                  </a:endParaRPr>
                </a:p>
              </p:txBody>
            </p:sp>
            <p:sp>
              <p:nvSpPr>
                <p:cNvPr id="9" name="TextBox 8">
                  <a:extLst>
                    <a:ext uri="{FF2B5EF4-FFF2-40B4-BE49-F238E27FC236}">
                      <a16:creationId xmlns:a16="http://schemas.microsoft.com/office/drawing/2014/main" id="{EECB862C-2575-5E5A-3DAC-0CDEC4BDFE2E}"/>
                    </a:ext>
                  </a:extLst>
                </p:cNvPr>
                <p:cNvSpPr txBox="1"/>
                <p:nvPr/>
              </p:nvSpPr>
              <p:spPr>
                <a:xfrm>
                  <a:off x="6519462" y="1712912"/>
                  <a:ext cx="1564963" cy="738664"/>
                </a:xfrm>
                <a:prstGeom prst="rect">
                  <a:avLst/>
                </a:prstGeom>
                <a:noFill/>
              </p:spPr>
              <p:txBody>
                <a:bodyPr wrap="square" rtlCol="0">
                  <a:spAutoFit/>
                </a:bodyPr>
                <a:lstStyle>
                  <a:defPPr>
                    <a:defRPr lang="en-US"/>
                  </a:defPPr>
                  <a:lvl1pPr algn="ctr">
                    <a:defRPr sz="1400">
                      <a:solidFill>
                        <a:schemeClr val="bg2"/>
                      </a:solidFill>
                      <a:latin typeface="+mn-lt"/>
                    </a:defRPr>
                  </a:lvl1pPr>
                </a:lstStyle>
                <a:p>
                  <a:r>
                    <a:rPr lang="en-GB" dirty="0"/>
                    <a:t>Score = 90</a:t>
                  </a:r>
                </a:p>
                <a:p>
                  <a:r>
                    <a:rPr lang="en-GB" dirty="0"/>
                    <a:t>Weight = 10%</a:t>
                  </a:r>
                </a:p>
                <a:p>
                  <a:r>
                    <a:rPr lang="en-GB" b="1" dirty="0"/>
                    <a:t>Points =  9</a:t>
                  </a:r>
                </a:p>
              </p:txBody>
            </p:sp>
          </p:grpSp>
        </p:grpSp>
      </p:grpSp>
      <p:sp>
        <p:nvSpPr>
          <p:cNvPr id="36" name="Freeform: Shape 35">
            <a:extLst>
              <a:ext uri="{FF2B5EF4-FFF2-40B4-BE49-F238E27FC236}">
                <a16:creationId xmlns:a16="http://schemas.microsoft.com/office/drawing/2014/main" id="{2FD61AD0-D1E5-36C7-42A7-E3661314D0C1}"/>
              </a:ext>
            </a:extLst>
          </p:cNvPr>
          <p:cNvSpPr/>
          <p:nvPr/>
        </p:nvSpPr>
        <p:spPr>
          <a:xfrm>
            <a:off x="2413279" y="1492470"/>
            <a:ext cx="515008" cy="4882057"/>
          </a:xfrm>
          <a:custGeom>
            <a:avLst/>
            <a:gdLst>
              <a:gd name="connsiteX0" fmla="*/ 257504 w 515008"/>
              <a:gd name="connsiteY0" fmla="*/ 0 h 4882057"/>
              <a:gd name="connsiteX1" fmla="*/ 509777 w 515008"/>
              <a:gd name="connsiteY1" fmla="*/ 205608 h 4882057"/>
              <a:gd name="connsiteX2" fmla="*/ 511300 w 515008"/>
              <a:gd name="connsiteY2" fmla="*/ 220716 h 4882057"/>
              <a:gd name="connsiteX3" fmla="*/ 513535 w 515008"/>
              <a:gd name="connsiteY3" fmla="*/ 220716 h 4882057"/>
              <a:gd name="connsiteX4" fmla="*/ 513535 w 515008"/>
              <a:gd name="connsiteY4" fmla="*/ 242892 h 4882057"/>
              <a:gd name="connsiteX5" fmla="*/ 515008 w 515008"/>
              <a:gd name="connsiteY5" fmla="*/ 257504 h 4882057"/>
              <a:gd name="connsiteX6" fmla="*/ 513535 w 515008"/>
              <a:gd name="connsiteY6" fmla="*/ 272116 h 4882057"/>
              <a:gd name="connsiteX7" fmla="*/ 513535 w 515008"/>
              <a:gd name="connsiteY7" fmla="*/ 4603530 h 4882057"/>
              <a:gd name="connsiteX8" fmla="*/ 512889 w 515008"/>
              <a:gd name="connsiteY8" fmla="*/ 4603530 h 4882057"/>
              <a:gd name="connsiteX9" fmla="*/ 515008 w 515008"/>
              <a:gd name="connsiteY9" fmla="*/ 4624553 h 4882057"/>
              <a:gd name="connsiteX10" fmla="*/ 257504 w 515008"/>
              <a:gd name="connsiteY10" fmla="*/ 4882057 h 4882057"/>
              <a:gd name="connsiteX11" fmla="*/ 0 w 515008"/>
              <a:gd name="connsiteY11" fmla="*/ 4624553 h 4882057"/>
              <a:gd name="connsiteX12" fmla="*/ 2119 w 515008"/>
              <a:gd name="connsiteY12" fmla="*/ 4603530 h 4882057"/>
              <a:gd name="connsiteX13" fmla="*/ 1471 w 515008"/>
              <a:gd name="connsiteY13" fmla="*/ 4603530 h 4882057"/>
              <a:gd name="connsiteX14" fmla="*/ 1471 w 515008"/>
              <a:gd name="connsiteY14" fmla="*/ 272096 h 4882057"/>
              <a:gd name="connsiteX15" fmla="*/ 0 w 515008"/>
              <a:gd name="connsiteY15" fmla="*/ 257504 h 4882057"/>
              <a:gd name="connsiteX16" fmla="*/ 1471 w 515008"/>
              <a:gd name="connsiteY16" fmla="*/ 242912 h 4882057"/>
              <a:gd name="connsiteX17" fmla="*/ 1471 w 515008"/>
              <a:gd name="connsiteY17" fmla="*/ 220716 h 4882057"/>
              <a:gd name="connsiteX18" fmla="*/ 3709 w 515008"/>
              <a:gd name="connsiteY18" fmla="*/ 220716 h 4882057"/>
              <a:gd name="connsiteX19" fmla="*/ 5232 w 515008"/>
              <a:gd name="connsiteY19" fmla="*/ 205608 h 4882057"/>
              <a:gd name="connsiteX20" fmla="*/ 257504 w 515008"/>
              <a:gd name="connsiteY20" fmla="*/ 0 h 48820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15008" h="4882057">
                <a:moveTo>
                  <a:pt x="257504" y="0"/>
                </a:moveTo>
                <a:cubicBezTo>
                  <a:pt x="381943" y="0"/>
                  <a:pt x="485765" y="88268"/>
                  <a:pt x="509777" y="205608"/>
                </a:cubicBezTo>
                <a:lnTo>
                  <a:pt x="511300" y="220716"/>
                </a:lnTo>
                <a:lnTo>
                  <a:pt x="513535" y="220716"/>
                </a:lnTo>
                <a:lnTo>
                  <a:pt x="513535" y="242892"/>
                </a:lnTo>
                <a:lnTo>
                  <a:pt x="515008" y="257504"/>
                </a:lnTo>
                <a:lnTo>
                  <a:pt x="513535" y="272116"/>
                </a:lnTo>
                <a:lnTo>
                  <a:pt x="513535" y="4603530"/>
                </a:lnTo>
                <a:lnTo>
                  <a:pt x="512889" y="4603530"/>
                </a:lnTo>
                <a:lnTo>
                  <a:pt x="515008" y="4624553"/>
                </a:lnTo>
                <a:cubicBezTo>
                  <a:pt x="515008" y="4766769"/>
                  <a:pt x="399720" y="4882057"/>
                  <a:pt x="257504" y="4882057"/>
                </a:cubicBezTo>
                <a:cubicBezTo>
                  <a:pt x="115288" y="4882057"/>
                  <a:pt x="0" y="4766769"/>
                  <a:pt x="0" y="4624553"/>
                </a:cubicBezTo>
                <a:lnTo>
                  <a:pt x="2119" y="4603530"/>
                </a:lnTo>
                <a:lnTo>
                  <a:pt x="1471" y="4603530"/>
                </a:lnTo>
                <a:lnTo>
                  <a:pt x="1471" y="272096"/>
                </a:lnTo>
                <a:lnTo>
                  <a:pt x="0" y="257504"/>
                </a:lnTo>
                <a:lnTo>
                  <a:pt x="1471" y="242912"/>
                </a:lnTo>
                <a:lnTo>
                  <a:pt x="1471" y="220716"/>
                </a:lnTo>
                <a:lnTo>
                  <a:pt x="3709" y="220716"/>
                </a:lnTo>
                <a:lnTo>
                  <a:pt x="5232" y="205608"/>
                </a:lnTo>
                <a:cubicBezTo>
                  <a:pt x="29243" y="88268"/>
                  <a:pt x="133065" y="0"/>
                  <a:pt x="257504" y="0"/>
                </a:cubicBezTo>
                <a:close/>
              </a:path>
            </a:pathLst>
          </a:custGeom>
          <a:solidFill>
            <a:schemeClr val="accent4">
              <a:lumMod val="75000"/>
            </a:schemeClr>
          </a:soli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endParaRPr lang="en-GB" dirty="0"/>
          </a:p>
        </p:txBody>
      </p:sp>
      <p:sp>
        <p:nvSpPr>
          <p:cNvPr id="37" name="TextBox 36">
            <a:extLst>
              <a:ext uri="{FF2B5EF4-FFF2-40B4-BE49-F238E27FC236}">
                <a16:creationId xmlns:a16="http://schemas.microsoft.com/office/drawing/2014/main" id="{F867CD6C-33C3-D19E-31C2-0EE50FF956FC}"/>
              </a:ext>
            </a:extLst>
          </p:cNvPr>
          <p:cNvSpPr txBox="1"/>
          <p:nvPr/>
        </p:nvSpPr>
        <p:spPr>
          <a:xfrm>
            <a:off x="1986455" y="3520966"/>
            <a:ext cx="1376855" cy="646331"/>
          </a:xfrm>
          <a:prstGeom prst="rect">
            <a:avLst/>
          </a:prstGeom>
          <a:noFill/>
        </p:spPr>
        <p:txBody>
          <a:bodyPr wrap="square" rtlCol="0">
            <a:spAutoFit/>
          </a:bodyPr>
          <a:lstStyle/>
          <a:p>
            <a:pPr algn="ctr"/>
            <a:r>
              <a:rPr lang="en-GB" dirty="0">
                <a:latin typeface="+mn-lt"/>
              </a:rPr>
              <a:t>Lead Scoring</a:t>
            </a:r>
          </a:p>
        </p:txBody>
      </p:sp>
      <p:grpSp>
        <p:nvGrpSpPr>
          <p:cNvPr id="67" name="Group 66">
            <a:extLst>
              <a:ext uri="{FF2B5EF4-FFF2-40B4-BE49-F238E27FC236}">
                <a16:creationId xmlns:a16="http://schemas.microsoft.com/office/drawing/2014/main" id="{230DA6B6-CA8F-9840-F634-F89E56CD9099}"/>
              </a:ext>
            </a:extLst>
          </p:cNvPr>
          <p:cNvGrpSpPr/>
          <p:nvPr/>
        </p:nvGrpSpPr>
        <p:grpSpPr>
          <a:xfrm>
            <a:off x="0" y="3111518"/>
            <a:ext cx="11886750" cy="1878868"/>
            <a:chOff x="0" y="3111518"/>
            <a:chExt cx="11886750" cy="1878868"/>
          </a:xfrm>
        </p:grpSpPr>
        <p:sp>
          <p:nvSpPr>
            <p:cNvPr id="30" name="Oval 29">
              <a:extLst>
                <a:ext uri="{FF2B5EF4-FFF2-40B4-BE49-F238E27FC236}">
                  <a16:creationId xmlns:a16="http://schemas.microsoft.com/office/drawing/2014/main" id="{44984A0B-9E50-6582-F664-821CAF9C8D9B}"/>
                </a:ext>
              </a:extLst>
            </p:cNvPr>
            <p:cNvSpPr/>
            <p:nvPr/>
          </p:nvSpPr>
          <p:spPr>
            <a:xfrm>
              <a:off x="3095625" y="3982095"/>
              <a:ext cx="8534399" cy="837555"/>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11" name="Group 10">
              <a:extLst>
                <a:ext uri="{FF2B5EF4-FFF2-40B4-BE49-F238E27FC236}">
                  <a16:creationId xmlns:a16="http://schemas.microsoft.com/office/drawing/2014/main" id="{F7EBA743-4D26-4B67-A95E-B375D646972A}"/>
                </a:ext>
              </a:extLst>
            </p:cNvPr>
            <p:cNvGrpSpPr/>
            <p:nvPr/>
          </p:nvGrpSpPr>
          <p:grpSpPr>
            <a:xfrm>
              <a:off x="3488953" y="3111518"/>
              <a:ext cx="8397797" cy="1591056"/>
              <a:chOff x="3488953" y="1311293"/>
              <a:chExt cx="8397797" cy="1591056"/>
            </a:xfrm>
          </p:grpSpPr>
          <p:sp>
            <p:nvSpPr>
              <p:cNvPr id="12" name="Isosceles Triangle 11">
                <a:extLst>
                  <a:ext uri="{FF2B5EF4-FFF2-40B4-BE49-F238E27FC236}">
                    <a16:creationId xmlns:a16="http://schemas.microsoft.com/office/drawing/2014/main" id="{E0EDA184-8EEF-60EF-24C1-13D25244C6A3}"/>
                  </a:ext>
                </a:extLst>
              </p:cNvPr>
              <p:cNvSpPr/>
              <p:nvPr/>
            </p:nvSpPr>
            <p:spPr>
              <a:xfrm rot="5400000">
                <a:off x="10405422" y="1421021"/>
                <a:ext cx="1591056" cy="1371600"/>
              </a:xfrm>
              <a:prstGeom prst="triangl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Top Corners Rounded 12">
                <a:extLst>
                  <a:ext uri="{FF2B5EF4-FFF2-40B4-BE49-F238E27FC236}">
                    <a16:creationId xmlns:a16="http://schemas.microsoft.com/office/drawing/2014/main" id="{08499482-66E4-CDFA-2CF2-AB422F08F9F2}"/>
                  </a:ext>
                </a:extLst>
              </p:cNvPr>
              <p:cNvSpPr/>
              <p:nvPr/>
            </p:nvSpPr>
            <p:spPr>
              <a:xfrm rot="16200000">
                <a:off x="4301113" y="827384"/>
                <a:ext cx="936000" cy="2560320"/>
              </a:xfrm>
              <a:prstGeom prst="round2SameRect">
                <a:avLst>
                  <a:gd name="adj1" fmla="val 50000"/>
                  <a:gd name="adj2" fmla="val 0"/>
                </a:avLst>
              </a:prstGeom>
              <a:solidFill>
                <a:schemeClr val="accent5"/>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7F3104C5-A1AD-5F95-73B7-34BF37883B1D}"/>
                  </a:ext>
                </a:extLst>
              </p:cNvPr>
              <p:cNvSpPr/>
              <p:nvPr/>
            </p:nvSpPr>
            <p:spPr>
              <a:xfrm rot="16200000">
                <a:off x="6843833" y="827384"/>
                <a:ext cx="936000" cy="2560320"/>
              </a:xfrm>
              <a:prstGeom prst="rect">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B8166BA9-72FD-F201-9074-E710689537CE}"/>
                  </a:ext>
                </a:extLst>
              </p:cNvPr>
              <p:cNvSpPr/>
              <p:nvPr/>
            </p:nvSpPr>
            <p:spPr>
              <a:xfrm rot="16200000">
                <a:off x="9248670" y="964543"/>
                <a:ext cx="937446" cy="22860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TextBox 15">
                <a:extLst>
                  <a:ext uri="{FF2B5EF4-FFF2-40B4-BE49-F238E27FC236}">
                    <a16:creationId xmlns:a16="http://schemas.microsoft.com/office/drawing/2014/main" id="{A2BA3065-C853-2235-17A8-19B18977ABE1}"/>
                  </a:ext>
                </a:extLst>
              </p:cNvPr>
              <p:cNvSpPr txBox="1"/>
              <p:nvPr/>
            </p:nvSpPr>
            <p:spPr>
              <a:xfrm>
                <a:off x="8752312" y="2000895"/>
                <a:ext cx="2525288" cy="307777"/>
              </a:xfrm>
              <a:prstGeom prst="rect">
                <a:avLst/>
              </a:prstGeom>
              <a:noFill/>
            </p:spPr>
            <p:txBody>
              <a:bodyPr wrap="square" rtlCol="0">
                <a:spAutoFit/>
              </a:bodyPr>
              <a:lstStyle/>
              <a:p>
                <a:pPr algn="ctr"/>
                <a:r>
                  <a:rPr lang="en-GB" sz="1400" dirty="0">
                    <a:solidFill>
                      <a:schemeClr val="bg2"/>
                    </a:solidFill>
                    <a:latin typeface="+mn-lt"/>
                  </a:rPr>
                  <a:t>Accumulative Total =  10</a:t>
                </a:r>
              </a:p>
            </p:txBody>
          </p:sp>
          <p:sp>
            <p:nvSpPr>
              <p:cNvPr id="17" name="TextBox 16">
                <a:extLst>
                  <a:ext uri="{FF2B5EF4-FFF2-40B4-BE49-F238E27FC236}">
                    <a16:creationId xmlns:a16="http://schemas.microsoft.com/office/drawing/2014/main" id="{717A9CF1-ADFB-94BC-CE9E-EE5EE81A3567}"/>
                  </a:ext>
                </a:extLst>
              </p:cNvPr>
              <p:cNvSpPr txBox="1"/>
              <p:nvPr/>
            </p:nvSpPr>
            <p:spPr>
              <a:xfrm>
                <a:off x="3914387" y="1765464"/>
                <a:ext cx="1981916" cy="523220"/>
              </a:xfrm>
              <a:prstGeom prst="rect">
                <a:avLst/>
              </a:prstGeom>
              <a:noFill/>
            </p:spPr>
            <p:txBody>
              <a:bodyPr wrap="square" rtlCol="0">
                <a:spAutoFit/>
              </a:bodyPr>
              <a:lstStyle/>
              <a:p>
                <a:pPr algn="ctr"/>
                <a:r>
                  <a:rPr lang="en-GB" sz="1400" dirty="0"/>
                  <a:t>Attended </a:t>
                </a:r>
                <a:r>
                  <a:rPr lang="en-GB" sz="1400" b="1" dirty="0"/>
                  <a:t>more than 1 time </a:t>
                </a:r>
                <a:r>
                  <a:rPr lang="en-GB" sz="1400" dirty="0"/>
                  <a:t>in the last 7 days</a:t>
                </a:r>
              </a:p>
            </p:txBody>
          </p:sp>
          <p:sp>
            <p:nvSpPr>
              <p:cNvPr id="18" name="TextBox 17">
                <a:extLst>
                  <a:ext uri="{FF2B5EF4-FFF2-40B4-BE49-F238E27FC236}">
                    <a16:creationId xmlns:a16="http://schemas.microsoft.com/office/drawing/2014/main" id="{6BC522B7-07B6-4A45-7DAA-BAE3B530B338}"/>
                  </a:ext>
                </a:extLst>
              </p:cNvPr>
              <p:cNvSpPr txBox="1"/>
              <p:nvPr/>
            </p:nvSpPr>
            <p:spPr>
              <a:xfrm>
                <a:off x="6508952" y="1712912"/>
                <a:ext cx="1564963" cy="738664"/>
              </a:xfrm>
              <a:prstGeom prst="rect">
                <a:avLst/>
              </a:prstGeom>
              <a:noFill/>
            </p:spPr>
            <p:txBody>
              <a:bodyPr wrap="square" rtlCol="0">
                <a:spAutoFit/>
              </a:bodyPr>
              <a:lstStyle>
                <a:defPPr>
                  <a:defRPr lang="en-US"/>
                </a:defPPr>
                <a:lvl1pPr algn="ctr">
                  <a:defRPr sz="1400">
                    <a:solidFill>
                      <a:schemeClr val="bg2"/>
                    </a:solidFill>
                    <a:latin typeface="+mn-lt"/>
                  </a:defRPr>
                </a:lvl1pPr>
              </a:lstStyle>
              <a:p>
                <a:r>
                  <a:rPr lang="en-GB" dirty="0"/>
                  <a:t>Score = 100</a:t>
                </a:r>
              </a:p>
              <a:p>
                <a:r>
                  <a:rPr lang="en-GB" dirty="0"/>
                  <a:t>Weight = 10%</a:t>
                </a:r>
              </a:p>
              <a:p>
                <a:r>
                  <a:rPr lang="en-GB" b="1" dirty="0"/>
                  <a:t>Points =  10</a:t>
                </a:r>
              </a:p>
            </p:txBody>
          </p:sp>
        </p:grpSp>
        <p:grpSp>
          <p:nvGrpSpPr>
            <p:cNvPr id="40" name="Group 39">
              <a:extLst>
                <a:ext uri="{FF2B5EF4-FFF2-40B4-BE49-F238E27FC236}">
                  <a16:creationId xmlns:a16="http://schemas.microsoft.com/office/drawing/2014/main" id="{B91AFA11-67F0-B342-3E49-9D0F9E014137}"/>
                </a:ext>
              </a:extLst>
            </p:cNvPr>
            <p:cNvGrpSpPr/>
            <p:nvPr/>
          </p:nvGrpSpPr>
          <p:grpSpPr>
            <a:xfrm>
              <a:off x="0" y="3176360"/>
              <a:ext cx="2232402" cy="1814026"/>
              <a:chOff x="0" y="1447408"/>
              <a:chExt cx="2232402" cy="1814026"/>
            </a:xfrm>
          </p:grpSpPr>
          <p:sp>
            <p:nvSpPr>
              <p:cNvPr id="41" name="Oval 40">
                <a:extLst>
                  <a:ext uri="{FF2B5EF4-FFF2-40B4-BE49-F238E27FC236}">
                    <a16:creationId xmlns:a16="http://schemas.microsoft.com/office/drawing/2014/main" id="{7B2EC361-D099-E1B6-F4A0-5BA50D5FD9C1}"/>
                  </a:ext>
                </a:extLst>
              </p:cNvPr>
              <p:cNvSpPr/>
              <p:nvPr/>
            </p:nvSpPr>
            <p:spPr>
              <a:xfrm>
                <a:off x="0" y="2499151"/>
                <a:ext cx="2232402" cy="762283"/>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2" name="Rectangle: Rounded Corners 41">
                <a:extLst>
                  <a:ext uri="{FF2B5EF4-FFF2-40B4-BE49-F238E27FC236}">
                    <a16:creationId xmlns:a16="http://schemas.microsoft.com/office/drawing/2014/main" id="{9C50D82F-FB2D-1940-52F1-42B026E1F170}"/>
                  </a:ext>
                </a:extLst>
              </p:cNvPr>
              <p:cNvSpPr/>
              <p:nvPr/>
            </p:nvSpPr>
            <p:spPr>
              <a:xfrm>
                <a:off x="389691" y="1447408"/>
                <a:ext cx="1453020" cy="1390389"/>
              </a:xfrm>
              <a:prstGeom prst="roundRect">
                <a:avLst>
                  <a:gd name="adj" fmla="val 21322"/>
                </a:avLst>
              </a:prstGeom>
              <a:solidFill>
                <a:schemeClr val="accent1"/>
              </a:solidFill>
              <a:ln w="57150">
                <a:solidFill>
                  <a:schemeClr val="bg2"/>
                </a:solidFill>
              </a:ln>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bg2"/>
                    </a:solidFill>
                  </a:rPr>
                  <a:t>9</a:t>
                </a:r>
                <a:r>
                  <a:rPr lang="en-GB" sz="1400" b="1" baseline="30000" dirty="0">
                    <a:solidFill>
                      <a:schemeClr val="bg2"/>
                    </a:solidFill>
                  </a:rPr>
                  <a:t>th</a:t>
                </a:r>
                <a:r>
                  <a:rPr lang="en-GB" sz="1400" b="1" dirty="0">
                    <a:solidFill>
                      <a:schemeClr val="bg2"/>
                    </a:solidFill>
                  </a:rPr>
                  <a:t> May 2024</a:t>
                </a:r>
              </a:p>
              <a:p>
                <a:pPr algn="ctr"/>
                <a:r>
                  <a:rPr lang="en-GB" sz="1000" dirty="0">
                    <a:solidFill>
                      <a:schemeClr val="bg2"/>
                    </a:solidFill>
                  </a:rPr>
                  <a:t>Registers for   Keynote – Vision for the Future Session</a:t>
                </a:r>
              </a:p>
            </p:txBody>
          </p:sp>
        </p:grpSp>
      </p:grpSp>
      <p:grpSp>
        <p:nvGrpSpPr>
          <p:cNvPr id="68" name="Group 67">
            <a:extLst>
              <a:ext uri="{FF2B5EF4-FFF2-40B4-BE49-F238E27FC236}">
                <a16:creationId xmlns:a16="http://schemas.microsoft.com/office/drawing/2014/main" id="{02D57216-4C5E-C87F-3677-C072280315C9}"/>
              </a:ext>
            </a:extLst>
          </p:cNvPr>
          <p:cNvGrpSpPr/>
          <p:nvPr/>
        </p:nvGrpSpPr>
        <p:grpSpPr>
          <a:xfrm>
            <a:off x="0" y="4911743"/>
            <a:ext cx="11886750" cy="1860148"/>
            <a:chOff x="0" y="4911743"/>
            <a:chExt cx="11886750" cy="1860148"/>
          </a:xfrm>
        </p:grpSpPr>
        <p:sp>
          <p:nvSpPr>
            <p:cNvPr id="31" name="Oval 30">
              <a:extLst>
                <a:ext uri="{FF2B5EF4-FFF2-40B4-BE49-F238E27FC236}">
                  <a16:creationId xmlns:a16="http://schemas.microsoft.com/office/drawing/2014/main" id="{E00A5C7A-912E-0FA0-77C0-F1A48A891F33}"/>
                </a:ext>
              </a:extLst>
            </p:cNvPr>
            <p:cNvSpPr/>
            <p:nvPr/>
          </p:nvSpPr>
          <p:spPr>
            <a:xfrm>
              <a:off x="3095625" y="5839470"/>
              <a:ext cx="8534399" cy="837555"/>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19" name="Group 18">
              <a:extLst>
                <a:ext uri="{FF2B5EF4-FFF2-40B4-BE49-F238E27FC236}">
                  <a16:creationId xmlns:a16="http://schemas.microsoft.com/office/drawing/2014/main" id="{FF14123D-55C4-57A1-B469-81C844FB4BDC}"/>
                </a:ext>
              </a:extLst>
            </p:cNvPr>
            <p:cNvGrpSpPr/>
            <p:nvPr/>
          </p:nvGrpSpPr>
          <p:grpSpPr>
            <a:xfrm>
              <a:off x="3488953" y="4911743"/>
              <a:ext cx="8397797" cy="1591056"/>
              <a:chOff x="3488953" y="1311293"/>
              <a:chExt cx="8397797" cy="1591056"/>
            </a:xfrm>
          </p:grpSpPr>
          <p:sp>
            <p:nvSpPr>
              <p:cNvPr id="20" name="Isosceles Triangle 19">
                <a:extLst>
                  <a:ext uri="{FF2B5EF4-FFF2-40B4-BE49-F238E27FC236}">
                    <a16:creationId xmlns:a16="http://schemas.microsoft.com/office/drawing/2014/main" id="{54B8A723-1031-EF34-DDB0-7BA887F462BE}"/>
                  </a:ext>
                </a:extLst>
              </p:cNvPr>
              <p:cNvSpPr/>
              <p:nvPr/>
            </p:nvSpPr>
            <p:spPr>
              <a:xfrm rot="5400000">
                <a:off x="10405422" y="1421021"/>
                <a:ext cx="1591056" cy="1371600"/>
              </a:xfrm>
              <a:prstGeom prst="triangl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Top Corners Rounded 20">
                <a:extLst>
                  <a:ext uri="{FF2B5EF4-FFF2-40B4-BE49-F238E27FC236}">
                    <a16:creationId xmlns:a16="http://schemas.microsoft.com/office/drawing/2014/main" id="{11C298BA-57A5-3384-14B5-E9ABDD700943}"/>
                  </a:ext>
                </a:extLst>
              </p:cNvPr>
              <p:cNvSpPr/>
              <p:nvPr/>
            </p:nvSpPr>
            <p:spPr>
              <a:xfrm rot="16200000">
                <a:off x="4301113" y="827384"/>
                <a:ext cx="936000" cy="2560320"/>
              </a:xfrm>
              <a:prstGeom prst="round2SameRect">
                <a:avLst>
                  <a:gd name="adj1" fmla="val 50000"/>
                  <a:gd name="adj2" fmla="val 0"/>
                </a:avLst>
              </a:prstGeom>
              <a:solidFill>
                <a:schemeClr val="accent5"/>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AE3DEDAC-C24B-B1C0-1410-D87F6E2E7D6F}"/>
                  </a:ext>
                </a:extLst>
              </p:cNvPr>
              <p:cNvSpPr/>
              <p:nvPr/>
            </p:nvSpPr>
            <p:spPr>
              <a:xfrm rot="16200000">
                <a:off x="6843833" y="827384"/>
                <a:ext cx="936000" cy="2560320"/>
              </a:xfrm>
              <a:prstGeom prst="rect">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AC01CA0-A5BA-EFA0-2972-981D04401675}"/>
                  </a:ext>
                </a:extLst>
              </p:cNvPr>
              <p:cNvSpPr/>
              <p:nvPr/>
            </p:nvSpPr>
            <p:spPr>
              <a:xfrm rot="16200000">
                <a:off x="9248670" y="964543"/>
                <a:ext cx="937446" cy="22860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TextBox 23">
                <a:extLst>
                  <a:ext uri="{FF2B5EF4-FFF2-40B4-BE49-F238E27FC236}">
                    <a16:creationId xmlns:a16="http://schemas.microsoft.com/office/drawing/2014/main" id="{3ACC920C-6E23-D518-F3C6-B1FC1A61D3B1}"/>
                  </a:ext>
                </a:extLst>
              </p:cNvPr>
              <p:cNvSpPr txBox="1"/>
              <p:nvPr/>
            </p:nvSpPr>
            <p:spPr>
              <a:xfrm>
                <a:off x="8684520" y="1839035"/>
                <a:ext cx="2349240" cy="523220"/>
              </a:xfrm>
              <a:prstGeom prst="rect">
                <a:avLst/>
              </a:prstGeom>
              <a:noFill/>
            </p:spPr>
            <p:txBody>
              <a:bodyPr wrap="square" rtlCol="0">
                <a:spAutoFit/>
              </a:bodyPr>
              <a:lstStyle/>
              <a:p>
                <a:pPr algn="ctr"/>
                <a:r>
                  <a:rPr lang="en-GB" sz="1400" dirty="0">
                    <a:solidFill>
                      <a:schemeClr val="bg2"/>
                    </a:solidFill>
                    <a:latin typeface="+mn-lt"/>
                  </a:rPr>
                  <a:t>Accumulative Total = 10</a:t>
                </a:r>
              </a:p>
              <a:p>
                <a:pPr algn="ctr"/>
                <a:r>
                  <a:rPr lang="en-GB" sz="1400" dirty="0">
                    <a:solidFill>
                      <a:schemeClr val="bg2"/>
                    </a:solidFill>
                    <a:latin typeface="+mn-lt"/>
                  </a:rPr>
                  <a:t>No Further Action</a:t>
                </a:r>
              </a:p>
            </p:txBody>
          </p:sp>
          <p:sp>
            <p:nvSpPr>
              <p:cNvPr id="25" name="TextBox 24">
                <a:extLst>
                  <a:ext uri="{FF2B5EF4-FFF2-40B4-BE49-F238E27FC236}">
                    <a16:creationId xmlns:a16="http://schemas.microsoft.com/office/drawing/2014/main" id="{CABB2716-06D0-E290-E40A-B9EB2611EB19}"/>
                  </a:ext>
                </a:extLst>
              </p:cNvPr>
              <p:cNvSpPr txBox="1"/>
              <p:nvPr/>
            </p:nvSpPr>
            <p:spPr>
              <a:xfrm>
                <a:off x="3829297" y="1754954"/>
                <a:ext cx="1960896" cy="738664"/>
              </a:xfrm>
              <a:prstGeom prst="rect">
                <a:avLst/>
              </a:prstGeom>
              <a:noFill/>
            </p:spPr>
            <p:txBody>
              <a:bodyPr wrap="square" rtlCol="0">
                <a:spAutoFit/>
              </a:bodyPr>
              <a:lstStyle/>
              <a:p>
                <a:pPr algn="ctr"/>
                <a:r>
                  <a:rPr lang="en-GB" sz="1400" dirty="0"/>
                  <a:t>Registered </a:t>
                </a:r>
                <a:r>
                  <a:rPr lang="en-GB" sz="1400" b="1" dirty="0"/>
                  <a:t>more than 1 time </a:t>
                </a:r>
                <a:r>
                  <a:rPr lang="en-GB" sz="1400" dirty="0"/>
                  <a:t>in the last 7 days</a:t>
                </a:r>
                <a:endParaRPr lang="en-GB" sz="1400" dirty="0">
                  <a:solidFill>
                    <a:schemeClr val="bg2"/>
                  </a:solidFill>
                  <a:latin typeface="+mn-lt"/>
                </a:endParaRPr>
              </a:p>
            </p:txBody>
          </p:sp>
          <p:sp>
            <p:nvSpPr>
              <p:cNvPr id="26" name="TextBox 25">
                <a:extLst>
                  <a:ext uri="{FF2B5EF4-FFF2-40B4-BE49-F238E27FC236}">
                    <a16:creationId xmlns:a16="http://schemas.microsoft.com/office/drawing/2014/main" id="{E5F1BCE1-CD3C-CF34-27AC-CAEDD594F3C8}"/>
                  </a:ext>
                </a:extLst>
              </p:cNvPr>
              <p:cNvSpPr txBox="1"/>
              <p:nvPr/>
            </p:nvSpPr>
            <p:spPr>
              <a:xfrm>
                <a:off x="6498442" y="1765464"/>
                <a:ext cx="1564963" cy="738664"/>
              </a:xfrm>
              <a:prstGeom prst="rect">
                <a:avLst/>
              </a:prstGeom>
              <a:noFill/>
            </p:spPr>
            <p:txBody>
              <a:bodyPr wrap="square" rtlCol="0">
                <a:spAutoFit/>
              </a:bodyPr>
              <a:lstStyle>
                <a:defPPr>
                  <a:defRPr lang="en-US"/>
                </a:defPPr>
                <a:lvl1pPr algn="ctr">
                  <a:defRPr sz="1400">
                    <a:solidFill>
                      <a:schemeClr val="bg2"/>
                    </a:solidFill>
                    <a:latin typeface="+mn-lt"/>
                  </a:defRPr>
                </a:lvl1pPr>
              </a:lstStyle>
              <a:p>
                <a:r>
                  <a:rPr lang="en-GB" dirty="0"/>
                  <a:t>Score = 100</a:t>
                </a:r>
              </a:p>
              <a:p>
                <a:r>
                  <a:rPr lang="en-GB" dirty="0"/>
                  <a:t>Weight = 10%</a:t>
                </a:r>
              </a:p>
              <a:p>
                <a:r>
                  <a:rPr lang="en-GB" b="1" dirty="0"/>
                  <a:t>Points =  10</a:t>
                </a:r>
              </a:p>
            </p:txBody>
          </p:sp>
        </p:grpSp>
        <p:grpSp>
          <p:nvGrpSpPr>
            <p:cNvPr id="43" name="Group 42">
              <a:extLst>
                <a:ext uri="{FF2B5EF4-FFF2-40B4-BE49-F238E27FC236}">
                  <a16:creationId xmlns:a16="http://schemas.microsoft.com/office/drawing/2014/main" id="{0F5E4C4F-2DD8-5D51-8BE5-1C4196426C67}"/>
                </a:ext>
              </a:extLst>
            </p:cNvPr>
            <p:cNvGrpSpPr/>
            <p:nvPr/>
          </p:nvGrpSpPr>
          <p:grpSpPr>
            <a:xfrm>
              <a:off x="0" y="4957865"/>
              <a:ext cx="2232402" cy="1814026"/>
              <a:chOff x="0" y="1447408"/>
              <a:chExt cx="2232402" cy="1814026"/>
            </a:xfrm>
          </p:grpSpPr>
          <p:sp>
            <p:nvSpPr>
              <p:cNvPr id="44" name="Oval 43">
                <a:extLst>
                  <a:ext uri="{FF2B5EF4-FFF2-40B4-BE49-F238E27FC236}">
                    <a16:creationId xmlns:a16="http://schemas.microsoft.com/office/drawing/2014/main" id="{FC05A0DC-A11D-91E5-2E93-CE6B4985032E}"/>
                  </a:ext>
                </a:extLst>
              </p:cNvPr>
              <p:cNvSpPr/>
              <p:nvPr/>
            </p:nvSpPr>
            <p:spPr>
              <a:xfrm>
                <a:off x="0" y="2499151"/>
                <a:ext cx="2232402" cy="762283"/>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5" name="Rectangle: Rounded Corners 44">
                <a:extLst>
                  <a:ext uri="{FF2B5EF4-FFF2-40B4-BE49-F238E27FC236}">
                    <a16:creationId xmlns:a16="http://schemas.microsoft.com/office/drawing/2014/main" id="{AF89448F-8955-5EF2-EAFF-5C8FD81E1679}"/>
                  </a:ext>
                </a:extLst>
              </p:cNvPr>
              <p:cNvSpPr/>
              <p:nvPr/>
            </p:nvSpPr>
            <p:spPr>
              <a:xfrm>
                <a:off x="389691" y="1447408"/>
                <a:ext cx="1453020" cy="1390389"/>
              </a:xfrm>
              <a:prstGeom prst="roundRect">
                <a:avLst>
                  <a:gd name="adj" fmla="val 21322"/>
                </a:avLst>
              </a:prstGeom>
              <a:solidFill>
                <a:schemeClr val="accent1"/>
              </a:solidFill>
              <a:ln w="57150">
                <a:solidFill>
                  <a:schemeClr val="bg2"/>
                </a:solidFill>
              </a:ln>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bg2"/>
                    </a:solidFill>
                  </a:rPr>
                  <a:t>16</a:t>
                </a:r>
                <a:r>
                  <a:rPr lang="en-GB" sz="1400" b="1" baseline="30000" dirty="0">
                    <a:solidFill>
                      <a:schemeClr val="bg2"/>
                    </a:solidFill>
                  </a:rPr>
                  <a:t>th</a:t>
                </a:r>
                <a:r>
                  <a:rPr lang="en-GB" sz="1400" b="1" dirty="0">
                    <a:solidFill>
                      <a:schemeClr val="bg2"/>
                    </a:solidFill>
                  </a:rPr>
                  <a:t> May 2024</a:t>
                </a:r>
              </a:p>
              <a:p>
                <a:pPr algn="ctr"/>
                <a:r>
                  <a:rPr lang="en-GB" sz="1000" dirty="0">
                    <a:solidFill>
                      <a:schemeClr val="bg2"/>
                    </a:solidFill>
                  </a:rPr>
                  <a:t>Registers for Breakout Session -</a:t>
                </a:r>
                <a:r>
                  <a:rPr lang="en-US" sz="1000" dirty="0">
                    <a:solidFill>
                      <a:schemeClr val="bg2"/>
                    </a:solidFill>
                  </a:rPr>
                  <a:t>Connecting the Dots</a:t>
                </a:r>
                <a:endParaRPr lang="en-GB" sz="1000" dirty="0">
                  <a:solidFill>
                    <a:schemeClr val="bg2"/>
                  </a:solidFill>
                </a:endParaRPr>
              </a:p>
            </p:txBody>
          </p:sp>
        </p:grpSp>
      </p:grpSp>
      <p:sp>
        <p:nvSpPr>
          <p:cNvPr id="46" name="Oval 45">
            <a:extLst>
              <a:ext uri="{FF2B5EF4-FFF2-40B4-BE49-F238E27FC236}">
                <a16:creationId xmlns:a16="http://schemas.microsoft.com/office/drawing/2014/main" id="{16156ABA-784E-E110-D7FC-DCB6EA49267F}"/>
              </a:ext>
            </a:extLst>
          </p:cNvPr>
          <p:cNvSpPr/>
          <p:nvPr/>
        </p:nvSpPr>
        <p:spPr>
          <a:xfrm>
            <a:off x="4459015" y="591439"/>
            <a:ext cx="701459" cy="701459"/>
          </a:xfrm>
          <a:prstGeom prst="ellipse">
            <a:avLst/>
          </a:prstGeom>
          <a:solidFill>
            <a:schemeClr val="accent5"/>
          </a:solidFill>
          <a:ln w="412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TextBox 47">
            <a:extLst>
              <a:ext uri="{FF2B5EF4-FFF2-40B4-BE49-F238E27FC236}">
                <a16:creationId xmlns:a16="http://schemas.microsoft.com/office/drawing/2014/main" id="{52071372-4527-25E3-D988-7FE30CEC6A95}"/>
              </a:ext>
            </a:extLst>
          </p:cNvPr>
          <p:cNvSpPr txBox="1"/>
          <p:nvPr/>
        </p:nvSpPr>
        <p:spPr>
          <a:xfrm>
            <a:off x="4519449" y="809297"/>
            <a:ext cx="557048" cy="246221"/>
          </a:xfrm>
          <a:prstGeom prst="rect">
            <a:avLst/>
          </a:prstGeom>
          <a:noFill/>
        </p:spPr>
        <p:txBody>
          <a:bodyPr wrap="square" rtlCol="0">
            <a:spAutoFit/>
          </a:bodyPr>
          <a:lstStyle/>
          <a:p>
            <a:r>
              <a:rPr lang="en-GB" sz="1000" b="1" dirty="0">
                <a:solidFill>
                  <a:schemeClr val="bg2"/>
                </a:solidFill>
                <a:latin typeface="+mn-lt"/>
              </a:rPr>
              <a:t>Logic</a:t>
            </a:r>
          </a:p>
        </p:txBody>
      </p:sp>
      <p:sp>
        <p:nvSpPr>
          <p:cNvPr id="49" name="Oval 48">
            <a:extLst>
              <a:ext uri="{FF2B5EF4-FFF2-40B4-BE49-F238E27FC236}">
                <a16:creationId xmlns:a16="http://schemas.microsoft.com/office/drawing/2014/main" id="{6D8D06A1-75D7-62E6-4DFA-EFCB1F08431A}"/>
              </a:ext>
            </a:extLst>
          </p:cNvPr>
          <p:cNvSpPr/>
          <p:nvPr/>
        </p:nvSpPr>
        <p:spPr>
          <a:xfrm>
            <a:off x="6924479" y="591439"/>
            <a:ext cx="701459" cy="701459"/>
          </a:xfrm>
          <a:prstGeom prst="ellipse">
            <a:avLst/>
          </a:prstGeom>
          <a:solidFill>
            <a:schemeClr val="accent2"/>
          </a:solidFill>
          <a:ln w="412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TextBox 50">
            <a:extLst>
              <a:ext uri="{FF2B5EF4-FFF2-40B4-BE49-F238E27FC236}">
                <a16:creationId xmlns:a16="http://schemas.microsoft.com/office/drawing/2014/main" id="{FB6E5258-1EC3-1BBA-25BB-F2AD52594967}"/>
              </a:ext>
            </a:extLst>
          </p:cNvPr>
          <p:cNvSpPr txBox="1"/>
          <p:nvPr/>
        </p:nvSpPr>
        <p:spPr>
          <a:xfrm>
            <a:off x="6868511" y="835572"/>
            <a:ext cx="1051034" cy="246221"/>
          </a:xfrm>
          <a:prstGeom prst="rect">
            <a:avLst/>
          </a:prstGeom>
          <a:noFill/>
        </p:spPr>
        <p:txBody>
          <a:bodyPr wrap="square" rtlCol="0">
            <a:spAutoFit/>
          </a:bodyPr>
          <a:lstStyle/>
          <a:p>
            <a:r>
              <a:rPr lang="en-GB" sz="1000" b="1" dirty="0">
                <a:solidFill>
                  <a:schemeClr val="bg2"/>
                </a:solidFill>
                <a:latin typeface="+mn-lt"/>
              </a:rPr>
              <a:t>Calculation</a:t>
            </a:r>
          </a:p>
        </p:txBody>
      </p:sp>
      <p:sp>
        <p:nvSpPr>
          <p:cNvPr id="54" name="Oval 53">
            <a:extLst>
              <a:ext uri="{FF2B5EF4-FFF2-40B4-BE49-F238E27FC236}">
                <a16:creationId xmlns:a16="http://schemas.microsoft.com/office/drawing/2014/main" id="{6F4B0407-35B0-C2C8-AA97-F67A4631CDA4}"/>
              </a:ext>
            </a:extLst>
          </p:cNvPr>
          <p:cNvSpPr/>
          <p:nvPr/>
        </p:nvSpPr>
        <p:spPr>
          <a:xfrm>
            <a:off x="9347114" y="591439"/>
            <a:ext cx="701459" cy="701459"/>
          </a:xfrm>
          <a:prstGeom prst="ellipse">
            <a:avLst/>
          </a:prstGeom>
          <a:solidFill>
            <a:schemeClr val="accent1"/>
          </a:solidFill>
          <a:ln w="412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TextBox 56">
            <a:extLst>
              <a:ext uri="{FF2B5EF4-FFF2-40B4-BE49-F238E27FC236}">
                <a16:creationId xmlns:a16="http://schemas.microsoft.com/office/drawing/2014/main" id="{4299C8A5-C397-4704-A01E-FD08EF0261E6}"/>
              </a:ext>
            </a:extLst>
          </p:cNvPr>
          <p:cNvSpPr txBox="1"/>
          <p:nvPr/>
        </p:nvSpPr>
        <p:spPr>
          <a:xfrm>
            <a:off x="9417269" y="809296"/>
            <a:ext cx="1051034" cy="246221"/>
          </a:xfrm>
          <a:prstGeom prst="rect">
            <a:avLst/>
          </a:prstGeom>
          <a:noFill/>
        </p:spPr>
        <p:txBody>
          <a:bodyPr wrap="square" rtlCol="0">
            <a:spAutoFit/>
          </a:bodyPr>
          <a:lstStyle/>
          <a:p>
            <a:r>
              <a:rPr lang="en-GB" sz="1000" b="1" dirty="0">
                <a:solidFill>
                  <a:schemeClr val="bg2"/>
                </a:solidFill>
                <a:latin typeface="+mn-lt"/>
              </a:rPr>
              <a:t>Action</a:t>
            </a:r>
          </a:p>
        </p:txBody>
      </p:sp>
      <p:sp>
        <p:nvSpPr>
          <p:cNvPr id="2" name="Text Placeholder 1">
            <a:extLst>
              <a:ext uri="{FF2B5EF4-FFF2-40B4-BE49-F238E27FC236}">
                <a16:creationId xmlns:a16="http://schemas.microsoft.com/office/drawing/2014/main" id="{3B51743B-280C-7D22-E4B5-19A557AB9A85}"/>
              </a:ext>
            </a:extLst>
          </p:cNvPr>
          <p:cNvSpPr>
            <a:spLocks noGrp="1"/>
          </p:cNvSpPr>
          <p:nvPr>
            <p:ph type="body" sz="quarter" idx="82"/>
          </p:nvPr>
        </p:nvSpPr>
        <p:spPr/>
        <p:txBody>
          <a:bodyPr/>
          <a:lstStyle/>
          <a:p>
            <a:r>
              <a:rPr lang="en-GB" dirty="0"/>
              <a:t>Contact Registers for an Event</a:t>
            </a:r>
          </a:p>
        </p:txBody>
      </p:sp>
      <p:grpSp>
        <p:nvGrpSpPr>
          <p:cNvPr id="69" name="Group 68">
            <a:extLst>
              <a:ext uri="{FF2B5EF4-FFF2-40B4-BE49-F238E27FC236}">
                <a16:creationId xmlns:a16="http://schemas.microsoft.com/office/drawing/2014/main" id="{D545654B-23F5-9F41-C581-47E2B69A9D55}"/>
              </a:ext>
            </a:extLst>
          </p:cNvPr>
          <p:cNvGrpSpPr/>
          <p:nvPr/>
        </p:nvGrpSpPr>
        <p:grpSpPr>
          <a:xfrm>
            <a:off x="8270737" y="6307352"/>
            <a:ext cx="2114298" cy="454674"/>
            <a:chOff x="4277360" y="3449320"/>
            <a:chExt cx="2556578" cy="549785"/>
          </a:xfrm>
        </p:grpSpPr>
        <p:sp>
          <p:nvSpPr>
            <p:cNvPr id="70" name="Rectangle 69">
              <a:extLst>
                <a:ext uri="{FF2B5EF4-FFF2-40B4-BE49-F238E27FC236}">
                  <a16:creationId xmlns:a16="http://schemas.microsoft.com/office/drawing/2014/main" id="{B93CEB5D-8BAF-6EEB-91B0-804C794503E8}"/>
                </a:ext>
              </a:extLst>
            </p:cNvPr>
            <p:cNvSpPr/>
            <p:nvPr/>
          </p:nvSpPr>
          <p:spPr>
            <a:xfrm>
              <a:off x="4277360" y="3449320"/>
              <a:ext cx="579120" cy="28448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bg2"/>
                  </a:solidFill>
                </a:rPr>
                <a:t>4</a:t>
              </a:r>
            </a:p>
          </p:txBody>
        </p:sp>
        <p:sp>
          <p:nvSpPr>
            <p:cNvPr id="71" name="Rectangle 70">
              <a:extLst>
                <a:ext uri="{FF2B5EF4-FFF2-40B4-BE49-F238E27FC236}">
                  <a16:creationId xmlns:a16="http://schemas.microsoft.com/office/drawing/2014/main" id="{D2E7EF9F-41A1-808A-F418-1371B0BB473B}"/>
                </a:ext>
              </a:extLst>
            </p:cNvPr>
            <p:cNvSpPr/>
            <p:nvPr/>
          </p:nvSpPr>
          <p:spPr>
            <a:xfrm>
              <a:off x="4918336" y="3449320"/>
              <a:ext cx="579120" cy="28448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GB" b="1" dirty="0">
                  <a:solidFill>
                    <a:schemeClr val="bg2"/>
                  </a:solidFill>
                </a:rPr>
                <a:t>3</a:t>
              </a:r>
            </a:p>
          </p:txBody>
        </p:sp>
        <p:sp>
          <p:nvSpPr>
            <p:cNvPr id="72" name="Rectangle 71">
              <a:extLst>
                <a:ext uri="{FF2B5EF4-FFF2-40B4-BE49-F238E27FC236}">
                  <a16:creationId xmlns:a16="http://schemas.microsoft.com/office/drawing/2014/main" id="{3BDAD294-1887-6049-A752-CB2E36390D85}"/>
                </a:ext>
              </a:extLst>
            </p:cNvPr>
            <p:cNvSpPr/>
            <p:nvPr/>
          </p:nvSpPr>
          <p:spPr>
            <a:xfrm>
              <a:off x="5559312" y="3449320"/>
              <a:ext cx="579120" cy="284480"/>
            </a:xfrm>
            <a:prstGeom prst="rect">
              <a:avLst/>
            </a:prstGeom>
            <a:solidFill>
              <a:schemeClr val="accent5"/>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bg2"/>
                  </a:solidFill>
                </a:rPr>
                <a:t>2</a:t>
              </a:r>
            </a:p>
          </p:txBody>
        </p:sp>
        <p:sp>
          <p:nvSpPr>
            <p:cNvPr id="73" name="Rectangle 72">
              <a:extLst>
                <a:ext uri="{FF2B5EF4-FFF2-40B4-BE49-F238E27FC236}">
                  <a16:creationId xmlns:a16="http://schemas.microsoft.com/office/drawing/2014/main" id="{014CC251-2B0B-6EC8-11A5-570903666522}"/>
                </a:ext>
              </a:extLst>
            </p:cNvPr>
            <p:cNvSpPr/>
            <p:nvPr/>
          </p:nvSpPr>
          <p:spPr>
            <a:xfrm>
              <a:off x="6200288" y="3449320"/>
              <a:ext cx="579120" cy="284480"/>
            </a:xfrm>
            <a:prstGeom prst="rect">
              <a:avLst/>
            </a:prstGeom>
            <a:solidFill>
              <a:schemeClr val="accent3"/>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bg2"/>
                  </a:solidFill>
                </a:rPr>
                <a:t>1</a:t>
              </a:r>
            </a:p>
          </p:txBody>
        </p:sp>
        <p:cxnSp>
          <p:nvCxnSpPr>
            <p:cNvPr id="74" name="Straight Connector 73">
              <a:extLst>
                <a:ext uri="{FF2B5EF4-FFF2-40B4-BE49-F238E27FC236}">
                  <a16:creationId xmlns:a16="http://schemas.microsoft.com/office/drawing/2014/main" id="{4FFB87C1-6508-DD53-C353-A48C1300ADE9}"/>
                </a:ext>
              </a:extLst>
            </p:cNvPr>
            <p:cNvCxnSpPr>
              <a:cxnSpLocks/>
            </p:cNvCxnSpPr>
            <p:nvPr/>
          </p:nvCxnSpPr>
          <p:spPr>
            <a:xfrm>
              <a:off x="4887408" y="3449320"/>
              <a:ext cx="0" cy="548640"/>
            </a:xfrm>
            <a:prstGeom prst="line">
              <a:avLst/>
            </a:prstGeom>
          </p:spPr>
          <p:style>
            <a:lnRef idx="2">
              <a:schemeClr val="accent1"/>
            </a:lnRef>
            <a:fillRef idx="0">
              <a:schemeClr val="accent1"/>
            </a:fillRef>
            <a:effectRef idx="1">
              <a:schemeClr val="accent1"/>
            </a:effectRef>
            <a:fontRef idx="minor">
              <a:schemeClr val="tx1"/>
            </a:fontRef>
          </p:style>
        </p:cxnSp>
        <p:cxnSp>
          <p:nvCxnSpPr>
            <p:cNvPr id="75" name="Straight Connector 74">
              <a:extLst>
                <a:ext uri="{FF2B5EF4-FFF2-40B4-BE49-F238E27FC236}">
                  <a16:creationId xmlns:a16="http://schemas.microsoft.com/office/drawing/2014/main" id="{1E3CE22B-B89A-9202-2DAD-BC0E07D696AB}"/>
                </a:ext>
              </a:extLst>
            </p:cNvPr>
            <p:cNvCxnSpPr>
              <a:cxnSpLocks/>
            </p:cNvCxnSpPr>
            <p:nvPr/>
          </p:nvCxnSpPr>
          <p:spPr>
            <a:xfrm>
              <a:off x="5528384" y="3449320"/>
              <a:ext cx="0" cy="54864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222C4CEF-13AB-B853-CB6F-94FCB0FD7F27}"/>
                </a:ext>
              </a:extLst>
            </p:cNvPr>
            <p:cNvCxnSpPr>
              <a:cxnSpLocks/>
            </p:cNvCxnSpPr>
            <p:nvPr/>
          </p:nvCxnSpPr>
          <p:spPr>
            <a:xfrm>
              <a:off x="6169360" y="3449320"/>
              <a:ext cx="0" cy="548640"/>
            </a:xfrm>
            <a:prstGeom prst="line">
              <a:avLst/>
            </a:prstGeom>
            <a:ln>
              <a:solidFill>
                <a:schemeClr val="accent5"/>
              </a:solidFill>
            </a:ln>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58C78487-0EA1-B97E-74F0-84AB748AF1C3}"/>
                </a:ext>
              </a:extLst>
            </p:cNvPr>
            <p:cNvCxnSpPr>
              <a:cxnSpLocks/>
            </p:cNvCxnSpPr>
            <p:nvPr/>
          </p:nvCxnSpPr>
          <p:spPr>
            <a:xfrm>
              <a:off x="6810334" y="3450465"/>
              <a:ext cx="0" cy="54864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EE44BE60-02C9-D3B8-33BD-AFA42A1B9A19}"/>
                </a:ext>
              </a:extLst>
            </p:cNvPr>
            <p:cNvSpPr txBox="1"/>
            <p:nvPr/>
          </p:nvSpPr>
          <p:spPr>
            <a:xfrm>
              <a:off x="6391666" y="3713748"/>
              <a:ext cx="442272" cy="223295"/>
            </a:xfrm>
            <a:prstGeom prst="rect">
              <a:avLst/>
            </a:prstGeom>
            <a:noFill/>
          </p:spPr>
          <p:txBody>
            <a:bodyPr wrap="square" rtlCol="0">
              <a:spAutoFit/>
            </a:bodyPr>
            <a:lstStyle/>
            <a:p>
              <a:r>
                <a:rPr lang="en-GB" sz="600" b="1" dirty="0">
                  <a:latin typeface="+mn-lt"/>
                </a:rPr>
                <a:t>100</a:t>
              </a:r>
            </a:p>
          </p:txBody>
        </p:sp>
        <p:sp>
          <p:nvSpPr>
            <p:cNvPr id="79" name="TextBox 78">
              <a:extLst>
                <a:ext uri="{FF2B5EF4-FFF2-40B4-BE49-F238E27FC236}">
                  <a16:creationId xmlns:a16="http://schemas.microsoft.com/office/drawing/2014/main" id="{14F12E71-E3F6-996C-A0C8-ED506489D3F2}"/>
                </a:ext>
              </a:extLst>
            </p:cNvPr>
            <p:cNvSpPr txBox="1"/>
            <p:nvPr/>
          </p:nvSpPr>
          <p:spPr>
            <a:xfrm>
              <a:off x="5851930" y="3713748"/>
              <a:ext cx="364384" cy="223295"/>
            </a:xfrm>
            <a:prstGeom prst="rect">
              <a:avLst/>
            </a:prstGeom>
            <a:noFill/>
          </p:spPr>
          <p:txBody>
            <a:bodyPr wrap="square" rtlCol="0">
              <a:spAutoFit/>
            </a:bodyPr>
            <a:lstStyle/>
            <a:p>
              <a:r>
                <a:rPr lang="en-GB" sz="600" b="1" dirty="0">
                  <a:latin typeface="+mn-lt"/>
                </a:rPr>
                <a:t>75</a:t>
              </a:r>
            </a:p>
          </p:txBody>
        </p:sp>
        <p:sp>
          <p:nvSpPr>
            <p:cNvPr id="80" name="TextBox 79">
              <a:extLst>
                <a:ext uri="{FF2B5EF4-FFF2-40B4-BE49-F238E27FC236}">
                  <a16:creationId xmlns:a16="http://schemas.microsoft.com/office/drawing/2014/main" id="{C15CF4A5-52F5-4B3A-537D-EE4595E1F644}"/>
                </a:ext>
              </a:extLst>
            </p:cNvPr>
            <p:cNvSpPr txBox="1"/>
            <p:nvPr/>
          </p:nvSpPr>
          <p:spPr>
            <a:xfrm>
              <a:off x="5234309" y="3713748"/>
              <a:ext cx="364384" cy="223295"/>
            </a:xfrm>
            <a:prstGeom prst="rect">
              <a:avLst/>
            </a:prstGeom>
            <a:noFill/>
          </p:spPr>
          <p:txBody>
            <a:bodyPr wrap="square" rtlCol="0">
              <a:spAutoFit/>
            </a:bodyPr>
            <a:lstStyle/>
            <a:p>
              <a:r>
                <a:rPr lang="en-GB" sz="600" b="1" dirty="0">
                  <a:latin typeface="+mn-lt"/>
                </a:rPr>
                <a:t>50</a:t>
              </a:r>
            </a:p>
          </p:txBody>
        </p:sp>
        <p:sp>
          <p:nvSpPr>
            <p:cNvPr id="81" name="TextBox 80">
              <a:extLst>
                <a:ext uri="{FF2B5EF4-FFF2-40B4-BE49-F238E27FC236}">
                  <a16:creationId xmlns:a16="http://schemas.microsoft.com/office/drawing/2014/main" id="{4558A5A3-B68A-606E-8A1E-A25DDC319A60}"/>
                </a:ext>
              </a:extLst>
            </p:cNvPr>
            <p:cNvSpPr txBox="1"/>
            <p:nvPr/>
          </p:nvSpPr>
          <p:spPr>
            <a:xfrm>
              <a:off x="4589188" y="3713748"/>
              <a:ext cx="364384" cy="223295"/>
            </a:xfrm>
            <a:prstGeom prst="rect">
              <a:avLst/>
            </a:prstGeom>
            <a:noFill/>
          </p:spPr>
          <p:txBody>
            <a:bodyPr wrap="square" rtlCol="0">
              <a:spAutoFit/>
            </a:bodyPr>
            <a:lstStyle/>
            <a:p>
              <a:r>
                <a:rPr lang="en-GB" sz="600" b="1" dirty="0">
                  <a:latin typeface="+mn-lt"/>
                </a:rPr>
                <a:t>25</a:t>
              </a:r>
            </a:p>
          </p:txBody>
        </p:sp>
      </p:grpSp>
      <p:sp>
        <p:nvSpPr>
          <p:cNvPr id="82" name="Star: 5 Points 81">
            <a:extLst>
              <a:ext uri="{FF2B5EF4-FFF2-40B4-BE49-F238E27FC236}">
                <a16:creationId xmlns:a16="http://schemas.microsoft.com/office/drawing/2014/main" id="{444DD0EE-4F30-A53B-5C5C-FD9F0140B85B}"/>
              </a:ext>
            </a:extLst>
          </p:cNvPr>
          <p:cNvSpPr/>
          <p:nvPr/>
        </p:nvSpPr>
        <p:spPr>
          <a:xfrm>
            <a:off x="8346560" y="6560293"/>
            <a:ext cx="265814" cy="265814"/>
          </a:xfrm>
          <a:prstGeom prst="star5">
            <a:avLst/>
          </a:prstGeom>
          <a:solidFill>
            <a:schemeClr val="accent5">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87640941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left)">
                                      <p:cBhvr>
                                        <p:cTn id="7" dur="1000"/>
                                        <p:tgtEl>
                                          <p:spTgt spid="66"/>
                                        </p:tgtEl>
                                      </p:cBhvr>
                                    </p:animEffect>
                                  </p:childTnLst>
                                </p:cTn>
                              </p:par>
                            </p:childTnLst>
                          </p:cTn>
                        </p:par>
                        <p:par>
                          <p:cTn id="8" fill="hold">
                            <p:stCondLst>
                              <p:cond delay="1000"/>
                            </p:stCondLst>
                            <p:childTnLst>
                              <p:par>
                                <p:cTn id="9" presetID="22" presetClass="entr" presetSubtype="8" fill="hold" nodeType="afterEffect">
                                  <p:stCondLst>
                                    <p:cond delay="500"/>
                                  </p:stCondLst>
                                  <p:childTnLst>
                                    <p:set>
                                      <p:cBhvr>
                                        <p:cTn id="10" dur="1" fill="hold">
                                          <p:stCondLst>
                                            <p:cond delay="0"/>
                                          </p:stCondLst>
                                        </p:cTn>
                                        <p:tgtEl>
                                          <p:spTgt spid="67"/>
                                        </p:tgtEl>
                                        <p:attrNameLst>
                                          <p:attrName>style.visibility</p:attrName>
                                        </p:attrNameLst>
                                      </p:cBhvr>
                                      <p:to>
                                        <p:strVal val="visible"/>
                                      </p:to>
                                    </p:set>
                                    <p:animEffect transition="in" filter="wipe(left)">
                                      <p:cBhvr>
                                        <p:cTn id="11" dur="1000"/>
                                        <p:tgtEl>
                                          <p:spTgt spid="67"/>
                                        </p:tgtEl>
                                      </p:cBhvr>
                                    </p:animEffect>
                                  </p:childTnLst>
                                </p:cTn>
                              </p:par>
                            </p:childTnLst>
                          </p:cTn>
                        </p:par>
                        <p:par>
                          <p:cTn id="12" fill="hold">
                            <p:stCondLst>
                              <p:cond delay="2500"/>
                            </p:stCondLst>
                            <p:childTnLst>
                              <p:par>
                                <p:cTn id="13" presetID="22" presetClass="entr" presetSubtype="8" fill="hold" nodeType="afterEffect">
                                  <p:stCondLst>
                                    <p:cond delay="500"/>
                                  </p:stCondLst>
                                  <p:childTnLst>
                                    <p:set>
                                      <p:cBhvr>
                                        <p:cTn id="14" dur="1" fill="hold">
                                          <p:stCondLst>
                                            <p:cond delay="0"/>
                                          </p:stCondLst>
                                        </p:cTn>
                                        <p:tgtEl>
                                          <p:spTgt spid="68"/>
                                        </p:tgtEl>
                                        <p:attrNameLst>
                                          <p:attrName>style.visibility</p:attrName>
                                        </p:attrNameLst>
                                      </p:cBhvr>
                                      <p:to>
                                        <p:strVal val="visible"/>
                                      </p:to>
                                    </p:set>
                                    <p:animEffect transition="in" filter="wipe(left)">
                                      <p:cBhvr>
                                        <p:cTn id="15" dur="1000"/>
                                        <p:tgtEl>
                                          <p:spTgt spid="68"/>
                                        </p:tgtEl>
                                      </p:cBhvr>
                                    </p:animEffect>
                                  </p:childTnLst>
                                </p:cTn>
                              </p:par>
                            </p:childTnLst>
                          </p:cTn>
                        </p:par>
                        <p:par>
                          <p:cTn id="16" fill="hold">
                            <p:stCondLst>
                              <p:cond delay="4000"/>
                            </p:stCondLst>
                            <p:childTnLst>
                              <p:par>
                                <p:cTn id="17" presetID="31" presetClass="entr" presetSubtype="0" fill="hold" grpId="0" nodeType="afterEffect">
                                  <p:stCondLst>
                                    <p:cond delay="500"/>
                                  </p:stCondLst>
                                  <p:childTnLst>
                                    <p:set>
                                      <p:cBhvr>
                                        <p:cTn id="18" dur="1" fill="hold">
                                          <p:stCondLst>
                                            <p:cond delay="0"/>
                                          </p:stCondLst>
                                        </p:cTn>
                                        <p:tgtEl>
                                          <p:spTgt spid="82"/>
                                        </p:tgtEl>
                                        <p:attrNameLst>
                                          <p:attrName>style.visibility</p:attrName>
                                        </p:attrNameLst>
                                      </p:cBhvr>
                                      <p:to>
                                        <p:strVal val="visible"/>
                                      </p:to>
                                    </p:set>
                                    <p:anim calcmode="lin" valueType="num">
                                      <p:cBhvr>
                                        <p:cTn id="19" dur="1000" fill="hold"/>
                                        <p:tgtEl>
                                          <p:spTgt spid="82"/>
                                        </p:tgtEl>
                                        <p:attrNameLst>
                                          <p:attrName>ppt_w</p:attrName>
                                        </p:attrNameLst>
                                      </p:cBhvr>
                                      <p:tavLst>
                                        <p:tav tm="0">
                                          <p:val>
                                            <p:fltVal val="0"/>
                                          </p:val>
                                        </p:tav>
                                        <p:tav tm="100000">
                                          <p:val>
                                            <p:strVal val="#ppt_w"/>
                                          </p:val>
                                        </p:tav>
                                      </p:tavLst>
                                    </p:anim>
                                    <p:anim calcmode="lin" valueType="num">
                                      <p:cBhvr>
                                        <p:cTn id="20" dur="1000" fill="hold"/>
                                        <p:tgtEl>
                                          <p:spTgt spid="82"/>
                                        </p:tgtEl>
                                        <p:attrNameLst>
                                          <p:attrName>ppt_h</p:attrName>
                                        </p:attrNameLst>
                                      </p:cBhvr>
                                      <p:tavLst>
                                        <p:tav tm="0">
                                          <p:val>
                                            <p:fltVal val="0"/>
                                          </p:val>
                                        </p:tav>
                                        <p:tav tm="100000">
                                          <p:val>
                                            <p:strVal val="#ppt_h"/>
                                          </p:val>
                                        </p:tav>
                                      </p:tavLst>
                                    </p:anim>
                                    <p:anim calcmode="lin" valueType="num">
                                      <p:cBhvr>
                                        <p:cTn id="21" dur="1000" fill="hold"/>
                                        <p:tgtEl>
                                          <p:spTgt spid="82"/>
                                        </p:tgtEl>
                                        <p:attrNameLst>
                                          <p:attrName>style.rotation</p:attrName>
                                        </p:attrNameLst>
                                      </p:cBhvr>
                                      <p:tavLst>
                                        <p:tav tm="0">
                                          <p:val>
                                            <p:fltVal val="90"/>
                                          </p:val>
                                        </p:tav>
                                        <p:tav tm="100000">
                                          <p:val>
                                            <p:fltVal val="0"/>
                                          </p:val>
                                        </p:tav>
                                      </p:tavLst>
                                    </p:anim>
                                    <p:animEffect transition="in" filter="fade">
                                      <p:cBhvr>
                                        <p:cTn id="22" dur="10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7" name="Straight Connector 46">
            <a:extLst>
              <a:ext uri="{FF2B5EF4-FFF2-40B4-BE49-F238E27FC236}">
                <a16:creationId xmlns:a16="http://schemas.microsoft.com/office/drawing/2014/main" id="{EEDA4C14-9D02-EC3A-B7B9-EFF1FF28AFD1}"/>
              </a:ext>
            </a:extLst>
          </p:cNvPr>
          <p:cNvCxnSpPr>
            <a:cxnSpLocks/>
            <a:stCxn id="25" idx="0"/>
            <a:endCxn id="46" idx="4"/>
          </p:cNvCxnSpPr>
          <p:nvPr/>
        </p:nvCxnSpPr>
        <p:spPr>
          <a:xfrm flipV="1">
            <a:off x="4809745" y="1292898"/>
            <a:ext cx="0" cy="4157099"/>
          </a:xfrm>
          <a:prstGeom prst="line">
            <a:avLst/>
          </a:prstGeom>
          <a:solidFill>
            <a:schemeClr val="accent4">
              <a:lumMod val="50000"/>
            </a:schemeClr>
          </a:solidFill>
          <a:ln w="28575">
            <a:solidFill>
              <a:schemeClr val="accent5"/>
            </a:solidFill>
            <a:prstDash val="sysDash"/>
          </a:ln>
          <a:effectLst/>
        </p:spPr>
        <p:style>
          <a:lnRef idx="2">
            <a:schemeClr val="accent1">
              <a:shade val="50000"/>
            </a:schemeClr>
          </a:lnRef>
          <a:fillRef idx="1">
            <a:schemeClr val="accent1"/>
          </a:fillRef>
          <a:effectRef idx="0">
            <a:schemeClr val="accent1"/>
          </a:effectRef>
          <a:fontRef idx="minor">
            <a:schemeClr val="lt1"/>
          </a:fontRef>
        </p:style>
      </p:cxnSp>
      <p:cxnSp>
        <p:nvCxnSpPr>
          <p:cNvPr id="50" name="Straight Connector 49">
            <a:extLst>
              <a:ext uri="{FF2B5EF4-FFF2-40B4-BE49-F238E27FC236}">
                <a16:creationId xmlns:a16="http://schemas.microsoft.com/office/drawing/2014/main" id="{B30422B2-A2EB-2064-7D6C-F4D4433753E5}"/>
              </a:ext>
            </a:extLst>
          </p:cNvPr>
          <p:cNvCxnSpPr>
            <a:cxnSpLocks/>
          </p:cNvCxnSpPr>
          <p:nvPr/>
        </p:nvCxnSpPr>
        <p:spPr>
          <a:xfrm>
            <a:off x="7238749" y="1275681"/>
            <a:ext cx="4928" cy="3922776"/>
          </a:xfrm>
          <a:prstGeom prst="line">
            <a:avLst/>
          </a:prstGeom>
          <a:solidFill>
            <a:schemeClr val="accent4">
              <a:lumMod val="50000"/>
            </a:schemeClr>
          </a:solidFill>
          <a:ln w="28575">
            <a:solidFill>
              <a:schemeClr val="accent2"/>
            </a:solidFill>
            <a:prstDash val="sysDash"/>
          </a:ln>
          <a:effectLst/>
        </p:spPr>
        <p:style>
          <a:lnRef idx="2">
            <a:schemeClr val="accent1">
              <a:shade val="50000"/>
            </a:schemeClr>
          </a:lnRef>
          <a:fillRef idx="1">
            <a:schemeClr val="accent1"/>
          </a:fillRef>
          <a:effectRef idx="0">
            <a:schemeClr val="accent1"/>
          </a:effectRef>
          <a:fontRef idx="minor">
            <a:schemeClr val="lt1"/>
          </a:fontRef>
        </p:style>
      </p:cxnSp>
      <p:cxnSp>
        <p:nvCxnSpPr>
          <p:cNvPr id="55" name="Straight Connector 54">
            <a:extLst>
              <a:ext uri="{FF2B5EF4-FFF2-40B4-BE49-F238E27FC236}">
                <a16:creationId xmlns:a16="http://schemas.microsoft.com/office/drawing/2014/main" id="{1DB13133-0A35-137F-CCDF-E705095A9F84}"/>
              </a:ext>
            </a:extLst>
          </p:cNvPr>
          <p:cNvCxnSpPr>
            <a:cxnSpLocks/>
          </p:cNvCxnSpPr>
          <p:nvPr/>
        </p:nvCxnSpPr>
        <p:spPr>
          <a:xfrm>
            <a:off x="9661384" y="1217875"/>
            <a:ext cx="4928" cy="3922776"/>
          </a:xfrm>
          <a:prstGeom prst="line">
            <a:avLst/>
          </a:prstGeom>
          <a:solidFill>
            <a:schemeClr val="accent4">
              <a:lumMod val="50000"/>
            </a:schemeClr>
          </a:solidFill>
          <a:ln w="28575">
            <a:solidFill>
              <a:schemeClr val="accent1"/>
            </a:solidFill>
            <a:prstDash val="sysDash"/>
          </a:ln>
          <a:effectLst/>
        </p:spPr>
        <p:style>
          <a:lnRef idx="2">
            <a:schemeClr val="accent1">
              <a:shade val="50000"/>
            </a:schemeClr>
          </a:lnRef>
          <a:fillRef idx="1">
            <a:schemeClr val="accent1"/>
          </a:fillRef>
          <a:effectRef idx="0">
            <a:schemeClr val="accent1"/>
          </a:effectRef>
          <a:fontRef idx="minor">
            <a:schemeClr val="lt1"/>
          </a:fontRef>
        </p:style>
      </p:cxnSp>
      <p:grpSp>
        <p:nvGrpSpPr>
          <p:cNvPr id="66" name="Group 65">
            <a:extLst>
              <a:ext uri="{FF2B5EF4-FFF2-40B4-BE49-F238E27FC236}">
                <a16:creationId xmlns:a16="http://schemas.microsoft.com/office/drawing/2014/main" id="{3B62F50D-F754-6DAF-EC75-0108CB620370}"/>
              </a:ext>
            </a:extLst>
          </p:cNvPr>
          <p:cNvGrpSpPr/>
          <p:nvPr/>
        </p:nvGrpSpPr>
        <p:grpSpPr>
          <a:xfrm>
            <a:off x="0" y="1311293"/>
            <a:ext cx="11886750" cy="1950141"/>
            <a:chOff x="0" y="1311293"/>
            <a:chExt cx="11886750" cy="1950141"/>
          </a:xfrm>
        </p:grpSpPr>
        <p:sp>
          <p:nvSpPr>
            <p:cNvPr id="29" name="Oval 28">
              <a:extLst>
                <a:ext uri="{FF2B5EF4-FFF2-40B4-BE49-F238E27FC236}">
                  <a16:creationId xmlns:a16="http://schemas.microsoft.com/office/drawing/2014/main" id="{E629ED6D-AA5F-CB96-DEEA-68FB4E2B8FD3}"/>
                </a:ext>
              </a:extLst>
            </p:cNvPr>
            <p:cNvSpPr/>
            <p:nvPr/>
          </p:nvSpPr>
          <p:spPr>
            <a:xfrm>
              <a:off x="3095625" y="2229495"/>
              <a:ext cx="8534399" cy="837555"/>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39" name="Group 38">
              <a:extLst>
                <a:ext uri="{FF2B5EF4-FFF2-40B4-BE49-F238E27FC236}">
                  <a16:creationId xmlns:a16="http://schemas.microsoft.com/office/drawing/2014/main" id="{1D200DB7-CE0D-573B-B25B-DA9FDAFBEB76}"/>
                </a:ext>
              </a:extLst>
            </p:cNvPr>
            <p:cNvGrpSpPr/>
            <p:nvPr/>
          </p:nvGrpSpPr>
          <p:grpSpPr>
            <a:xfrm>
              <a:off x="0" y="1447408"/>
              <a:ext cx="2232402" cy="1814026"/>
              <a:chOff x="0" y="1447408"/>
              <a:chExt cx="2232402" cy="1814026"/>
            </a:xfrm>
          </p:grpSpPr>
          <p:sp>
            <p:nvSpPr>
              <p:cNvPr id="28" name="Oval 27">
                <a:extLst>
                  <a:ext uri="{FF2B5EF4-FFF2-40B4-BE49-F238E27FC236}">
                    <a16:creationId xmlns:a16="http://schemas.microsoft.com/office/drawing/2014/main" id="{F66F5C45-6500-2B15-998A-2D5B5510BC42}"/>
                  </a:ext>
                </a:extLst>
              </p:cNvPr>
              <p:cNvSpPr/>
              <p:nvPr/>
            </p:nvSpPr>
            <p:spPr>
              <a:xfrm>
                <a:off x="0" y="2499151"/>
                <a:ext cx="2232402" cy="762283"/>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7" name="Rectangle: Rounded Corners 26">
                <a:extLst>
                  <a:ext uri="{FF2B5EF4-FFF2-40B4-BE49-F238E27FC236}">
                    <a16:creationId xmlns:a16="http://schemas.microsoft.com/office/drawing/2014/main" id="{8CB30D77-D6C5-9EC6-FC60-2892AA630E1E}"/>
                  </a:ext>
                </a:extLst>
              </p:cNvPr>
              <p:cNvSpPr/>
              <p:nvPr/>
            </p:nvSpPr>
            <p:spPr>
              <a:xfrm>
                <a:off x="389691" y="1447408"/>
                <a:ext cx="1453020" cy="1390389"/>
              </a:xfrm>
              <a:prstGeom prst="roundRect">
                <a:avLst>
                  <a:gd name="adj" fmla="val 21322"/>
                </a:avLst>
              </a:prstGeom>
              <a:solidFill>
                <a:schemeClr val="accent1"/>
              </a:solidFill>
              <a:ln w="57150">
                <a:solidFill>
                  <a:schemeClr val="bg2"/>
                </a:solidFill>
              </a:ln>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bg2"/>
                    </a:solidFill>
                  </a:rPr>
                  <a:t>2</a:t>
                </a:r>
                <a:r>
                  <a:rPr lang="en-GB" sz="1400" b="1" baseline="30000" dirty="0">
                    <a:solidFill>
                      <a:schemeClr val="bg2"/>
                    </a:solidFill>
                  </a:rPr>
                  <a:t>nd</a:t>
                </a:r>
                <a:r>
                  <a:rPr lang="en-GB" sz="1400" b="1" dirty="0">
                    <a:solidFill>
                      <a:schemeClr val="bg2"/>
                    </a:solidFill>
                  </a:rPr>
                  <a:t> June 2024</a:t>
                </a:r>
              </a:p>
              <a:p>
                <a:pPr algn="ctr"/>
                <a:r>
                  <a:rPr lang="en-GB" sz="1000" dirty="0">
                    <a:solidFill>
                      <a:schemeClr val="bg2"/>
                    </a:solidFill>
                  </a:rPr>
                  <a:t>Contact Attends CLUS</a:t>
                </a:r>
              </a:p>
            </p:txBody>
          </p:sp>
        </p:grpSp>
        <p:grpSp>
          <p:nvGrpSpPr>
            <p:cNvPr id="10" name="Group 9">
              <a:extLst>
                <a:ext uri="{FF2B5EF4-FFF2-40B4-BE49-F238E27FC236}">
                  <a16:creationId xmlns:a16="http://schemas.microsoft.com/office/drawing/2014/main" id="{73E1A3D0-7A64-C36F-30F6-05B7C1551B1F}"/>
                </a:ext>
              </a:extLst>
            </p:cNvPr>
            <p:cNvGrpSpPr/>
            <p:nvPr/>
          </p:nvGrpSpPr>
          <p:grpSpPr>
            <a:xfrm>
              <a:off x="3488953" y="1311293"/>
              <a:ext cx="8397797" cy="1591056"/>
              <a:chOff x="3488953" y="1311293"/>
              <a:chExt cx="8397797" cy="1591056"/>
            </a:xfrm>
          </p:grpSpPr>
          <p:sp>
            <p:nvSpPr>
              <p:cNvPr id="3" name="Isosceles Triangle 2">
                <a:extLst>
                  <a:ext uri="{FF2B5EF4-FFF2-40B4-BE49-F238E27FC236}">
                    <a16:creationId xmlns:a16="http://schemas.microsoft.com/office/drawing/2014/main" id="{63197BEB-1279-539E-9442-030F74CEF30F}"/>
                  </a:ext>
                </a:extLst>
              </p:cNvPr>
              <p:cNvSpPr/>
              <p:nvPr/>
            </p:nvSpPr>
            <p:spPr>
              <a:xfrm rot="5400000">
                <a:off x="10405422" y="1421021"/>
                <a:ext cx="1591056" cy="1371600"/>
              </a:xfrm>
              <a:prstGeom prst="triangl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Rectangle: Top Corners Rounded 3">
                <a:extLst>
                  <a:ext uri="{FF2B5EF4-FFF2-40B4-BE49-F238E27FC236}">
                    <a16:creationId xmlns:a16="http://schemas.microsoft.com/office/drawing/2014/main" id="{353E509A-9A85-CC78-64B4-406043BD7724}"/>
                  </a:ext>
                </a:extLst>
              </p:cNvPr>
              <p:cNvSpPr/>
              <p:nvPr/>
            </p:nvSpPr>
            <p:spPr>
              <a:xfrm rot="16200000">
                <a:off x="4301113" y="827384"/>
                <a:ext cx="936000" cy="2560320"/>
              </a:xfrm>
              <a:prstGeom prst="round2SameRect">
                <a:avLst>
                  <a:gd name="adj1" fmla="val 50000"/>
                  <a:gd name="adj2" fmla="val 0"/>
                </a:avLst>
              </a:prstGeom>
              <a:solidFill>
                <a:schemeClr val="accent5"/>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7D0C2B49-0B1B-344F-9E22-64735B8D8B79}"/>
                  </a:ext>
                </a:extLst>
              </p:cNvPr>
              <p:cNvSpPr/>
              <p:nvPr/>
            </p:nvSpPr>
            <p:spPr>
              <a:xfrm rot="16200000">
                <a:off x="6843833" y="827384"/>
                <a:ext cx="936000" cy="2560320"/>
              </a:xfrm>
              <a:prstGeom prst="rect">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8A0FE812-DB3E-A444-7D52-280ADF1D7503}"/>
                  </a:ext>
                </a:extLst>
              </p:cNvPr>
              <p:cNvSpPr/>
              <p:nvPr/>
            </p:nvSpPr>
            <p:spPr>
              <a:xfrm rot="16200000">
                <a:off x="9248670" y="964543"/>
                <a:ext cx="937446" cy="22860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extBox 6">
                <a:extLst>
                  <a:ext uri="{FF2B5EF4-FFF2-40B4-BE49-F238E27FC236}">
                    <a16:creationId xmlns:a16="http://schemas.microsoft.com/office/drawing/2014/main" id="{1C73B677-916C-F435-A6C5-A9864059668E}"/>
                  </a:ext>
                </a:extLst>
              </p:cNvPr>
              <p:cNvSpPr txBox="1"/>
              <p:nvPr/>
            </p:nvSpPr>
            <p:spPr>
              <a:xfrm>
                <a:off x="8617780" y="1915236"/>
                <a:ext cx="2415980" cy="307777"/>
              </a:xfrm>
              <a:prstGeom prst="rect">
                <a:avLst/>
              </a:prstGeom>
              <a:noFill/>
            </p:spPr>
            <p:txBody>
              <a:bodyPr wrap="square" rtlCol="0">
                <a:spAutoFit/>
              </a:bodyPr>
              <a:lstStyle/>
              <a:p>
                <a:pPr algn="ctr"/>
                <a:r>
                  <a:rPr lang="en-GB" sz="1400" dirty="0">
                    <a:solidFill>
                      <a:schemeClr val="bg2"/>
                    </a:solidFill>
                    <a:latin typeface="+mn-lt"/>
                  </a:rPr>
                  <a:t>Accumulative Total = 27</a:t>
                </a:r>
              </a:p>
            </p:txBody>
          </p:sp>
          <p:sp>
            <p:nvSpPr>
              <p:cNvPr id="8" name="TextBox 7">
                <a:extLst>
                  <a:ext uri="{FF2B5EF4-FFF2-40B4-BE49-F238E27FC236}">
                    <a16:creationId xmlns:a16="http://schemas.microsoft.com/office/drawing/2014/main" id="{3CAD4322-E46F-7D86-C45F-4C45F257652D}"/>
                  </a:ext>
                </a:extLst>
              </p:cNvPr>
              <p:cNvSpPr txBox="1"/>
              <p:nvPr/>
            </p:nvSpPr>
            <p:spPr>
              <a:xfrm>
                <a:off x="3819794" y="1839036"/>
                <a:ext cx="1992427" cy="738664"/>
              </a:xfrm>
              <a:prstGeom prst="rect">
                <a:avLst/>
              </a:prstGeom>
              <a:noFill/>
            </p:spPr>
            <p:txBody>
              <a:bodyPr wrap="square" rtlCol="0">
                <a:spAutoFit/>
              </a:bodyPr>
              <a:lstStyle/>
              <a:p>
                <a:pPr algn="ctr"/>
                <a:r>
                  <a:rPr lang="en-GB" sz="1400" dirty="0"/>
                  <a:t>Attended </a:t>
                </a:r>
                <a:r>
                  <a:rPr lang="en-GB" sz="1400" b="1" dirty="0"/>
                  <a:t>at least 1 time </a:t>
                </a:r>
                <a:r>
                  <a:rPr lang="en-GB" sz="1400" dirty="0"/>
                  <a:t>in the last 7 days</a:t>
                </a:r>
              </a:p>
              <a:p>
                <a:pPr algn="ctr"/>
                <a:endParaRPr lang="en-GB" sz="1400" dirty="0">
                  <a:solidFill>
                    <a:schemeClr val="bg2"/>
                  </a:solidFill>
                  <a:latin typeface="+mn-lt"/>
                </a:endParaRPr>
              </a:p>
            </p:txBody>
          </p:sp>
          <p:sp>
            <p:nvSpPr>
              <p:cNvPr id="9" name="TextBox 8">
                <a:extLst>
                  <a:ext uri="{FF2B5EF4-FFF2-40B4-BE49-F238E27FC236}">
                    <a16:creationId xmlns:a16="http://schemas.microsoft.com/office/drawing/2014/main" id="{EECB862C-2575-5E5A-3DAC-0CDEC4BDFE2E}"/>
                  </a:ext>
                </a:extLst>
              </p:cNvPr>
              <p:cNvSpPr txBox="1"/>
              <p:nvPr/>
            </p:nvSpPr>
            <p:spPr>
              <a:xfrm>
                <a:off x="6519462" y="1712912"/>
                <a:ext cx="1564963" cy="738664"/>
              </a:xfrm>
              <a:prstGeom prst="rect">
                <a:avLst/>
              </a:prstGeom>
              <a:noFill/>
            </p:spPr>
            <p:txBody>
              <a:bodyPr wrap="square" rtlCol="0">
                <a:spAutoFit/>
              </a:bodyPr>
              <a:lstStyle>
                <a:defPPr>
                  <a:defRPr lang="en-US"/>
                </a:defPPr>
                <a:lvl1pPr algn="ctr">
                  <a:defRPr sz="1400">
                    <a:solidFill>
                      <a:schemeClr val="bg2"/>
                    </a:solidFill>
                    <a:latin typeface="+mn-lt"/>
                  </a:defRPr>
                </a:lvl1pPr>
              </a:lstStyle>
              <a:p>
                <a:r>
                  <a:rPr lang="en-GB" dirty="0"/>
                  <a:t>Score = 90</a:t>
                </a:r>
              </a:p>
              <a:p>
                <a:r>
                  <a:rPr lang="en-GB" dirty="0"/>
                  <a:t>Weight = 30%</a:t>
                </a:r>
              </a:p>
              <a:p>
                <a:r>
                  <a:rPr lang="en-GB" b="1" dirty="0"/>
                  <a:t>Points =  27</a:t>
                </a:r>
              </a:p>
            </p:txBody>
          </p:sp>
        </p:grpSp>
      </p:grpSp>
      <p:sp>
        <p:nvSpPr>
          <p:cNvPr id="36" name="Freeform: Shape 35">
            <a:extLst>
              <a:ext uri="{FF2B5EF4-FFF2-40B4-BE49-F238E27FC236}">
                <a16:creationId xmlns:a16="http://schemas.microsoft.com/office/drawing/2014/main" id="{2FD61AD0-D1E5-36C7-42A7-E3661314D0C1}"/>
              </a:ext>
            </a:extLst>
          </p:cNvPr>
          <p:cNvSpPr/>
          <p:nvPr/>
        </p:nvSpPr>
        <p:spPr>
          <a:xfrm>
            <a:off x="2413279" y="1492470"/>
            <a:ext cx="515008" cy="4882057"/>
          </a:xfrm>
          <a:custGeom>
            <a:avLst/>
            <a:gdLst>
              <a:gd name="connsiteX0" fmla="*/ 257504 w 515008"/>
              <a:gd name="connsiteY0" fmla="*/ 0 h 4882057"/>
              <a:gd name="connsiteX1" fmla="*/ 509777 w 515008"/>
              <a:gd name="connsiteY1" fmla="*/ 205608 h 4882057"/>
              <a:gd name="connsiteX2" fmla="*/ 511300 w 515008"/>
              <a:gd name="connsiteY2" fmla="*/ 220716 h 4882057"/>
              <a:gd name="connsiteX3" fmla="*/ 513535 w 515008"/>
              <a:gd name="connsiteY3" fmla="*/ 220716 h 4882057"/>
              <a:gd name="connsiteX4" fmla="*/ 513535 w 515008"/>
              <a:gd name="connsiteY4" fmla="*/ 242892 h 4882057"/>
              <a:gd name="connsiteX5" fmla="*/ 515008 w 515008"/>
              <a:gd name="connsiteY5" fmla="*/ 257504 h 4882057"/>
              <a:gd name="connsiteX6" fmla="*/ 513535 w 515008"/>
              <a:gd name="connsiteY6" fmla="*/ 272116 h 4882057"/>
              <a:gd name="connsiteX7" fmla="*/ 513535 w 515008"/>
              <a:gd name="connsiteY7" fmla="*/ 4603530 h 4882057"/>
              <a:gd name="connsiteX8" fmla="*/ 512889 w 515008"/>
              <a:gd name="connsiteY8" fmla="*/ 4603530 h 4882057"/>
              <a:gd name="connsiteX9" fmla="*/ 515008 w 515008"/>
              <a:gd name="connsiteY9" fmla="*/ 4624553 h 4882057"/>
              <a:gd name="connsiteX10" fmla="*/ 257504 w 515008"/>
              <a:gd name="connsiteY10" fmla="*/ 4882057 h 4882057"/>
              <a:gd name="connsiteX11" fmla="*/ 0 w 515008"/>
              <a:gd name="connsiteY11" fmla="*/ 4624553 h 4882057"/>
              <a:gd name="connsiteX12" fmla="*/ 2119 w 515008"/>
              <a:gd name="connsiteY12" fmla="*/ 4603530 h 4882057"/>
              <a:gd name="connsiteX13" fmla="*/ 1471 w 515008"/>
              <a:gd name="connsiteY13" fmla="*/ 4603530 h 4882057"/>
              <a:gd name="connsiteX14" fmla="*/ 1471 w 515008"/>
              <a:gd name="connsiteY14" fmla="*/ 272096 h 4882057"/>
              <a:gd name="connsiteX15" fmla="*/ 0 w 515008"/>
              <a:gd name="connsiteY15" fmla="*/ 257504 h 4882057"/>
              <a:gd name="connsiteX16" fmla="*/ 1471 w 515008"/>
              <a:gd name="connsiteY16" fmla="*/ 242912 h 4882057"/>
              <a:gd name="connsiteX17" fmla="*/ 1471 w 515008"/>
              <a:gd name="connsiteY17" fmla="*/ 220716 h 4882057"/>
              <a:gd name="connsiteX18" fmla="*/ 3709 w 515008"/>
              <a:gd name="connsiteY18" fmla="*/ 220716 h 4882057"/>
              <a:gd name="connsiteX19" fmla="*/ 5232 w 515008"/>
              <a:gd name="connsiteY19" fmla="*/ 205608 h 4882057"/>
              <a:gd name="connsiteX20" fmla="*/ 257504 w 515008"/>
              <a:gd name="connsiteY20" fmla="*/ 0 h 48820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15008" h="4882057">
                <a:moveTo>
                  <a:pt x="257504" y="0"/>
                </a:moveTo>
                <a:cubicBezTo>
                  <a:pt x="381943" y="0"/>
                  <a:pt x="485765" y="88268"/>
                  <a:pt x="509777" y="205608"/>
                </a:cubicBezTo>
                <a:lnTo>
                  <a:pt x="511300" y="220716"/>
                </a:lnTo>
                <a:lnTo>
                  <a:pt x="513535" y="220716"/>
                </a:lnTo>
                <a:lnTo>
                  <a:pt x="513535" y="242892"/>
                </a:lnTo>
                <a:lnTo>
                  <a:pt x="515008" y="257504"/>
                </a:lnTo>
                <a:lnTo>
                  <a:pt x="513535" y="272116"/>
                </a:lnTo>
                <a:lnTo>
                  <a:pt x="513535" y="4603530"/>
                </a:lnTo>
                <a:lnTo>
                  <a:pt x="512889" y="4603530"/>
                </a:lnTo>
                <a:lnTo>
                  <a:pt x="515008" y="4624553"/>
                </a:lnTo>
                <a:cubicBezTo>
                  <a:pt x="515008" y="4766769"/>
                  <a:pt x="399720" y="4882057"/>
                  <a:pt x="257504" y="4882057"/>
                </a:cubicBezTo>
                <a:cubicBezTo>
                  <a:pt x="115288" y="4882057"/>
                  <a:pt x="0" y="4766769"/>
                  <a:pt x="0" y="4624553"/>
                </a:cubicBezTo>
                <a:lnTo>
                  <a:pt x="2119" y="4603530"/>
                </a:lnTo>
                <a:lnTo>
                  <a:pt x="1471" y="4603530"/>
                </a:lnTo>
                <a:lnTo>
                  <a:pt x="1471" y="272096"/>
                </a:lnTo>
                <a:lnTo>
                  <a:pt x="0" y="257504"/>
                </a:lnTo>
                <a:lnTo>
                  <a:pt x="1471" y="242912"/>
                </a:lnTo>
                <a:lnTo>
                  <a:pt x="1471" y="220716"/>
                </a:lnTo>
                <a:lnTo>
                  <a:pt x="3709" y="220716"/>
                </a:lnTo>
                <a:lnTo>
                  <a:pt x="5232" y="205608"/>
                </a:lnTo>
                <a:cubicBezTo>
                  <a:pt x="29243" y="88268"/>
                  <a:pt x="133065" y="0"/>
                  <a:pt x="257504" y="0"/>
                </a:cubicBezTo>
                <a:close/>
              </a:path>
            </a:pathLst>
          </a:custGeom>
          <a:solidFill>
            <a:schemeClr val="accent4">
              <a:lumMod val="75000"/>
            </a:schemeClr>
          </a:soli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endParaRPr lang="en-GB" dirty="0"/>
          </a:p>
        </p:txBody>
      </p:sp>
      <p:sp>
        <p:nvSpPr>
          <p:cNvPr id="37" name="TextBox 36">
            <a:extLst>
              <a:ext uri="{FF2B5EF4-FFF2-40B4-BE49-F238E27FC236}">
                <a16:creationId xmlns:a16="http://schemas.microsoft.com/office/drawing/2014/main" id="{F867CD6C-33C3-D19E-31C2-0EE50FF956FC}"/>
              </a:ext>
            </a:extLst>
          </p:cNvPr>
          <p:cNvSpPr txBox="1"/>
          <p:nvPr/>
        </p:nvSpPr>
        <p:spPr>
          <a:xfrm>
            <a:off x="1986455" y="3520966"/>
            <a:ext cx="1376855" cy="646331"/>
          </a:xfrm>
          <a:prstGeom prst="rect">
            <a:avLst/>
          </a:prstGeom>
          <a:noFill/>
        </p:spPr>
        <p:txBody>
          <a:bodyPr wrap="square" rtlCol="0">
            <a:spAutoFit/>
          </a:bodyPr>
          <a:lstStyle/>
          <a:p>
            <a:pPr algn="ctr"/>
            <a:r>
              <a:rPr lang="en-GB" dirty="0">
                <a:latin typeface="+mn-lt"/>
              </a:rPr>
              <a:t>Lead Scoring</a:t>
            </a:r>
          </a:p>
        </p:txBody>
      </p:sp>
      <p:grpSp>
        <p:nvGrpSpPr>
          <p:cNvPr id="67" name="Group 66">
            <a:extLst>
              <a:ext uri="{FF2B5EF4-FFF2-40B4-BE49-F238E27FC236}">
                <a16:creationId xmlns:a16="http://schemas.microsoft.com/office/drawing/2014/main" id="{9C527EE1-ADAF-C50D-25EC-88203ED5E4B0}"/>
              </a:ext>
            </a:extLst>
          </p:cNvPr>
          <p:cNvGrpSpPr/>
          <p:nvPr/>
        </p:nvGrpSpPr>
        <p:grpSpPr>
          <a:xfrm>
            <a:off x="0" y="3111518"/>
            <a:ext cx="11886750" cy="1878868"/>
            <a:chOff x="0" y="3111518"/>
            <a:chExt cx="11886750" cy="1878868"/>
          </a:xfrm>
        </p:grpSpPr>
        <p:sp>
          <p:nvSpPr>
            <p:cNvPr id="30" name="Oval 29">
              <a:extLst>
                <a:ext uri="{FF2B5EF4-FFF2-40B4-BE49-F238E27FC236}">
                  <a16:creationId xmlns:a16="http://schemas.microsoft.com/office/drawing/2014/main" id="{44984A0B-9E50-6582-F664-821CAF9C8D9B}"/>
                </a:ext>
              </a:extLst>
            </p:cNvPr>
            <p:cNvSpPr/>
            <p:nvPr/>
          </p:nvSpPr>
          <p:spPr>
            <a:xfrm>
              <a:off x="3095625" y="3982095"/>
              <a:ext cx="8534399" cy="837555"/>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11" name="Group 10">
              <a:extLst>
                <a:ext uri="{FF2B5EF4-FFF2-40B4-BE49-F238E27FC236}">
                  <a16:creationId xmlns:a16="http://schemas.microsoft.com/office/drawing/2014/main" id="{F7EBA743-4D26-4B67-A95E-B375D646972A}"/>
                </a:ext>
              </a:extLst>
            </p:cNvPr>
            <p:cNvGrpSpPr/>
            <p:nvPr/>
          </p:nvGrpSpPr>
          <p:grpSpPr>
            <a:xfrm>
              <a:off x="3488953" y="3111518"/>
              <a:ext cx="8397797" cy="1591056"/>
              <a:chOff x="3488953" y="1311293"/>
              <a:chExt cx="8397797" cy="1591056"/>
            </a:xfrm>
          </p:grpSpPr>
          <p:sp>
            <p:nvSpPr>
              <p:cNvPr id="12" name="Isosceles Triangle 11">
                <a:extLst>
                  <a:ext uri="{FF2B5EF4-FFF2-40B4-BE49-F238E27FC236}">
                    <a16:creationId xmlns:a16="http://schemas.microsoft.com/office/drawing/2014/main" id="{E0EDA184-8EEF-60EF-24C1-13D25244C6A3}"/>
                  </a:ext>
                </a:extLst>
              </p:cNvPr>
              <p:cNvSpPr/>
              <p:nvPr/>
            </p:nvSpPr>
            <p:spPr>
              <a:xfrm rot="5400000">
                <a:off x="10405422" y="1421021"/>
                <a:ext cx="1591056" cy="1371600"/>
              </a:xfrm>
              <a:prstGeom prst="triangl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Top Corners Rounded 12">
                <a:extLst>
                  <a:ext uri="{FF2B5EF4-FFF2-40B4-BE49-F238E27FC236}">
                    <a16:creationId xmlns:a16="http://schemas.microsoft.com/office/drawing/2014/main" id="{08499482-66E4-CDFA-2CF2-AB422F08F9F2}"/>
                  </a:ext>
                </a:extLst>
              </p:cNvPr>
              <p:cNvSpPr/>
              <p:nvPr/>
            </p:nvSpPr>
            <p:spPr>
              <a:xfrm rot="16200000">
                <a:off x="4301113" y="827384"/>
                <a:ext cx="936000" cy="2560320"/>
              </a:xfrm>
              <a:prstGeom prst="round2SameRect">
                <a:avLst>
                  <a:gd name="adj1" fmla="val 50000"/>
                  <a:gd name="adj2" fmla="val 0"/>
                </a:avLst>
              </a:prstGeom>
              <a:solidFill>
                <a:schemeClr val="accent5"/>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7F3104C5-A1AD-5F95-73B7-34BF37883B1D}"/>
                  </a:ext>
                </a:extLst>
              </p:cNvPr>
              <p:cNvSpPr/>
              <p:nvPr/>
            </p:nvSpPr>
            <p:spPr>
              <a:xfrm rot="16200000">
                <a:off x="6843833" y="827384"/>
                <a:ext cx="936000" cy="2560320"/>
              </a:xfrm>
              <a:prstGeom prst="rect">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B8166BA9-72FD-F201-9074-E710689537CE}"/>
                  </a:ext>
                </a:extLst>
              </p:cNvPr>
              <p:cNvSpPr/>
              <p:nvPr/>
            </p:nvSpPr>
            <p:spPr>
              <a:xfrm rot="16200000">
                <a:off x="9248670" y="964543"/>
                <a:ext cx="937446" cy="22860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TextBox 15">
                <a:extLst>
                  <a:ext uri="{FF2B5EF4-FFF2-40B4-BE49-F238E27FC236}">
                    <a16:creationId xmlns:a16="http://schemas.microsoft.com/office/drawing/2014/main" id="{A2BA3065-C853-2235-17A8-19B18977ABE1}"/>
                  </a:ext>
                </a:extLst>
              </p:cNvPr>
              <p:cNvSpPr txBox="1"/>
              <p:nvPr/>
            </p:nvSpPr>
            <p:spPr>
              <a:xfrm>
                <a:off x="8507946" y="1941512"/>
                <a:ext cx="2792776" cy="307777"/>
              </a:xfrm>
              <a:prstGeom prst="rect">
                <a:avLst/>
              </a:prstGeom>
              <a:noFill/>
            </p:spPr>
            <p:txBody>
              <a:bodyPr wrap="square" rtlCol="0">
                <a:spAutoFit/>
              </a:bodyPr>
              <a:lstStyle/>
              <a:p>
                <a:pPr algn="ctr"/>
                <a:r>
                  <a:rPr lang="en-GB" sz="1400" dirty="0">
                    <a:solidFill>
                      <a:schemeClr val="bg2"/>
                    </a:solidFill>
                    <a:latin typeface="+mn-lt"/>
                  </a:rPr>
                  <a:t>Accumulative Total = 30</a:t>
                </a:r>
              </a:p>
            </p:txBody>
          </p:sp>
          <p:sp>
            <p:nvSpPr>
              <p:cNvPr id="17" name="TextBox 16">
                <a:extLst>
                  <a:ext uri="{FF2B5EF4-FFF2-40B4-BE49-F238E27FC236}">
                    <a16:creationId xmlns:a16="http://schemas.microsoft.com/office/drawing/2014/main" id="{717A9CF1-ADFB-94BC-CE9E-EE5EE81A3567}"/>
                  </a:ext>
                </a:extLst>
              </p:cNvPr>
              <p:cNvSpPr txBox="1"/>
              <p:nvPr/>
            </p:nvSpPr>
            <p:spPr>
              <a:xfrm>
                <a:off x="3914387" y="1765464"/>
                <a:ext cx="1981916" cy="523220"/>
              </a:xfrm>
              <a:prstGeom prst="rect">
                <a:avLst/>
              </a:prstGeom>
              <a:noFill/>
            </p:spPr>
            <p:txBody>
              <a:bodyPr wrap="square" rtlCol="0">
                <a:spAutoFit/>
              </a:bodyPr>
              <a:lstStyle/>
              <a:p>
                <a:pPr algn="ctr"/>
                <a:r>
                  <a:rPr lang="en-GB" sz="1400" dirty="0"/>
                  <a:t>Attended </a:t>
                </a:r>
                <a:r>
                  <a:rPr lang="en-GB" sz="1400" b="1" dirty="0"/>
                  <a:t>more than 1 time </a:t>
                </a:r>
                <a:r>
                  <a:rPr lang="en-GB" sz="1400" dirty="0"/>
                  <a:t>in the last 7 days</a:t>
                </a:r>
              </a:p>
            </p:txBody>
          </p:sp>
          <p:sp>
            <p:nvSpPr>
              <p:cNvPr id="18" name="TextBox 17">
                <a:extLst>
                  <a:ext uri="{FF2B5EF4-FFF2-40B4-BE49-F238E27FC236}">
                    <a16:creationId xmlns:a16="http://schemas.microsoft.com/office/drawing/2014/main" id="{6BC522B7-07B6-4A45-7DAA-BAE3B530B338}"/>
                  </a:ext>
                </a:extLst>
              </p:cNvPr>
              <p:cNvSpPr txBox="1"/>
              <p:nvPr/>
            </p:nvSpPr>
            <p:spPr>
              <a:xfrm>
                <a:off x="6508952" y="1712912"/>
                <a:ext cx="1564963" cy="738664"/>
              </a:xfrm>
              <a:prstGeom prst="rect">
                <a:avLst/>
              </a:prstGeom>
              <a:noFill/>
            </p:spPr>
            <p:txBody>
              <a:bodyPr wrap="square" rtlCol="0">
                <a:spAutoFit/>
              </a:bodyPr>
              <a:lstStyle>
                <a:defPPr>
                  <a:defRPr lang="en-US"/>
                </a:defPPr>
                <a:lvl1pPr algn="ctr">
                  <a:defRPr sz="1400">
                    <a:solidFill>
                      <a:schemeClr val="bg2"/>
                    </a:solidFill>
                    <a:latin typeface="+mn-lt"/>
                  </a:defRPr>
                </a:lvl1pPr>
              </a:lstStyle>
              <a:p>
                <a:r>
                  <a:rPr lang="en-GB" dirty="0"/>
                  <a:t>Score = 100</a:t>
                </a:r>
              </a:p>
              <a:p>
                <a:r>
                  <a:rPr lang="en-GB" dirty="0"/>
                  <a:t>Weight = 30%</a:t>
                </a:r>
              </a:p>
              <a:p>
                <a:r>
                  <a:rPr lang="en-GB" b="1" dirty="0"/>
                  <a:t>Points =  30</a:t>
                </a:r>
              </a:p>
            </p:txBody>
          </p:sp>
        </p:grpSp>
        <p:grpSp>
          <p:nvGrpSpPr>
            <p:cNvPr id="40" name="Group 39">
              <a:extLst>
                <a:ext uri="{FF2B5EF4-FFF2-40B4-BE49-F238E27FC236}">
                  <a16:creationId xmlns:a16="http://schemas.microsoft.com/office/drawing/2014/main" id="{B91AFA11-67F0-B342-3E49-9D0F9E014137}"/>
                </a:ext>
              </a:extLst>
            </p:cNvPr>
            <p:cNvGrpSpPr/>
            <p:nvPr/>
          </p:nvGrpSpPr>
          <p:grpSpPr>
            <a:xfrm>
              <a:off x="0" y="3176360"/>
              <a:ext cx="2232402" cy="1814026"/>
              <a:chOff x="0" y="1447408"/>
              <a:chExt cx="2232402" cy="1814026"/>
            </a:xfrm>
          </p:grpSpPr>
          <p:sp>
            <p:nvSpPr>
              <p:cNvPr id="41" name="Oval 40">
                <a:extLst>
                  <a:ext uri="{FF2B5EF4-FFF2-40B4-BE49-F238E27FC236}">
                    <a16:creationId xmlns:a16="http://schemas.microsoft.com/office/drawing/2014/main" id="{7B2EC361-D099-E1B6-F4A0-5BA50D5FD9C1}"/>
                  </a:ext>
                </a:extLst>
              </p:cNvPr>
              <p:cNvSpPr/>
              <p:nvPr/>
            </p:nvSpPr>
            <p:spPr>
              <a:xfrm>
                <a:off x="0" y="2499151"/>
                <a:ext cx="2232402" cy="762283"/>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2" name="Rectangle: Rounded Corners 41">
                <a:extLst>
                  <a:ext uri="{FF2B5EF4-FFF2-40B4-BE49-F238E27FC236}">
                    <a16:creationId xmlns:a16="http://schemas.microsoft.com/office/drawing/2014/main" id="{9C50D82F-FB2D-1940-52F1-42B026E1F170}"/>
                  </a:ext>
                </a:extLst>
              </p:cNvPr>
              <p:cNvSpPr/>
              <p:nvPr/>
            </p:nvSpPr>
            <p:spPr>
              <a:xfrm>
                <a:off x="389691" y="1447408"/>
                <a:ext cx="1453020" cy="1390389"/>
              </a:xfrm>
              <a:prstGeom prst="roundRect">
                <a:avLst>
                  <a:gd name="adj" fmla="val 21322"/>
                </a:avLst>
              </a:prstGeom>
              <a:solidFill>
                <a:schemeClr val="accent1"/>
              </a:solidFill>
              <a:ln w="57150">
                <a:solidFill>
                  <a:schemeClr val="bg2"/>
                </a:solidFill>
              </a:ln>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bg2"/>
                    </a:solidFill>
                  </a:rPr>
                  <a:t>3</a:t>
                </a:r>
                <a:r>
                  <a:rPr lang="en-GB" sz="1400" b="1" baseline="30000" dirty="0">
                    <a:solidFill>
                      <a:schemeClr val="bg2"/>
                    </a:solidFill>
                  </a:rPr>
                  <a:t>rd</a:t>
                </a:r>
                <a:r>
                  <a:rPr lang="en-GB" sz="1400" b="1" dirty="0">
                    <a:solidFill>
                      <a:schemeClr val="bg2"/>
                    </a:solidFill>
                  </a:rPr>
                  <a:t> June  2024</a:t>
                </a:r>
              </a:p>
              <a:p>
                <a:pPr algn="ctr"/>
                <a:r>
                  <a:rPr lang="en-GB" sz="1000" dirty="0">
                    <a:solidFill>
                      <a:schemeClr val="bg2"/>
                    </a:solidFill>
                  </a:rPr>
                  <a:t>Attends  Keynote – Vision for the Future Session</a:t>
                </a:r>
              </a:p>
            </p:txBody>
          </p:sp>
        </p:grpSp>
      </p:grpSp>
      <p:grpSp>
        <p:nvGrpSpPr>
          <p:cNvPr id="68" name="Group 67">
            <a:extLst>
              <a:ext uri="{FF2B5EF4-FFF2-40B4-BE49-F238E27FC236}">
                <a16:creationId xmlns:a16="http://schemas.microsoft.com/office/drawing/2014/main" id="{4795993B-E372-2424-F651-15CBF86111AD}"/>
              </a:ext>
            </a:extLst>
          </p:cNvPr>
          <p:cNvGrpSpPr/>
          <p:nvPr/>
        </p:nvGrpSpPr>
        <p:grpSpPr>
          <a:xfrm>
            <a:off x="0" y="4911743"/>
            <a:ext cx="11886750" cy="1860148"/>
            <a:chOff x="0" y="4911743"/>
            <a:chExt cx="11886750" cy="1860148"/>
          </a:xfrm>
        </p:grpSpPr>
        <p:sp>
          <p:nvSpPr>
            <p:cNvPr id="31" name="Oval 30">
              <a:extLst>
                <a:ext uri="{FF2B5EF4-FFF2-40B4-BE49-F238E27FC236}">
                  <a16:creationId xmlns:a16="http://schemas.microsoft.com/office/drawing/2014/main" id="{E00A5C7A-912E-0FA0-77C0-F1A48A891F33}"/>
                </a:ext>
              </a:extLst>
            </p:cNvPr>
            <p:cNvSpPr/>
            <p:nvPr/>
          </p:nvSpPr>
          <p:spPr>
            <a:xfrm>
              <a:off x="3095625" y="5839470"/>
              <a:ext cx="8534399" cy="837555"/>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19" name="Group 18">
              <a:extLst>
                <a:ext uri="{FF2B5EF4-FFF2-40B4-BE49-F238E27FC236}">
                  <a16:creationId xmlns:a16="http://schemas.microsoft.com/office/drawing/2014/main" id="{FF14123D-55C4-57A1-B469-81C844FB4BDC}"/>
                </a:ext>
              </a:extLst>
            </p:cNvPr>
            <p:cNvGrpSpPr/>
            <p:nvPr/>
          </p:nvGrpSpPr>
          <p:grpSpPr>
            <a:xfrm>
              <a:off x="3488953" y="4911743"/>
              <a:ext cx="8397797" cy="1591056"/>
              <a:chOff x="3488953" y="1311293"/>
              <a:chExt cx="8397797" cy="1591056"/>
            </a:xfrm>
          </p:grpSpPr>
          <p:sp>
            <p:nvSpPr>
              <p:cNvPr id="20" name="Isosceles Triangle 19">
                <a:extLst>
                  <a:ext uri="{FF2B5EF4-FFF2-40B4-BE49-F238E27FC236}">
                    <a16:creationId xmlns:a16="http://schemas.microsoft.com/office/drawing/2014/main" id="{54B8A723-1031-EF34-DDB0-7BA887F462BE}"/>
                  </a:ext>
                </a:extLst>
              </p:cNvPr>
              <p:cNvSpPr/>
              <p:nvPr/>
            </p:nvSpPr>
            <p:spPr>
              <a:xfrm rot="5400000">
                <a:off x="10405422" y="1421021"/>
                <a:ext cx="1591056" cy="1371600"/>
              </a:xfrm>
              <a:prstGeom prst="triangl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Top Corners Rounded 20">
                <a:extLst>
                  <a:ext uri="{FF2B5EF4-FFF2-40B4-BE49-F238E27FC236}">
                    <a16:creationId xmlns:a16="http://schemas.microsoft.com/office/drawing/2014/main" id="{11C298BA-57A5-3384-14B5-E9ABDD700943}"/>
                  </a:ext>
                </a:extLst>
              </p:cNvPr>
              <p:cNvSpPr/>
              <p:nvPr/>
            </p:nvSpPr>
            <p:spPr>
              <a:xfrm rot="16200000">
                <a:off x="4301113" y="827384"/>
                <a:ext cx="936000" cy="2560320"/>
              </a:xfrm>
              <a:prstGeom prst="round2SameRect">
                <a:avLst>
                  <a:gd name="adj1" fmla="val 50000"/>
                  <a:gd name="adj2" fmla="val 0"/>
                </a:avLst>
              </a:prstGeom>
              <a:solidFill>
                <a:schemeClr val="accent5"/>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AE3DEDAC-C24B-B1C0-1410-D87F6E2E7D6F}"/>
                  </a:ext>
                </a:extLst>
              </p:cNvPr>
              <p:cNvSpPr/>
              <p:nvPr/>
            </p:nvSpPr>
            <p:spPr>
              <a:xfrm rot="16200000">
                <a:off x="6843833" y="827384"/>
                <a:ext cx="936000" cy="2560320"/>
              </a:xfrm>
              <a:prstGeom prst="rect">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AC01CA0-A5BA-EFA0-2972-981D04401675}"/>
                  </a:ext>
                </a:extLst>
              </p:cNvPr>
              <p:cNvSpPr/>
              <p:nvPr/>
            </p:nvSpPr>
            <p:spPr>
              <a:xfrm rot="16200000">
                <a:off x="9248670" y="964543"/>
                <a:ext cx="937446" cy="22860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TextBox 23">
                <a:extLst>
                  <a:ext uri="{FF2B5EF4-FFF2-40B4-BE49-F238E27FC236}">
                    <a16:creationId xmlns:a16="http://schemas.microsoft.com/office/drawing/2014/main" id="{3ACC920C-6E23-D518-F3C6-B1FC1A61D3B1}"/>
                  </a:ext>
                </a:extLst>
              </p:cNvPr>
              <p:cNvSpPr txBox="1"/>
              <p:nvPr/>
            </p:nvSpPr>
            <p:spPr>
              <a:xfrm>
                <a:off x="8640902" y="1764411"/>
                <a:ext cx="2956738" cy="738664"/>
              </a:xfrm>
              <a:prstGeom prst="rect">
                <a:avLst/>
              </a:prstGeom>
              <a:noFill/>
            </p:spPr>
            <p:txBody>
              <a:bodyPr wrap="square" rtlCol="0">
                <a:spAutoFit/>
              </a:bodyPr>
              <a:lstStyle/>
              <a:p>
                <a:pPr algn="ctr"/>
                <a:r>
                  <a:rPr lang="en-GB" sz="1400" dirty="0">
                    <a:solidFill>
                      <a:schemeClr val="bg2"/>
                    </a:solidFill>
                    <a:latin typeface="+mn-lt"/>
                  </a:rPr>
                  <a:t>Accumulative Total = 30</a:t>
                </a:r>
              </a:p>
              <a:p>
                <a:pPr algn="ctr"/>
                <a:r>
                  <a:rPr lang="en-GB" sz="1400" dirty="0">
                    <a:solidFill>
                      <a:schemeClr val="bg2"/>
                    </a:solidFill>
                    <a:latin typeface="+mn-lt"/>
                  </a:rPr>
                  <a:t>If Profile is A High Score Lead – else No Further Action</a:t>
                </a:r>
              </a:p>
            </p:txBody>
          </p:sp>
          <p:sp>
            <p:nvSpPr>
              <p:cNvPr id="25" name="TextBox 24">
                <a:extLst>
                  <a:ext uri="{FF2B5EF4-FFF2-40B4-BE49-F238E27FC236}">
                    <a16:creationId xmlns:a16="http://schemas.microsoft.com/office/drawing/2014/main" id="{CABB2716-06D0-E290-E40A-B9EB2611EB19}"/>
                  </a:ext>
                </a:extLst>
              </p:cNvPr>
              <p:cNvSpPr txBox="1"/>
              <p:nvPr/>
            </p:nvSpPr>
            <p:spPr>
              <a:xfrm>
                <a:off x="3829297" y="1849547"/>
                <a:ext cx="1960896" cy="523220"/>
              </a:xfrm>
              <a:prstGeom prst="rect">
                <a:avLst/>
              </a:prstGeom>
              <a:noFill/>
            </p:spPr>
            <p:txBody>
              <a:bodyPr wrap="square" rtlCol="0">
                <a:spAutoFit/>
              </a:bodyPr>
              <a:lstStyle/>
              <a:p>
                <a:pPr algn="ctr"/>
                <a:r>
                  <a:rPr lang="en-GB" sz="1400" dirty="0"/>
                  <a:t>Attended </a:t>
                </a:r>
                <a:r>
                  <a:rPr lang="en-GB" sz="1400" b="1" dirty="0"/>
                  <a:t>more than 1 time </a:t>
                </a:r>
                <a:r>
                  <a:rPr lang="en-GB" sz="1400" dirty="0"/>
                  <a:t>in the last 7 days</a:t>
                </a:r>
                <a:endParaRPr lang="en-GB" sz="1400" dirty="0">
                  <a:solidFill>
                    <a:schemeClr val="bg2"/>
                  </a:solidFill>
                  <a:latin typeface="+mn-lt"/>
                </a:endParaRPr>
              </a:p>
            </p:txBody>
          </p:sp>
          <p:sp>
            <p:nvSpPr>
              <p:cNvPr id="26" name="TextBox 25">
                <a:extLst>
                  <a:ext uri="{FF2B5EF4-FFF2-40B4-BE49-F238E27FC236}">
                    <a16:creationId xmlns:a16="http://schemas.microsoft.com/office/drawing/2014/main" id="{E5F1BCE1-CD3C-CF34-27AC-CAEDD594F3C8}"/>
                  </a:ext>
                </a:extLst>
              </p:cNvPr>
              <p:cNvSpPr txBox="1"/>
              <p:nvPr/>
            </p:nvSpPr>
            <p:spPr>
              <a:xfrm>
                <a:off x="6498442" y="1765464"/>
                <a:ext cx="1564963" cy="738664"/>
              </a:xfrm>
              <a:prstGeom prst="rect">
                <a:avLst/>
              </a:prstGeom>
              <a:noFill/>
            </p:spPr>
            <p:txBody>
              <a:bodyPr wrap="square" rtlCol="0">
                <a:spAutoFit/>
              </a:bodyPr>
              <a:lstStyle>
                <a:defPPr>
                  <a:defRPr lang="en-US"/>
                </a:defPPr>
                <a:lvl1pPr algn="ctr">
                  <a:defRPr sz="1400">
                    <a:solidFill>
                      <a:schemeClr val="bg2"/>
                    </a:solidFill>
                    <a:latin typeface="+mn-lt"/>
                  </a:defRPr>
                </a:lvl1pPr>
              </a:lstStyle>
              <a:p>
                <a:r>
                  <a:rPr lang="en-GB" dirty="0"/>
                  <a:t>Score = 100</a:t>
                </a:r>
              </a:p>
              <a:p>
                <a:r>
                  <a:rPr lang="en-GB" dirty="0"/>
                  <a:t>Weight = 30%</a:t>
                </a:r>
              </a:p>
              <a:p>
                <a:r>
                  <a:rPr lang="en-GB" b="1" dirty="0"/>
                  <a:t>Points =  30</a:t>
                </a:r>
              </a:p>
            </p:txBody>
          </p:sp>
        </p:grpSp>
        <p:grpSp>
          <p:nvGrpSpPr>
            <p:cNvPr id="43" name="Group 42">
              <a:extLst>
                <a:ext uri="{FF2B5EF4-FFF2-40B4-BE49-F238E27FC236}">
                  <a16:creationId xmlns:a16="http://schemas.microsoft.com/office/drawing/2014/main" id="{0F5E4C4F-2DD8-5D51-8BE5-1C4196426C67}"/>
                </a:ext>
              </a:extLst>
            </p:cNvPr>
            <p:cNvGrpSpPr/>
            <p:nvPr/>
          </p:nvGrpSpPr>
          <p:grpSpPr>
            <a:xfrm>
              <a:off x="0" y="4957865"/>
              <a:ext cx="2232402" cy="1814026"/>
              <a:chOff x="0" y="1447408"/>
              <a:chExt cx="2232402" cy="1814026"/>
            </a:xfrm>
          </p:grpSpPr>
          <p:sp>
            <p:nvSpPr>
              <p:cNvPr id="44" name="Oval 43">
                <a:extLst>
                  <a:ext uri="{FF2B5EF4-FFF2-40B4-BE49-F238E27FC236}">
                    <a16:creationId xmlns:a16="http://schemas.microsoft.com/office/drawing/2014/main" id="{FC05A0DC-A11D-91E5-2E93-CE6B4985032E}"/>
                  </a:ext>
                </a:extLst>
              </p:cNvPr>
              <p:cNvSpPr/>
              <p:nvPr/>
            </p:nvSpPr>
            <p:spPr>
              <a:xfrm>
                <a:off x="0" y="2499151"/>
                <a:ext cx="2232402" cy="762283"/>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5" name="Rectangle: Rounded Corners 44">
                <a:extLst>
                  <a:ext uri="{FF2B5EF4-FFF2-40B4-BE49-F238E27FC236}">
                    <a16:creationId xmlns:a16="http://schemas.microsoft.com/office/drawing/2014/main" id="{AF89448F-8955-5EF2-EAFF-5C8FD81E1679}"/>
                  </a:ext>
                </a:extLst>
              </p:cNvPr>
              <p:cNvSpPr/>
              <p:nvPr/>
            </p:nvSpPr>
            <p:spPr>
              <a:xfrm>
                <a:off x="389691" y="1447408"/>
                <a:ext cx="1453020" cy="1390389"/>
              </a:xfrm>
              <a:prstGeom prst="roundRect">
                <a:avLst>
                  <a:gd name="adj" fmla="val 21322"/>
                </a:avLst>
              </a:prstGeom>
              <a:solidFill>
                <a:schemeClr val="accent1"/>
              </a:solidFill>
              <a:ln w="57150">
                <a:solidFill>
                  <a:schemeClr val="bg2"/>
                </a:solidFill>
              </a:ln>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bg2"/>
                    </a:solidFill>
                  </a:rPr>
                  <a:t>4</a:t>
                </a:r>
                <a:r>
                  <a:rPr lang="en-GB" sz="1400" b="1" baseline="30000" dirty="0">
                    <a:solidFill>
                      <a:schemeClr val="bg2"/>
                    </a:solidFill>
                  </a:rPr>
                  <a:t>th</a:t>
                </a:r>
                <a:r>
                  <a:rPr lang="en-GB" sz="1400" b="1" dirty="0">
                    <a:solidFill>
                      <a:schemeClr val="bg2"/>
                    </a:solidFill>
                  </a:rPr>
                  <a:t> June 2024</a:t>
                </a:r>
              </a:p>
              <a:p>
                <a:pPr algn="ctr"/>
                <a:r>
                  <a:rPr lang="en-GB" sz="1000" dirty="0">
                    <a:solidFill>
                      <a:schemeClr val="bg2"/>
                    </a:solidFill>
                  </a:rPr>
                  <a:t>Attends Breakout Session -</a:t>
                </a:r>
                <a:r>
                  <a:rPr lang="en-US" sz="1000" dirty="0">
                    <a:solidFill>
                      <a:schemeClr val="bg2"/>
                    </a:solidFill>
                  </a:rPr>
                  <a:t>Connecting the Dots</a:t>
                </a:r>
                <a:endParaRPr lang="en-GB" sz="1000" dirty="0">
                  <a:solidFill>
                    <a:schemeClr val="bg2"/>
                  </a:solidFill>
                </a:endParaRPr>
              </a:p>
            </p:txBody>
          </p:sp>
        </p:grpSp>
      </p:grpSp>
      <p:sp>
        <p:nvSpPr>
          <p:cNvPr id="46" name="Oval 45">
            <a:extLst>
              <a:ext uri="{FF2B5EF4-FFF2-40B4-BE49-F238E27FC236}">
                <a16:creationId xmlns:a16="http://schemas.microsoft.com/office/drawing/2014/main" id="{16156ABA-784E-E110-D7FC-DCB6EA49267F}"/>
              </a:ext>
            </a:extLst>
          </p:cNvPr>
          <p:cNvSpPr/>
          <p:nvPr/>
        </p:nvSpPr>
        <p:spPr>
          <a:xfrm>
            <a:off x="4459015" y="591439"/>
            <a:ext cx="701459" cy="701459"/>
          </a:xfrm>
          <a:prstGeom prst="ellipse">
            <a:avLst/>
          </a:prstGeom>
          <a:solidFill>
            <a:schemeClr val="accent5"/>
          </a:solidFill>
          <a:ln w="412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TextBox 47">
            <a:extLst>
              <a:ext uri="{FF2B5EF4-FFF2-40B4-BE49-F238E27FC236}">
                <a16:creationId xmlns:a16="http://schemas.microsoft.com/office/drawing/2014/main" id="{52071372-4527-25E3-D988-7FE30CEC6A95}"/>
              </a:ext>
            </a:extLst>
          </p:cNvPr>
          <p:cNvSpPr txBox="1"/>
          <p:nvPr/>
        </p:nvSpPr>
        <p:spPr>
          <a:xfrm>
            <a:off x="4519449" y="809297"/>
            <a:ext cx="557048" cy="246221"/>
          </a:xfrm>
          <a:prstGeom prst="rect">
            <a:avLst/>
          </a:prstGeom>
          <a:noFill/>
        </p:spPr>
        <p:txBody>
          <a:bodyPr wrap="square" rtlCol="0">
            <a:spAutoFit/>
          </a:bodyPr>
          <a:lstStyle/>
          <a:p>
            <a:r>
              <a:rPr lang="en-GB" sz="1000" b="1" dirty="0">
                <a:solidFill>
                  <a:schemeClr val="bg2"/>
                </a:solidFill>
                <a:latin typeface="+mn-lt"/>
              </a:rPr>
              <a:t>Logic</a:t>
            </a:r>
          </a:p>
        </p:txBody>
      </p:sp>
      <p:sp>
        <p:nvSpPr>
          <p:cNvPr id="49" name="Oval 48">
            <a:extLst>
              <a:ext uri="{FF2B5EF4-FFF2-40B4-BE49-F238E27FC236}">
                <a16:creationId xmlns:a16="http://schemas.microsoft.com/office/drawing/2014/main" id="{6D8D06A1-75D7-62E6-4DFA-EFCB1F08431A}"/>
              </a:ext>
            </a:extLst>
          </p:cNvPr>
          <p:cNvSpPr/>
          <p:nvPr/>
        </p:nvSpPr>
        <p:spPr>
          <a:xfrm>
            <a:off x="6924479" y="591439"/>
            <a:ext cx="701459" cy="701459"/>
          </a:xfrm>
          <a:prstGeom prst="ellipse">
            <a:avLst/>
          </a:prstGeom>
          <a:solidFill>
            <a:schemeClr val="accent2"/>
          </a:solidFill>
          <a:ln w="412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TextBox 50">
            <a:extLst>
              <a:ext uri="{FF2B5EF4-FFF2-40B4-BE49-F238E27FC236}">
                <a16:creationId xmlns:a16="http://schemas.microsoft.com/office/drawing/2014/main" id="{FB6E5258-1EC3-1BBA-25BB-F2AD52594967}"/>
              </a:ext>
            </a:extLst>
          </p:cNvPr>
          <p:cNvSpPr txBox="1"/>
          <p:nvPr/>
        </p:nvSpPr>
        <p:spPr>
          <a:xfrm>
            <a:off x="6868511" y="835572"/>
            <a:ext cx="1051034" cy="246221"/>
          </a:xfrm>
          <a:prstGeom prst="rect">
            <a:avLst/>
          </a:prstGeom>
          <a:noFill/>
        </p:spPr>
        <p:txBody>
          <a:bodyPr wrap="square" rtlCol="0">
            <a:spAutoFit/>
          </a:bodyPr>
          <a:lstStyle/>
          <a:p>
            <a:r>
              <a:rPr lang="en-GB" sz="1000" b="1" dirty="0">
                <a:solidFill>
                  <a:schemeClr val="bg2"/>
                </a:solidFill>
                <a:latin typeface="+mn-lt"/>
              </a:rPr>
              <a:t>Calculation</a:t>
            </a:r>
          </a:p>
        </p:txBody>
      </p:sp>
      <p:sp>
        <p:nvSpPr>
          <p:cNvPr id="54" name="Oval 53">
            <a:extLst>
              <a:ext uri="{FF2B5EF4-FFF2-40B4-BE49-F238E27FC236}">
                <a16:creationId xmlns:a16="http://schemas.microsoft.com/office/drawing/2014/main" id="{6F4B0407-35B0-C2C8-AA97-F67A4631CDA4}"/>
              </a:ext>
            </a:extLst>
          </p:cNvPr>
          <p:cNvSpPr/>
          <p:nvPr/>
        </p:nvSpPr>
        <p:spPr>
          <a:xfrm>
            <a:off x="9347114" y="591439"/>
            <a:ext cx="701459" cy="701459"/>
          </a:xfrm>
          <a:prstGeom prst="ellipse">
            <a:avLst/>
          </a:prstGeom>
          <a:solidFill>
            <a:schemeClr val="accent1"/>
          </a:solidFill>
          <a:ln w="412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TextBox 56">
            <a:extLst>
              <a:ext uri="{FF2B5EF4-FFF2-40B4-BE49-F238E27FC236}">
                <a16:creationId xmlns:a16="http://schemas.microsoft.com/office/drawing/2014/main" id="{4299C8A5-C397-4704-A01E-FD08EF0261E6}"/>
              </a:ext>
            </a:extLst>
          </p:cNvPr>
          <p:cNvSpPr txBox="1"/>
          <p:nvPr/>
        </p:nvSpPr>
        <p:spPr>
          <a:xfrm>
            <a:off x="9417269" y="809296"/>
            <a:ext cx="1051034" cy="246221"/>
          </a:xfrm>
          <a:prstGeom prst="rect">
            <a:avLst/>
          </a:prstGeom>
          <a:noFill/>
        </p:spPr>
        <p:txBody>
          <a:bodyPr wrap="square" rtlCol="0">
            <a:spAutoFit/>
          </a:bodyPr>
          <a:lstStyle/>
          <a:p>
            <a:r>
              <a:rPr lang="en-GB" sz="1000" b="1" dirty="0">
                <a:solidFill>
                  <a:schemeClr val="bg2"/>
                </a:solidFill>
                <a:latin typeface="+mn-lt"/>
              </a:rPr>
              <a:t>Action</a:t>
            </a:r>
          </a:p>
        </p:txBody>
      </p:sp>
      <p:sp>
        <p:nvSpPr>
          <p:cNvPr id="2" name="Text Placeholder 1">
            <a:extLst>
              <a:ext uri="{FF2B5EF4-FFF2-40B4-BE49-F238E27FC236}">
                <a16:creationId xmlns:a16="http://schemas.microsoft.com/office/drawing/2014/main" id="{3B51743B-280C-7D22-E4B5-19A557AB9A85}"/>
              </a:ext>
            </a:extLst>
          </p:cNvPr>
          <p:cNvSpPr>
            <a:spLocks noGrp="1"/>
          </p:cNvSpPr>
          <p:nvPr>
            <p:ph type="body" sz="quarter" idx="82"/>
          </p:nvPr>
        </p:nvSpPr>
        <p:spPr/>
        <p:txBody>
          <a:bodyPr/>
          <a:lstStyle/>
          <a:p>
            <a:r>
              <a:rPr lang="en-GB" dirty="0"/>
              <a:t>Contact Attends an Event</a:t>
            </a:r>
          </a:p>
        </p:txBody>
      </p:sp>
      <p:grpSp>
        <p:nvGrpSpPr>
          <p:cNvPr id="34" name="Group 33">
            <a:extLst>
              <a:ext uri="{FF2B5EF4-FFF2-40B4-BE49-F238E27FC236}">
                <a16:creationId xmlns:a16="http://schemas.microsoft.com/office/drawing/2014/main" id="{249FDF6F-3919-B392-1D28-372489529ACD}"/>
              </a:ext>
            </a:extLst>
          </p:cNvPr>
          <p:cNvGrpSpPr/>
          <p:nvPr/>
        </p:nvGrpSpPr>
        <p:grpSpPr>
          <a:xfrm>
            <a:off x="8334532" y="6275454"/>
            <a:ext cx="2114298" cy="454674"/>
            <a:chOff x="4277360" y="3449320"/>
            <a:chExt cx="2556578" cy="549785"/>
          </a:xfrm>
        </p:grpSpPr>
        <p:sp>
          <p:nvSpPr>
            <p:cNvPr id="35" name="Rectangle 34">
              <a:extLst>
                <a:ext uri="{FF2B5EF4-FFF2-40B4-BE49-F238E27FC236}">
                  <a16:creationId xmlns:a16="http://schemas.microsoft.com/office/drawing/2014/main" id="{D38B56B4-E99E-200E-E1E3-18F52BF9951E}"/>
                </a:ext>
              </a:extLst>
            </p:cNvPr>
            <p:cNvSpPr/>
            <p:nvPr/>
          </p:nvSpPr>
          <p:spPr>
            <a:xfrm>
              <a:off x="4277360" y="3449320"/>
              <a:ext cx="579120" cy="28448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bg2"/>
                  </a:solidFill>
                </a:rPr>
                <a:t>4</a:t>
              </a:r>
            </a:p>
          </p:txBody>
        </p:sp>
        <p:sp>
          <p:nvSpPr>
            <p:cNvPr id="38" name="Rectangle 37">
              <a:extLst>
                <a:ext uri="{FF2B5EF4-FFF2-40B4-BE49-F238E27FC236}">
                  <a16:creationId xmlns:a16="http://schemas.microsoft.com/office/drawing/2014/main" id="{A1BDD165-B8F4-F013-4F93-6BDC22EF55C4}"/>
                </a:ext>
              </a:extLst>
            </p:cNvPr>
            <p:cNvSpPr/>
            <p:nvPr/>
          </p:nvSpPr>
          <p:spPr>
            <a:xfrm>
              <a:off x="4918336" y="3449320"/>
              <a:ext cx="579120" cy="28448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GB" b="1" dirty="0">
                  <a:solidFill>
                    <a:schemeClr val="bg2"/>
                  </a:solidFill>
                </a:rPr>
                <a:t>3</a:t>
              </a:r>
            </a:p>
          </p:txBody>
        </p:sp>
        <p:sp>
          <p:nvSpPr>
            <p:cNvPr id="52" name="Rectangle 51">
              <a:extLst>
                <a:ext uri="{FF2B5EF4-FFF2-40B4-BE49-F238E27FC236}">
                  <a16:creationId xmlns:a16="http://schemas.microsoft.com/office/drawing/2014/main" id="{9C5C699B-E580-F3C4-17A0-608E42CACB68}"/>
                </a:ext>
              </a:extLst>
            </p:cNvPr>
            <p:cNvSpPr/>
            <p:nvPr/>
          </p:nvSpPr>
          <p:spPr>
            <a:xfrm>
              <a:off x="5559312" y="3449320"/>
              <a:ext cx="579120" cy="284480"/>
            </a:xfrm>
            <a:prstGeom prst="rect">
              <a:avLst/>
            </a:prstGeom>
            <a:solidFill>
              <a:schemeClr val="accent5"/>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bg2"/>
                  </a:solidFill>
                </a:rPr>
                <a:t>2</a:t>
              </a:r>
            </a:p>
          </p:txBody>
        </p:sp>
        <p:sp>
          <p:nvSpPr>
            <p:cNvPr id="53" name="Rectangle 52">
              <a:extLst>
                <a:ext uri="{FF2B5EF4-FFF2-40B4-BE49-F238E27FC236}">
                  <a16:creationId xmlns:a16="http://schemas.microsoft.com/office/drawing/2014/main" id="{18AD97DA-4A1B-05AB-BB31-E798F6542C33}"/>
                </a:ext>
              </a:extLst>
            </p:cNvPr>
            <p:cNvSpPr/>
            <p:nvPr/>
          </p:nvSpPr>
          <p:spPr>
            <a:xfrm>
              <a:off x="6200288" y="3449320"/>
              <a:ext cx="579120" cy="284480"/>
            </a:xfrm>
            <a:prstGeom prst="rect">
              <a:avLst/>
            </a:prstGeom>
            <a:solidFill>
              <a:schemeClr val="accent3"/>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bg2"/>
                  </a:solidFill>
                </a:rPr>
                <a:t>1</a:t>
              </a:r>
            </a:p>
          </p:txBody>
        </p:sp>
        <p:cxnSp>
          <p:nvCxnSpPr>
            <p:cNvPr id="56" name="Straight Connector 55">
              <a:extLst>
                <a:ext uri="{FF2B5EF4-FFF2-40B4-BE49-F238E27FC236}">
                  <a16:creationId xmlns:a16="http://schemas.microsoft.com/office/drawing/2014/main" id="{8E622469-87E1-25CF-4E8E-0B113751BAF4}"/>
                </a:ext>
              </a:extLst>
            </p:cNvPr>
            <p:cNvCxnSpPr>
              <a:cxnSpLocks/>
            </p:cNvCxnSpPr>
            <p:nvPr/>
          </p:nvCxnSpPr>
          <p:spPr>
            <a:xfrm>
              <a:off x="4887408" y="3449320"/>
              <a:ext cx="0" cy="548640"/>
            </a:xfrm>
            <a:prstGeom prst="line">
              <a:avLst/>
            </a:prstGeom>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056B1B49-D875-EECA-B12B-84EF3ED654A2}"/>
                </a:ext>
              </a:extLst>
            </p:cNvPr>
            <p:cNvCxnSpPr>
              <a:cxnSpLocks/>
            </p:cNvCxnSpPr>
            <p:nvPr/>
          </p:nvCxnSpPr>
          <p:spPr>
            <a:xfrm>
              <a:off x="5528384" y="3449320"/>
              <a:ext cx="0" cy="54864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9F133E5F-9226-A69E-063C-6C4A4FF23CC4}"/>
                </a:ext>
              </a:extLst>
            </p:cNvPr>
            <p:cNvCxnSpPr>
              <a:cxnSpLocks/>
            </p:cNvCxnSpPr>
            <p:nvPr/>
          </p:nvCxnSpPr>
          <p:spPr>
            <a:xfrm>
              <a:off x="6169360" y="3449320"/>
              <a:ext cx="0" cy="548640"/>
            </a:xfrm>
            <a:prstGeom prst="line">
              <a:avLst/>
            </a:prstGeom>
            <a:ln>
              <a:solidFill>
                <a:schemeClr val="accent5"/>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E0F7A73A-555C-C3BE-9935-69FCDE1A3D2F}"/>
                </a:ext>
              </a:extLst>
            </p:cNvPr>
            <p:cNvCxnSpPr>
              <a:cxnSpLocks/>
            </p:cNvCxnSpPr>
            <p:nvPr/>
          </p:nvCxnSpPr>
          <p:spPr>
            <a:xfrm>
              <a:off x="6810334" y="3450465"/>
              <a:ext cx="0" cy="54864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61" name="TextBox 60">
              <a:extLst>
                <a:ext uri="{FF2B5EF4-FFF2-40B4-BE49-F238E27FC236}">
                  <a16:creationId xmlns:a16="http://schemas.microsoft.com/office/drawing/2014/main" id="{7C1D50F2-A650-C61F-394B-F3694E4EC2E9}"/>
                </a:ext>
              </a:extLst>
            </p:cNvPr>
            <p:cNvSpPr txBox="1"/>
            <p:nvPr/>
          </p:nvSpPr>
          <p:spPr>
            <a:xfrm>
              <a:off x="6391666" y="3713748"/>
              <a:ext cx="442272" cy="223295"/>
            </a:xfrm>
            <a:prstGeom prst="rect">
              <a:avLst/>
            </a:prstGeom>
            <a:noFill/>
          </p:spPr>
          <p:txBody>
            <a:bodyPr wrap="square" rtlCol="0">
              <a:spAutoFit/>
            </a:bodyPr>
            <a:lstStyle/>
            <a:p>
              <a:r>
                <a:rPr lang="en-GB" sz="600" b="1" dirty="0">
                  <a:latin typeface="+mn-lt"/>
                </a:rPr>
                <a:t>100</a:t>
              </a:r>
            </a:p>
          </p:txBody>
        </p:sp>
        <p:sp>
          <p:nvSpPr>
            <p:cNvPr id="62" name="TextBox 61">
              <a:extLst>
                <a:ext uri="{FF2B5EF4-FFF2-40B4-BE49-F238E27FC236}">
                  <a16:creationId xmlns:a16="http://schemas.microsoft.com/office/drawing/2014/main" id="{DBE0CBFB-D6DF-AB87-4B83-491985F49B9B}"/>
                </a:ext>
              </a:extLst>
            </p:cNvPr>
            <p:cNvSpPr txBox="1"/>
            <p:nvPr/>
          </p:nvSpPr>
          <p:spPr>
            <a:xfrm>
              <a:off x="5851930" y="3713748"/>
              <a:ext cx="364384" cy="223295"/>
            </a:xfrm>
            <a:prstGeom prst="rect">
              <a:avLst/>
            </a:prstGeom>
            <a:noFill/>
          </p:spPr>
          <p:txBody>
            <a:bodyPr wrap="square" rtlCol="0">
              <a:spAutoFit/>
            </a:bodyPr>
            <a:lstStyle/>
            <a:p>
              <a:r>
                <a:rPr lang="en-GB" sz="600" b="1" dirty="0">
                  <a:latin typeface="+mn-lt"/>
                </a:rPr>
                <a:t>75</a:t>
              </a:r>
            </a:p>
          </p:txBody>
        </p:sp>
        <p:sp>
          <p:nvSpPr>
            <p:cNvPr id="63" name="TextBox 62">
              <a:extLst>
                <a:ext uri="{FF2B5EF4-FFF2-40B4-BE49-F238E27FC236}">
                  <a16:creationId xmlns:a16="http://schemas.microsoft.com/office/drawing/2014/main" id="{7ADA3823-7110-CFF0-F4B4-4DF527BABF6C}"/>
                </a:ext>
              </a:extLst>
            </p:cNvPr>
            <p:cNvSpPr txBox="1"/>
            <p:nvPr/>
          </p:nvSpPr>
          <p:spPr>
            <a:xfrm>
              <a:off x="5234309" y="3713748"/>
              <a:ext cx="364384" cy="223295"/>
            </a:xfrm>
            <a:prstGeom prst="rect">
              <a:avLst/>
            </a:prstGeom>
            <a:noFill/>
          </p:spPr>
          <p:txBody>
            <a:bodyPr wrap="square" rtlCol="0">
              <a:spAutoFit/>
            </a:bodyPr>
            <a:lstStyle/>
            <a:p>
              <a:r>
                <a:rPr lang="en-GB" sz="600" b="1" dirty="0">
                  <a:latin typeface="+mn-lt"/>
                </a:rPr>
                <a:t>50</a:t>
              </a:r>
            </a:p>
          </p:txBody>
        </p:sp>
        <p:sp>
          <p:nvSpPr>
            <p:cNvPr id="64" name="TextBox 63">
              <a:extLst>
                <a:ext uri="{FF2B5EF4-FFF2-40B4-BE49-F238E27FC236}">
                  <a16:creationId xmlns:a16="http://schemas.microsoft.com/office/drawing/2014/main" id="{EF06B50A-C6A5-15D3-10E7-AADB6056720C}"/>
                </a:ext>
              </a:extLst>
            </p:cNvPr>
            <p:cNvSpPr txBox="1"/>
            <p:nvPr/>
          </p:nvSpPr>
          <p:spPr>
            <a:xfrm>
              <a:off x="4589188" y="3713748"/>
              <a:ext cx="364384" cy="223295"/>
            </a:xfrm>
            <a:prstGeom prst="rect">
              <a:avLst/>
            </a:prstGeom>
            <a:noFill/>
          </p:spPr>
          <p:txBody>
            <a:bodyPr wrap="square" rtlCol="0">
              <a:spAutoFit/>
            </a:bodyPr>
            <a:lstStyle/>
            <a:p>
              <a:r>
                <a:rPr lang="en-GB" sz="600" b="1" dirty="0">
                  <a:latin typeface="+mn-lt"/>
                </a:rPr>
                <a:t>25</a:t>
              </a:r>
            </a:p>
          </p:txBody>
        </p:sp>
      </p:grpSp>
      <p:sp>
        <p:nvSpPr>
          <p:cNvPr id="65" name="Star: 5 Points 64">
            <a:extLst>
              <a:ext uri="{FF2B5EF4-FFF2-40B4-BE49-F238E27FC236}">
                <a16:creationId xmlns:a16="http://schemas.microsoft.com/office/drawing/2014/main" id="{98CCABDC-0A75-5680-2471-324E72B4A39E}"/>
              </a:ext>
            </a:extLst>
          </p:cNvPr>
          <p:cNvSpPr/>
          <p:nvPr/>
        </p:nvSpPr>
        <p:spPr>
          <a:xfrm>
            <a:off x="8963247" y="6549660"/>
            <a:ext cx="265814" cy="265814"/>
          </a:xfrm>
          <a:prstGeom prst="star5">
            <a:avLst/>
          </a:prstGeom>
          <a:solidFill>
            <a:schemeClr val="accent5">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28156143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left)">
                                      <p:cBhvr>
                                        <p:cTn id="7" dur="1000"/>
                                        <p:tgtEl>
                                          <p:spTgt spid="66"/>
                                        </p:tgtEl>
                                      </p:cBhvr>
                                    </p:animEffect>
                                  </p:childTnLst>
                                </p:cTn>
                              </p:par>
                            </p:childTnLst>
                          </p:cTn>
                        </p:par>
                        <p:par>
                          <p:cTn id="8" fill="hold">
                            <p:stCondLst>
                              <p:cond delay="1000"/>
                            </p:stCondLst>
                            <p:childTnLst>
                              <p:par>
                                <p:cTn id="9" presetID="22" presetClass="entr" presetSubtype="8" fill="hold" nodeType="afterEffect">
                                  <p:stCondLst>
                                    <p:cond delay="500"/>
                                  </p:stCondLst>
                                  <p:childTnLst>
                                    <p:set>
                                      <p:cBhvr>
                                        <p:cTn id="10" dur="1" fill="hold">
                                          <p:stCondLst>
                                            <p:cond delay="0"/>
                                          </p:stCondLst>
                                        </p:cTn>
                                        <p:tgtEl>
                                          <p:spTgt spid="67"/>
                                        </p:tgtEl>
                                        <p:attrNameLst>
                                          <p:attrName>style.visibility</p:attrName>
                                        </p:attrNameLst>
                                      </p:cBhvr>
                                      <p:to>
                                        <p:strVal val="visible"/>
                                      </p:to>
                                    </p:set>
                                    <p:animEffect transition="in" filter="wipe(left)">
                                      <p:cBhvr>
                                        <p:cTn id="11" dur="1000"/>
                                        <p:tgtEl>
                                          <p:spTgt spid="67"/>
                                        </p:tgtEl>
                                      </p:cBhvr>
                                    </p:animEffect>
                                  </p:childTnLst>
                                </p:cTn>
                              </p:par>
                            </p:childTnLst>
                          </p:cTn>
                        </p:par>
                        <p:par>
                          <p:cTn id="12" fill="hold">
                            <p:stCondLst>
                              <p:cond delay="2500"/>
                            </p:stCondLst>
                            <p:childTnLst>
                              <p:par>
                                <p:cTn id="13" presetID="22" presetClass="entr" presetSubtype="8" fill="hold" nodeType="afterEffect">
                                  <p:stCondLst>
                                    <p:cond delay="500"/>
                                  </p:stCondLst>
                                  <p:childTnLst>
                                    <p:set>
                                      <p:cBhvr>
                                        <p:cTn id="14" dur="1" fill="hold">
                                          <p:stCondLst>
                                            <p:cond delay="0"/>
                                          </p:stCondLst>
                                        </p:cTn>
                                        <p:tgtEl>
                                          <p:spTgt spid="68"/>
                                        </p:tgtEl>
                                        <p:attrNameLst>
                                          <p:attrName>style.visibility</p:attrName>
                                        </p:attrNameLst>
                                      </p:cBhvr>
                                      <p:to>
                                        <p:strVal val="visible"/>
                                      </p:to>
                                    </p:set>
                                    <p:animEffect transition="in" filter="wipe(left)">
                                      <p:cBhvr>
                                        <p:cTn id="15" dur="1000"/>
                                        <p:tgtEl>
                                          <p:spTgt spid="68"/>
                                        </p:tgtEl>
                                      </p:cBhvr>
                                    </p:animEffect>
                                  </p:childTnLst>
                                </p:cTn>
                              </p:par>
                            </p:childTnLst>
                          </p:cTn>
                        </p:par>
                        <p:par>
                          <p:cTn id="16" fill="hold">
                            <p:stCondLst>
                              <p:cond delay="4000"/>
                            </p:stCondLst>
                            <p:childTnLst>
                              <p:par>
                                <p:cTn id="17" presetID="31" presetClass="entr" presetSubtype="0" fill="hold" grpId="0" nodeType="afterEffect">
                                  <p:stCondLst>
                                    <p:cond delay="500"/>
                                  </p:stCondLst>
                                  <p:childTnLst>
                                    <p:set>
                                      <p:cBhvr>
                                        <p:cTn id="18" dur="1" fill="hold">
                                          <p:stCondLst>
                                            <p:cond delay="0"/>
                                          </p:stCondLst>
                                        </p:cTn>
                                        <p:tgtEl>
                                          <p:spTgt spid="65"/>
                                        </p:tgtEl>
                                        <p:attrNameLst>
                                          <p:attrName>style.visibility</p:attrName>
                                        </p:attrNameLst>
                                      </p:cBhvr>
                                      <p:to>
                                        <p:strVal val="visible"/>
                                      </p:to>
                                    </p:set>
                                    <p:anim calcmode="lin" valueType="num">
                                      <p:cBhvr>
                                        <p:cTn id="19" dur="1000" fill="hold"/>
                                        <p:tgtEl>
                                          <p:spTgt spid="65"/>
                                        </p:tgtEl>
                                        <p:attrNameLst>
                                          <p:attrName>ppt_w</p:attrName>
                                        </p:attrNameLst>
                                      </p:cBhvr>
                                      <p:tavLst>
                                        <p:tav tm="0">
                                          <p:val>
                                            <p:fltVal val="0"/>
                                          </p:val>
                                        </p:tav>
                                        <p:tav tm="100000">
                                          <p:val>
                                            <p:strVal val="#ppt_w"/>
                                          </p:val>
                                        </p:tav>
                                      </p:tavLst>
                                    </p:anim>
                                    <p:anim calcmode="lin" valueType="num">
                                      <p:cBhvr>
                                        <p:cTn id="20" dur="1000" fill="hold"/>
                                        <p:tgtEl>
                                          <p:spTgt spid="65"/>
                                        </p:tgtEl>
                                        <p:attrNameLst>
                                          <p:attrName>ppt_h</p:attrName>
                                        </p:attrNameLst>
                                      </p:cBhvr>
                                      <p:tavLst>
                                        <p:tav tm="0">
                                          <p:val>
                                            <p:fltVal val="0"/>
                                          </p:val>
                                        </p:tav>
                                        <p:tav tm="100000">
                                          <p:val>
                                            <p:strVal val="#ppt_h"/>
                                          </p:val>
                                        </p:tav>
                                      </p:tavLst>
                                    </p:anim>
                                    <p:anim calcmode="lin" valueType="num">
                                      <p:cBhvr>
                                        <p:cTn id="21" dur="1000" fill="hold"/>
                                        <p:tgtEl>
                                          <p:spTgt spid="65"/>
                                        </p:tgtEl>
                                        <p:attrNameLst>
                                          <p:attrName>style.rotation</p:attrName>
                                        </p:attrNameLst>
                                      </p:cBhvr>
                                      <p:tavLst>
                                        <p:tav tm="0">
                                          <p:val>
                                            <p:fltVal val="90"/>
                                          </p:val>
                                        </p:tav>
                                        <p:tav tm="100000">
                                          <p:val>
                                            <p:fltVal val="0"/>
                                          </p:val>
                                        </p:tav>
                                      </p:tavLst>
                                    </p:anim>
                                    <p:animEffect transition="in" filter="fade">
                                      <p:cBhvr>
                                        <p:cTn id="22" dur="10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C54CE92C-8F85-E41E-6D74-ED1F472B2379}"/>
              </a:ext>
            </a:extLst>
          </p:cNvPr>
          <p:cNvSpPr/>
          <p:nvPr/>
        </p:nvSpPr>
        <p:spPr>
          <a:xfrm rot="19747117">
            <a:off x="9123872" y="705819"/>
            <a:ext cx="978267" cy="6092576"/>
          </a:xfrm>
          <a:prstGeom prst="roundRect">
            <a:avLst>
              <a:gd name="adj" fmla="val 50000"/>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Rounded Corners 6">
            <a:extLst>
              <a:ext uri="{FF2B5EF4-FFF2-40B4-BE49-F238E27FC236}">
                <a16:creationId xmlns:a16="http://schemas.microsoft.com/office/drawing/2014/main" id="{0A7060C7-02D9-584F-8E9A-9163EF7F732D}"/>
              </a:ext>
            </a:extLst>
          </p:cNvPr>
          <p:cNvSpPr/>
          <p:nvPr/>
        </p:nvSpPr>
        <p:spPr>
          <a:xfrm rot="19747117">
            <a:off x="9645618" y="-1037047"/>
            <a:ext cx="536837" cy="6092576"/>
          </a:xfrm>
          <a:prstGeom prst="roundRect">
            <a:avLst>
              <a:gd name="adj" fmla="val 50000"/>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73427AC4-FAC8-2512-2D46-88C522846E9F}"/>
              </a:ext>
            </a:extLst>
          </p:cNvPr>
          <p:cNvSpPr/>
          <p:nvPr/>
        </p:nvSpPr>
        <p:spPr>
          <a:xfrm rot="19747117">
            <a:off x="10993811" y="1151922"/>
            <a:ext cx="1057365" cy="3144087"/>
          </a:xfrm>
          <a:prstGeom prst="roundRect">
            <a:avLst>
              <a:gd name="adj" fmla="val 50000"/>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GB"/>
          </a:p>
        </p:txBody>
      </p:sp>
      <p:sp>
        <p:nvSpPr>
          <p:cNvPr id="9" name="Rectangle: Rounded Corners 8">
            <a:extLst>
              <a:ext uri="{FF2B5EF4-FFF2-40B4-BE49-F238E27FC236}">
                <a16:creationId xmlns:a16="http://schemas.microsoft.com/office/drawing/2014/main" id="{C65A43E7-67D3-CBF8-7AB9-B6FB74A32CC7}"/>
              </a:ext>
            </a:extLst>
          </p:cNvPr>
          <p:cNvSpPr/>
          <p:nvPr/>
        </p:nvSpPr>
        <p:spPr>
          <a:xfrm rot="19747117">
            <a:off x="11256362" y="58718"/>
            <a:ext cx="536837" cy="1655831"/>
          </a:xfrm>
          <a:prstGeom prst="roundRect">
            <a:avLst>
              <a:gd name="adj" fmla="val 49954"/>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DACD23BE-05DA-E90D-0C12-53C1E2495482}"/>
              </a:ext>
            </a:extLst>
          </p:cNvPr>
          <p:cNvSpPr txBox="1"/>
          <p:nvPr/>
        </p:nvSpPr>
        <p:spPr>
          <a:xfrm>
            <a:off x="483477" y="2336062"/>
            <a:ext cx="9091448" cy="1569660"/>
          </a:xfrm>
          <a:prstGeom prst="rect">
            <a:avLst/>
          </a:prstGeom>
          <a:noFill/>
        </p:spPr>
        <p:txBody>
          <a:bodyPr wrap="square" rtlCol="0">
            <a:spAutoFit/>
          </a:bodyPr>
          <a:lstStyle/>
          <a:p>
            <a:pPr>
              <a:tabLst>
                <a:tab pos="1428750" algn="l"/>
              </a:tabLst>
            </a:pPr>
            <a:r>
              <a:rPr lang="en-GB" sz="9600">
                <a:latin typeface="+mn-lt"/>
              </a:rPr>
              <a:t>However ……..</a:t>
            </a:r>
            <a:endParaRPr lang="en-GB" sz="9600" dirty="0">
              <a:latin typeface="+mn-lt"/>
            </a:endParaRPr>
          </a:p>
        </p:txBody>
      </p:sp>
      <p:sp>
        <p:nvSpPr>
          <p:cNvPr id="11" name="TextBox 10">
            <a:extLst>
              <a:ext uri="{FF2B5EF4-FFF2-40B4-BE49-F238E27FC236}">
                <a16:creationId xmlns:a16="http://schemas.microsoft.com/office/drawing/2014/main" id="{112C4E45-DFD8-64DF-C1F6-DDC570EC46BE}"/>
              </a:ext>
            </a:extLst>
          </p:cNvPr>
          <p:cNvSpPr txBox="1"/>
          <p:nvPr/>
        </p:nvSpPr>
        <p:spPr>
          <a:xfrm>
            <a:off x="2900855" y="4080780"/>
            <a:ext cx="3678620" cy="1477328"/>
          </a:xfrm>
          <a:prstGeom prst="rect">
            <a:avLst/>
          </a:prstGeom>
          <a:noFill/>
        </p:spPr>
        <p:txBody>
          <a:bodyPr wrap="square" rtlCol="0">
            <a:spAutoFit/>
          </a:bodyPr>
          <a:lstStyle/>
          <a:p>
            <a:pPr algn="ctr"/>
            <a:r>
              <a:rPr lang="en-GB" dirty="0">
                <a:latin typeface="+mn-lt"/>
              </a:rPr>
              <a:t>Previous original registrations from the last 30 days will also be added to the score, but their points will have deteriorated due to the time frame</a:t>
            </a:r>
          </a:p>
        </p:txBody>
      </p:sp>
    </p:spTree>
    <p:extLst>
      <p:ext uri="{BB962C8B-B14F-4D97-AF65-F5344CB8AC3E}">
        <p14:creationId xmlns:p14="http://schemas.microsoft.com/office/powerpoint/2010/main" val="33551678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9" name="Straight Connector 68">
            <a:extLst>
              <a:ext uri="{FF2B5EF4-FFF2-40B4-BE49-F238E27FC236}">
                <a16:creationId xmlns:a16="http://schemas.microsoft.com/office/drawing/2014/main" id="{ADAABD05-EC7E-711D-B4CF-1CDAA1520574}"/>
              </a:ext>
            </a:extLst>
          </p:cNvPr>
          <p:cNvCxnSpPr>
            <a:cxnSpLocks/>
          </p:cNvCxnSpPr>
          <p:nvPr/>
        </p:nvCxnSpPr>
        <p:spPr>
          <a:xfrm flipV="1">
            <a:off x="4903849" y="489276"/>
            <a:ext cx="0" cy="5577840"/>
          </a:xfrm>
          <a:prstGeom prst="line">
            <a:avLst/>
          </a:prstGeom>
          <a:solidFill>
            <a:schemeClr val="accent4">
              <a:lumMod val="50000"/>
            </a:schemeClr>
          </a:solidFill>
          <a:ln w="28575">
            <a:solidFill>
              <a:schemeClr val="accent5"/>
            </a:solidFill>
            <a:prstDash val="sysDash"/>
          </a:ln>
          <a:effectLst/>
        </p:spPr>
        <p:style>
          <a:lnRef idx="2">
            <a:schemeClr val="accent1">
              <a:shade val="50000"/>
            </a:schemeClr>
          </a:lnRef>
          <a:fillRef idx="1">
            <a:schemeClr val="accent1"/>
          </a:fillRef>
          <a:effectRef idx="0">
            <a:schemeClr val="accent1"/>
          </a:effectRef>
          <a:fontRef idx="minor">
            <a:schemeClr val="lt1"/>
          </a:fontRef>
        </p:style>
      </p:cxnSp>
      <p:cxnSp>
        <p:nvCxnSpPr>
          <p:cNvPr id="70" name="Straight Connector 69">
            <a:extLst>
              <a:ext uri="{FF2B5EF4-FFF2-40B4-BE49-F238E27FC236}">
                <a16:creationId xmlns:a16="http://schemas.microsoft.com/office/drawing/2014/main" id="{12472DB1-1CDD-9398-EE84-BBE769A40682}"/>
              </a:ext>
            </a:extLst>
          </p:cNvPr>
          <p:cNvCxnSpPr>
            <a:cxnSpLocks/>
          </p:cNvCxnSpPr>
          <p:nvPr/>
        </p:nvCxnSpPr>
        <p:spPr>
          <a:xfrm>
            <a:off x="7326501" y="489276"/>
            <a:ext cx="31554" cy="5577840"/>
          </a:xfrm>
          <a:prstGeom prst="line">
            <a:avLst/>
          </a:prstGeom>
          <a:solidFill>
            <a:schemeClr val="accent4">
              <a:lumMod val="50000"/>
            </a:schemeClr>
          </a:solidFill>
          <a:ln w="28575">
            <a:solidFill>
              <a:schemeClr val="accent2"/>
            </a:solidFill>
            <a:prstDash val="sysDash"/>
          </a:ln>
          <a:effectLst/>
        </p:spPr>
        <p:style>
          <a:lnRef idx="2">
            <a:schemeClr val="accent1">
              <a:shade val="50000"/>
            </a:schemeClr>
          </a:lnRef>
          <a:fillRef idx="1">
            <a:schemeClr val="accent1"/>
          </a:fillRef>
          <a:effectRef idx="0">
            <a:schemeClr val="accent1"/>
          </a:effectRef>
          <a:fontRef idx="minor">
            <a:schemeClr val="lt1"/>
          </a:fontRef>
        </p:style>
      </p:cxnSp>
      <p:cxnSp>
        <p:nvCxnSpPr>
          <p:cNvPr id="71" name="Straight Connector 70">
            <a:extLst>
              <a:ext uri="{FF2B5EF4-FFF2-40B4-BE49-F238E27FC236}">
                <a16:creationId xmlns:a16="http://schemas.microsoft.com/office/drawing/2014/main" id="{C6B4454B-C961-96FC-55B5-E3627D99A03D}"/>
              </a:ext>
            </a:extLst>
          </p:cNvPr>
          <p:cNvCxnSpPr>
            <a:cxnSpLocks/>
          </p:cNvCxnSpPr>
          <p:nvPr/>
        </p:nvCxnSpPr>
        <p:spPr>
          <a:xfrm>
            <a:off x="9725460" y="489276"/>
            <a:ext cx="0" cy="5577840"/>
          </a:xfrm>
          <a:prstGeom prst="line">
            <a:avLst/>
          </a:prstGeom>
          <a:solidFill>
            <a:schemeClr val="accent4">
              <a:lumMod val="50000"/>
            </a:schemeClr>
          </a:solidFill>
          <a:ln w="28575">
            <a:solidFill>
              <a:schemeClr val="accent1"/>
            </a:solidFill>
            <a:prstDash val="sysDash"/>
          </a:ln>
          <a:effectLst/>
        </p:spPr>
        <p:style>
          <a:lnRef idx="2">
            <a:schemeClr val="accent1">
              <a:shade val="50000"/>
            </a:schemeClr>
          </a:lnRef>
          <a:fillRef idx="1">
            <a:schemeClr val="accent1"/>
          </a:fillRef>
          <a:effectRef idx="0">
            <a:schemeClr val="accent1"/>
          </a:effectRef>
          <a:fontRef idx="minor">
            <a:schemeClr val="lt1"/>
          </a:fontRef>
        </p:style>
      </p:cxnSp>
      <p:grpSp>
        <p:nvGrpSpPr>
          <p:cNvPr id="143" name="Group 142">
            <a:extLst>
              <a:ext uri="{FF2B5EF4-FFF2-40B4-BE49-F238E27FC236}">
                <a16:creationId xmlns:a16="http://schemas.microsoft.com/office/drawing/2014/main" id="{32F34CD2-E39C-0A5E-204E-C68D159A601A}"/>
              </a:ext>
            </a:extLst>
          </p:cNvPr>
          <p:cNvGrpSpPr/>
          <p:nvPr/>
        </p:nvGrpSpPr>
        <p:grpSpPr>
          <a:xfrm>
            <a:off x="163766" y="3580340"/>
            <a:ext cx="11855669" cy="1150016"/>
            <a:chOff x="89338" y="3622876"/>
            <a:chExt cx="11855669" cy="1150016"/>
          </a:xfrm>
        </p:grpSpPr>
        <p:sp>
          <p:nvSpPr>
            <p:cNvPr id="29" name="Oval 28">
              <a:extLst>
                <a:ext uri="{FF2B5EF4-FFF2-40B4-BE49-F238E27FC236}">
                  <a16:creationId xmlns:a16="http://schemas.microsoft.com/office/drawing/2014/main" id="{E629ED6D-AA5F-CB96-DEEA-68FB4E2B8FD3}"/>
                </a:ext>
              </a:extLst>
            </p:cNvPr>
            <p:cNvSpPr/>
            <p:nvPr/>
          </p:nvSpPr>
          <p:spPr>
            <a:xfrm>
              <a:off x="3203267" y="4170650"/>
              <a:ext cx="8512084" cy="493914"/>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119" name="Group 118">
              <a:extLst>
                <a:ext uri="{FF2B5EF4-FFF2-40B4-BE49-F238E27FC236}">
                  <a16:creationId xmlns:a16="http://schemas.microsoft.com/office/drawing/2014/main" id="{2C39FB78-80D0-C5E1-1825-14DD57118E99}"/>
                </a:ext>
              </a:extLst>
            </p:cNvPr>
            <p:cNvGrpSpPr/>
            <p:nvPr/>
          </p:nvGrpSpPr>
          <p:grpSpPr>
            <a:xfrm>
              <a:off x="89338" y="3622876"/>
              <a:ext cx="11855669" cy="1150016"/>
              <a:chOff x="105103" y="3714238"/>
              <a:chExt cx="11855669" cy="1150016"/>
            </a:xfrm>
          </p:grpSpPr>
          <p:grpSp>
            <p:nvGrpSpPr>
              <p:cNvPr id="39" name="Group 38">
                <a:extLst>
                  <a:ext uri="{FF2B5EF4-FFF2-40B4-BE49-F238E27FC236}">
                    <a16:creationId xmlns:a16="http://schemas.microsoft.com/office/drawing/2014/main" id="{1D200DB7-CE0D-573B-B25B-DA9FDAFBEB76}"/>
                  </a:ext>
                </a:extLst>
              </p:cNvPr>
              <p:cNvGrpSpPr/>
              <p:nvPr/>
            </p:nvGrpSpPr>
            <p:grpSpPr>
              <a:xfrm>
                <a:off x="105103" y="3794506"/>
                <a:ext cx="2226565" cy="1069748"/>
                <a:chOff x="0" y="1447408"/>
                <a:chExt cx="2232402" cy="1814026"/>
              </a:xfrm>
            </p:grpSpPr>
            <p:sp>
              <p:nvSpPr>
                <p:cNvPr id="28" name="Oval 27">
                  <a:extLst>
                    <a:ext uri="{FF2B5EF4-FFF2-40B4-BE49-F238E27FC236}">
                      <a16:creationId xmlns:a16="http://schemas.microsoft.com/office/drawing/2014/main" id="{F66F5C45-6500-2B15-998A-2D5B5510BC42}"/>
                    </a:ext>
                  </a:extLst>
                </p:cNvPr>
                <p:cNvSpPr/>
                <p:nvPr/>
              </p:nvSpPr>
              <p:spPr>
                <a:xfrm>
                  <a:off x="0" y="2499151"/>
                  <a:ext cx="2232402" cy="762283"/>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7" name="Rectangle: Rounded Corners 26">
                  <a:extLst>
                    <a:ext uri="{FF2B5EF4-FFF2-40B4-BE49-F238E27FC236}">
                      <a16:creationId xmlns:a16="http://schemas.microsoft.com/office/drawing/2014/main" id="{8CB30D77-D6C5-9EC6-FC60-2892AA630E1E}"/>
                    </a:ext>
                  </a:extLst>
                </p:cNvPr>
                <p:cNvSpPr/>
                <p:nvPr/>
              </p:nvSpPr>
              <p:spPr>
                <a:xfrm>
                  <a:off x="389691" y="1447408"/>
                  <a:ext cx="1453020" cy="1390389"/>
                </a:xfrm>
                <a:prstGeom prst="roundRect">
                  <a:avLst>
                    <a:gd name="adj" fmla="val 21322"/>
                  </a:avLst>
                </a:prstGeom>
                <a:solidFill>
                  <a:schemeClr val="accent4">
                    <a:lumMod val="50000"/>
                  </a:schemeClr>
                </a:solidFill>
                <a:ln w="57150">
                  <a:solidFill>
                    <a:schemeClr val="bg2"/>
                  </a:solidFill>
                </a:ln>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bg2"/>
                      </a:solidFill>
                    </a:rPr>
                    <a:t>2</a:t>
                  </a:r>
                  <a:r>
                    <a:rPr lang="en-GB" sz="1200" b="1" baseline="30000" dirty="0">
                      <a:solidFill>
                        <a:schemeClr val="bg2"/>
                      </a:solidFill>
                    </a:rPr>
                    <a:t>nd</a:t>
                  </a:r>
                  <a:r>
                    <a:rPr lang="en-GB" sz="1200" b="1" dirty="0">
                      <a:solidFill>
                        <a:schemeClr val="bg2"/>
                      </a:solidFill>
                    </a:rPr>
                    <a:t> June 2024</a:t>
                  </a:r>
                </a:p>
                <a:p>
                  <a:pPr algn="ctr"/>
                  <a:r>
                    <a:rPr lang="en-GB" sz="1000" dirty="0">
                      <a:solidFill>
                        <a:schemeClr val="bg2"/>
                      </a:solidFill>
                    </a:rPr>
                    <a:t>Contact Attends CLUS</a:t>
                  </a:r>
                </a:p>
              </p:txBody>
            </p:sp>
          </p:grpSp>
          <p:grpSp>
            <p:nvGrpSpPr>
              <p:cNvPr id="10" name="Group 9">
                <a:extLst>
                  <a:ext uri="{FF2B5EF4-FFF2-40B4-BE49-F238E27FC236}">
                    <a16:creationId xmlns:a16="http://schemas.microsoft.com/office/drawing/2014/main" id="{73E1A3D0-7A64-C36F-30F6-05B7C1551B1F}"/>
                  </a:ext>
                </a:extLst>
              </p:cNvPr>
              <p:cNvGrpSpPr/>
              <p:nvPr/>
            </p:nvGrpSpPr>
            <p:grpSpPr>
              <a:xfrm>
                <a:off x="3584933" y="3714238"/>
                <a:ext cx="8375839" cy="944775"/>
                <a:chOff x="3488953" y="1311293"/>
                <a:chExt cx="8397797" cy="1602104"/>
              </a:xfrm>
            </p:grpSpPr>
            <p:sp>
              <p:nvSpPr>
                <p:cNvPr id="3" name="Isosceles Triangle 2">
                  <a:extLst>
                    <a:ext uri="{FF2B5EF4-FFF2-40B4-BE49-F238E27FC236}">
                      <a16:creationId xmlns:a16="http://schemas.microsoft.com/office/drawing/2014/main" id="{63197BEB-1279-539E-9442-030F74CEF30F}"/>
                    </a:ext>
                  </a:extLst>
                </p:cNvPr>
                <p:cNvSpPr/>
                <p:nvPr/>
              </p:nvSpPr>
              <p:spPr>
                <a:xfrm rot="5400000">
                  <a:off x="10405422" y="1421021"/>
                  <a:ext cx="1591056" cy="1371600"/>
                </a:xfrm>
                <a:prstGeom prst="triangle">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4">
                        <a:lumMod val="50000"/>
                        <a:alpha val="39000"/>
                      </a:schemeClr>
                    </a:solidFill>
                  </a:endParaRPr>
                </a:p>
              </p:txBody>
            </p:sp>
            <p:sp>
              <p:nvSpPr>
                <p:cNvPr id="4" name="Rectangle: Top Corners Rounded 3">
                  <a:extLst>
                    <a:ext uri="{FF2B5EF4-FFF2-40B4-BE49-F238E27FC236}">
                      <a16:creationId xmlns:a16="http://schemas.microsoft.com/office/drawing/2014/main" id="{353E509A-9A85-CC78-64B4-406043BD7724}"/>
                    </a:ext>
                  </a:extLst>
                </p:cNvPr>
                <p:cNvSpPr/>
                <p:nvPr/>
              </p:nvSpPr>
              <p:spPr>
                <a:xfrm rot="16200000">
                  <a:off x="4301113" y="827384"/>
                  <a:ext cx="936000" cy="2560320"/>
                </a:xfrm>
                <a:prstGeom prst="round2SameRect">
                  <a:avLst>
                    <a:gd name="adj1" fmla="val 50000"/>
                    <a:gd name="adj2" fmla="val 0"/>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4">
                        <a:lumMod val="50000"/>
                        <a:alpha val="39000"/>
                      </a:schemeClr>
                    </a:solidFill>
                  </a:endParaRPr>
                </a:p>
              </p:txBody>
            </p:sp>
            <p:sp>
              <p:nvSpPr>
                <p:cNvPr id="5" name="Rectangle 4">
                  <a:extLst>
                    <a:ext uri="{FF2B5EF4-FFF2-40B4-BE49-F238E27FC236}">
                      <a16:creationId xmlns:a16="http://schemas.microsoft.com/office/drawing/2014/main" id="{7D0C2B49-0B1B-344F-9E22-64735B8D8B79}"/>
                    </a:ext>
                  </a:extLst>
                </p:cNvPr>
                <p:cNvSpPr/>
                <p:nvPr/>
              </p:nvSpPr>
              <p:spPr>
                <a:xfrm rot="16200000">
                  <a:off x="6843833" y="827384"/>
                  <a:ext cx="936000" cy="2560320"/>
                </a:xfrm>
                <a:prstGeom prst="rect">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4">
                        <a:lumMod val="50000"/>
                        <a:alpha val="39000"/>
                      </a:schemeClr>
                    </a:solidFill>
                  </a:endParaRPr>
                </a:p>
              </p:txBody>
            </p:sp>
            <p:sp>
              <p:nvSpPr>
                <p:cNvPr id="6" name="Rectangle 5">
                  <a:extLst>
                    <a:ext uri="{FF2B5EF4-FFF2-40B4-BE49-F238E27FC236}">
                      <a16:creationId xmlns:a16="http://schemas.microsoft.com/office/drawing/2014/main" id="{8A0FE812-DB3E-A444-7D52-280ADF1D7503}"/>
                    </a:ext>
                  </a:extLst>
                </p:cNvPr>
                <p:cNvSpPr/>
                <p:nvPr/>
              </p:nvSpPr>
              <p:spPr>
                <a:xfrm rot="16200000">
                  <a:off x="9248670" y="964543"/>
                  <a:ext cx="937446" cy="2286000"/>
                </a:xfrm>
                <a:prstGeom prst="rect">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4">
                        <a:lumMod val="50000"/>
                        <a:alpha val="39000"/>
                      </a:schemeClr>
                    </a:solidFill>
                  </a:endParaRPr>
                </a:p>
              </p:txBody>
            </p:sp>
            <p:sp>
              <p:nvSpPr>
                <p:cNvPr id="7" name="TextBox 6">
                  <a:extLst>
                    <a:ext uri="{FF2B5EF4-FFF2-40B4-BE49-F238E27FC236}">
                      <a16:creationId xmlns:a16="http://schemas.microsoft.com/office/drawing/2014/main" id="{1C73B677-916C-F435-A6C5-A9864059668E}"/>
                    </a:ext>
                  </a:extLst>
                </p:cNvPr>
                <p:cNvSpPr txBox="1"/>
                <p:nvPr/>
              </p:nvSpPr>
              <p:spPr>
                <a:xfrm>
                  <a:off x="8832106" y="1892505"/>
                  <a:ext cx="2088583" cy="469722"/>
                </a:xfrm>
                <a:prstGeom prst="rect">
                  <a:avLst/>
                </a:prstGeom>
                <a:noFill/>
              </p:spPr>
              <p:txBody>
                <a:bodyPr wrap="square" rtlCol="0">
                  <a:spAutoFit/>
                </a:bodyPr>
                <a:lstStyle/>
                <a:p>
                  <a:pPr algn="ctr"/>
                  <a:r>
                    <a:rPr lang="en-GB" sz="1200" dirty="0">
                      <a:solidFill>
                        <a:schemeClr val="bg2"/>
                      </a:solidFill>
                      <a:latin typeface="+mn-lt"/>
                    </a:rPr>
                    <a:t>Accumulative Total 33</a:t>
                  </a:r>
                </a:p>
              </p:txBody>
            </p:sp>
            <p:sp>
              <p:nvSpPr>
                <p:cNvPr id="8" name="TextBox 7">
                  <a:extLst>
                    <a:ext uri="{FF2B5EF4-FFF2-40B4-BE49-F238E27FC236}">
                      <a16:creationId xmlns:a16="http://schemas.microsoft.com/office/drawing/2014/main" id="{3CAD4322-E46F-7D86-C45F-4C45F257652D}"/>
                    </a:ext>
                  </a:extLst>
                </p:cNvPr>
                <p:cNvSpPr txBox="1"/>
                <p:nvPr/>
              </p:nvSpPr>
              <p:spPr>
                <a:xfrm>
                  <a:off x="3840870" y="1660806"/>
                  <a:ext cx="1992427" cy="1252591"/>
                </a:xfrm>
                <a:prstGeom prst="rect">
                  <a:avLst/>
                </a:prstGeom>
                <a:noFill/>
              </p:spPr>
              <p:txBody>
                <a:bodyPr wrap="square" rtlCol="0">
                  <a:spAutoFit/>
                </a:bodyPr>
                <a:lstStyle/>
                <a:p>
                  <a:pPr algn="ctr"/>
                  <a:r>
                    <a:rPr lang="en-GB" sz="1400" dirty="0">
                      <a:solidFill>
                        <a:schemeClr val="tx1">
                          <a:alpha val="39000"/>
                        </a:schemeClr>
                      </a:solidFill>
                    </a:rPr>
                    <a:t>Attended </a:t>
                  </a:r>
                  <a:r>
                    <a:rPr lang="en-GB" sz="1400" b="1" dirty="0">
                      <a:solidFill>
                        <a:schemeClr val="tx1">
                          <a:alpha val="39000"/>
                        </a:schemeClr>
                      </a:solidFill>
                    </a:rPr>
                    <a:t>at least 1 time </a:t>
                  </a:r>
                  <a:r>
                    <a:rPr lang="en-GB" sz="1400" dirty="0">
                      <a:solidFill>
                        <a:schemeClr val="tx1">
                          <a:alpha val="39000"/>
                        </a:schemeClr>
                      </a:solidFill>
                    </a:rPr>
                    <a:t>in the last 7 days</a:t>
                  </a:r>
                </a:p>
                <a:p>
                  <a:pPr algn="ctr"/>
                  <a:endParaRPr lang="en-GB" sz="1400" dirty="0">
                    <a:solidFill>
                      <a:schemeClr val="bg2"/>
                    </a:solidFill>
                    <a:latin typeface="+mn-lt"/>
                  </a:endParaRPr>
                </a:p>
              </p:txBody>
            </p:sp>
            <p:sp>
              <p:nvSpPr>
                <p:cNvPr id="9" name="TextBox 8">
                  <a:extLst>
                    <a:ext uri="{FF2B5EF4-FFF2-40B4-BE49-F238E27FC236}">
                      <a16:creationId xmlns:a16="http://schemas.microsoft.com/office/drawing/2014/main" id="{EECB862C-2575-5E5A-3DAC-0CDEC4BDFE2E}"/>
                    </a:ext>
                  </a:extLst>
                </p:cNvPr>
                <p:cNvSpPr txBox="1"/>
                <p:nvPr/>
              </p:nvSpPr>
              <p:spPr>
                <a:xfrm>
                  <a:off x="6519462" y="1570328"/>
                  <a:ext cx="1564963" cy="1096017"/>
                </a:xfrm>
                <a:prstGeom prst="rect">
                  <a:avLst/>
                </a:prstGeom>
                <a:noFill/>
              </p:spPr>
              <p:txBody>
                <a:bodyPr wrap="square" rtlCol="0">
                  <a:spAutoFit/>
                </a:bodyPr>
                <a:lstStyle>
                  <a:defPPr>
                    <a:defRPr lang="en-US"/>
                  </a:defPPr>
                  <a:lvl1pPr algn="ctr">
                    <a:defRPr sz="1400">
                      <a:solidFill>
                        <a:schemeClr val="bg2"/>
                      </a:solidFill>
                      <a:latin typeface="+mn-lt"/>
                    </a:defRPr>
                  </a:lvl1pPr>
                </a:lstStyle>
                <a:p>
                  <a:r>
                    <a:rPr lang="en-GB" sz="1200" dirty="0"/>
                    <a:t>Score = 90</a:t>
                  </a:r>
                </a:p>
                <a:p>
                  <a:r>
                    <a:rPr lang="en-GB" sz="1200" dirty="0"/>
                    <a:t>Weight = 30%</a:t>
                  </a:r>
                </a:p>
                <a:p>
                  <a:r>
                    <a:rPr lang="en-GB" sz="1200" b="1" dirty="0"/>
                    <a:t>Points =  27</a:t>
                  </a:r>
                </a:p>
              </p:txBody>
            </p:sp>
          </p:grpSp>
        </p:grpSp>
      </p:grpSp>
      <p:grpSp>
        <p:nvGrpSpPr>
          <p:cNvPr id="144" name="Group 143">
            <a:extLst>
              <a:ext uri="{FF2B5EF4-FFF2-40B4-BE49-F238E27FC236}">
                <a16:creationId xmlns:a16="http://schemas.microsoft.com/office/drawing/2014/main" id="{5C7B2A7C-7D83-E23A-79C6-051FD819CA93}"/>
              </a:ext>
            </a:extLst>
          </p:cNvPr>
          <p:cNvGrpSpPr/>
          <p:nvPr/>
        </p:nvGrpSpPr>
        <p:grpSpPr>
          <a:xfrm>
            <a:off x="153133" y="4521158"/>
            <a:ext cx="11855669" cy="1107986"/>
            <a:chOff x="89338" y="4553061"/>
            <a:chExt cx="11855669" cy="1107986"/>
          </a:xfrm>
        </p:grpSpPr>
        <p:sp>
          <p:nvSpPr>
            <p:cNvPr id="30" name="Oval 29">
              <a:extLst>
                <a:ext uri="{FF2B5EF4-FFF2-40B4-BE49-F238E27FC236}">
                  <a16:creationId xmlns:a16="http://schemas.microsoft.com/office/drawing/2014/main" id="{44984A0B-9E50-6582-F664-821CAF9C8D9B}"/>
                </a:ext>
              </a:extLst>
            </p:cNvPr>
            <p:cNvSpPr/>
            <p:nvPr/>
          </p:nvSpPr>
          <p:spPr>
            <a:xfrm>
              <a:off x="3192634" y="5097848"/>
              <a:ext cx="8512084" cy="493914"/>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118" name="Group 117">
              <a:extLst>
                <a:ext uri="{FF2B5EF4-FFF2-40B4-BE49-F238E27FC236}">
                  <a16:creationId xmlns:a16="http://schemas.microsoft.com/office/drawing/2014/main" id="{ED212F8D-AF69-EF3C-E11F-6E9D33606666}"/>
                </a:ext>
              </a:extLst>
            </p:cNvPr>
            <p:cNvGrpSpPr/>
            <p:nvPr/>
          </p:nvGrpSpPr>
          <p:grpSpPr>
            <a:xfrm>
              <a:off x="89338" y="4553061"/>
              <a:ext cx="11855669" cy="1107986"/>
              <a:chOff x="105103" y="4775847"/>
              <a:chExt cx="11855669" cy="1107986"/>
            </a:xfrm>
          </p:grpSpPr>
          <p:grpSp>
            <p:nvGrpSpPr>
              <p:cNvPr id="40" name="Group 39">
                <a:extLst>
                  <a:ext uri="{FF2B5EF4-FFF2-40B4-BE49-F238E27FC236}">
                    <a16:creationId xmlns:a16="http://schemas.microsoft.com/office/drawing/2014/main" id="{B91AFA11-67F0-B342-3E49-9D0F9E014137}"/>
                  </a:ext>
                </a:extLst>
              </p:cNvPr>
              <p:cNvGrpSpPr/>
              <p:nvPr/>
            </p:nvGrpSpPr>
            <p:grpSpPr>
              <a:xfrm>
                <a:off x="105103" y="4814085"/>
                <a:ext cx="2226565" cy="1069748"/>
                <a:chOff x="0" y="1447408"/>
                <a:chExt cx="2232402" cy="1814026"/>
              </a:xfrm>
            </p:grpSpPr>
            <p:sp>
              <p:nvSpPr>
                <p:cNvPr id="41" name="Oval 40">
                  <a:extLst>
                    <a:ext uri="{FF2B5EF4-FFF2-40B4-BE49-F238E27FC236}">
                      <a16:creationId xmlns:a16="http://schemas.microsoft.com/office/drawing/2014/main" id="{7B2EC361-D099-E1B6-F4A0-5BA50D5FD9C1}"/>
                    </a:ext>
                  </a:extLst>
                </p:cNvPr>
                <p:cNvSpPr/>
                <p:nvPr/>
              </p:nvSpPr>
              <p:spPr>
                <a:xfrm>
                  <a:off x="0" y="2499151"/>
                  <a:ext cx="2232402" cy="762283"/>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2" name="Rectangle: Rounded Corners 41">
                  <a:extLst>
                    <a:ext uri="{FF2B5EF4-FFF2-40B4-BE49-F238E27FC236}">
                      <a16:creationId xmlns:a16="http://schemas.microsoft.com/office/drawing/2014/main" id="{9C50D82F-FB2D-1940-52F1-42B026E1F170}"/>
                    </a:ext>
                  </a:extLst>
                </p:cNvPr>
                <p:cNvSpPr/>
                <p:nvPr/>
              </p:nvSpPr>
              <p:spPr>
                <a:xfrm>
                  <a:off x="389691" y="1447408"/>
                  <a:ext cx="1453020" cy="1390389"/>
                </a:xfrm>
                <a:prstGeom prst="roundRect">
                  <a:avLst>
                    <a:gd name="adj" fmla="val 21322"/>
                  </a:avLst>
                </a:prstGeom>
                <a:solidFill>
                  <a:schemeClr val="accent4">
                    <a:lumMod val="50000"/>
                  </a:schemeClr>
                </a:solidFill>
                <a:ln w="57150">
                  <a:solidFill>
                    <a:schemeClr val="bg2"/>
                  </a:solidFill>
                </a:ln>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bg2"/>
                      </a:solidFill>
                    </a:rPr>
                    <a:t>3</a:t>
                  </a:r>
                  <a:r>
                    <a:rPr lang="en-GB" sz="1200" b="1" baseline="30000" dirty="0">
                      <a:solidFill>
                        <a:schemeClr val="bg2"/>
                      </a:solidFill>
                    </a:rPr>
                    <a:t>rd</a:t>
                  </a:r>
                  <a:r>
                    <a:rPr lang="en-GB" sz="1200" b="1" dirty="0">
                      <a:solidFill>
                        <a:schemeClr val="bg2"/>
                      </a:solidFill>
                    </a:rPr>
                    <a:t> June  2024</a:t>
                  </a:r>
                </a:p>
                <a:p>
                  <a:pPr algn="ctr"/>
                  <a:r>
                    <a:rPr lang="en-GB" sz="1000" dirty="0">
                      <a:solidFill>
                        <a:schemeClr val="bg2"/>
                      </a:solidFill>
                    </a:rPr>
                    <a:t>Attends  Keynote – Vision for the Future Session</a:t>
                  </a:r>
                </a:p>
              </p:txBody>
            </p:sp>
          </p:grpSp>
          <p:grpSp>
            <p:nvGrpSpPr>
              <p:cNvPr id="11" name="Group 10">
                <a:extLst>
                  <a:ext uri="{FF2B5EF4-FFF2-40B4-BE49-F238E27FC236}">
                    <a16:creationId xmlns:a16="http://schemas.microsoft.com/office/drawing/2014/main" id="{F7EBA743-4D26-4B67-A95E-B375D646972A}"/>
                  </a:ext>
                </a:extLst>
              </p:cNvPr>
              <p:cNvGrpSpPr/>
              <p:nvPr/>
            </p:nvGrpSpPr>
            <p:grpSpPr>
              <a:xfrm>
                <a:off x="3584933" y="4775847"/>
                <a:ext cx="8375839" cy="938260"/>
                <a:chOff x="3488953" y="1311293"/>
                <a:chExt cx="8397797" cy="1591056"/>
              </a:xfrm>
            </p:grpSpPr>
            <p:sp>
              <p:nvSpPr>
                <p:cNvPr id="12" name="Isosceles Triangle 11">
                  <a:extLst>
                    <a:ext uri="{FF2B5EF4-FFF2-40B4-BE49-F238E27FC236}">
                      <a16:creationId xmlns:a16="http://schemas.microsoft.com/office/drawing/2014/main" id="{E0EDA184-8EEF-60EF-24C1-13D25244C6A3}"/>
                    </a:ext>
                  </a:extLst>
                </p:cNvPr>
                <p:cNvSpPr/>
                <p:nvPr/>
              </p:nvSpPr>
              <p:spPr>
                <a:xfrm rot="5400000">
                  <a:off x="10405422" y="1421021"/>
                  <a:ext cx="1591056" cy="1371600"/>
                </a:xfrm>
                <a:prstGeom prst="triangle">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4">
                        <a:lumMod val="50000"/>
                        <a:alpha val="39000"/>
                      </a:schemeClr>
                    </a:solidFill>
                  </a:endParaRPr>
                </a:p>
              </p:txBody>
            </p:sp>
            <p:sp>
              <p:nvSpPr>
                <p:cNvPr id="13" name="Rectangle: Top Corners Rounded 12">
                  <a:extLst>
                    <a:ext uri="{FF2B5EF4-FFF2-40B4-BE49-F238E27FC236}">
                      <a16:creationId xmlns:a16="http://schemas.microsoft.com/office/drawing/2014/main" id="{08499482-66E4-CDFA-2CF2-AB422F08F9F2}"/>
                    </a:ext>
                  </a:extLst>
                </p:cNvPr>
                <p:cNvSpPr/>
                <p:nvPr/>
              </p:nvSpPr>
              <p:spPr>
                <a:xfrm rot="16200000">
                  <a:off x="4301113" y="827384"/>
                  <a:ext cx="936000" cy="2560320"/>
                </a:xfrm>
                <a:prstGeom prst="round2SameRect">
                  <a:avLst>
                    <a:gd name="adj1" fmla="val 50000"/>
                    <a:gd name="adj2" fmla="val 0"/>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accent4">
                        <a:lumMod val="50000"/>
                        <a:alpha val="39000"/>
                      </a:schemeClr>
                    </a:solidFill>
                  </a:endParaRPr>
                </a:p>
              </p:txBody>
            </p:sp>
            <p:sp>
              <p:nvSpPr>
                <p:cNvPr id="14" name="Rectangle 13">
                  <a:extLst>
                    <a:ext uri="{FF2B5EF4-FFF2-40B4-BE49-F238E27FC236}">
                      <a16:creationId xmlns:a16="http://schemas.microsoft.com/office/drawing/2014/main" id="{7F3104C5-A1AD-5F95-73B7-34BF37883B1D}"/>
                    </a:ext>
                  </a:extLst>
                </p:cNvPr>
                <p:cNvSpPr/>
                <p:nvPr/>
              </p:nvSpPr>
              <p:spPr>
                <a:xfrm rot="16200000">
                  <a:off x="6843833" y="827384"/>
                  <a:ext cx="936000" cy="2560320"/>
                </a:xfrm>
                <a:prstGeom prst="rect">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4">
                        <a:lumMod val="50000"/>
                        <a:alpha val="39000"/>
                      </a:schemeClr>
                    </a:solidFill>
                  </a:endParaRPr>
                </a:p>
              </p:txBody>
            </p:sp>
            <p:sp>
              <p:nvSpPr>
                <p:cNvPr id="15" name="Rectangle 14">
                  <a:extLst>
                    <a:ext uri="{FF2B5EF4-FFF2-40B4-BE49-F238E27FC236}">
                      <a16:creationId xmlns:a16="http://schemas.microsoft.com/office/drawing/2014/main" id="{B8166BA9-72FD-F201-9074-E710689537CE}"/>
                    </a:ext>
                  </a:extLst>
                </p:cNvPr>
                <p:cNvSpPr/>
                <p:nvPr/>
              </p:nvSpPr>
              <p:spPr>
                <a:xfrm rot="16200000">
                  <a:off x="9248670" y="964543"/>
                  <a:ext cx="937446" cy="2286000"/>
                </a:xfrm>
                <a:prstGeom prst="rect">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4">
                        <a:lumMod val="50000"/>
                        <a:alpha val="39000"/>
                      </a:schemeClr>
                    </a:solidFill>
                  </a:endParaRPr>
                </a:p>
              </p:txBody>
            </p:sp>
            <p:sp>
              <p:nvSpPr>
                <p:cNvPr id="16" name="TextBox 15">
                  <a:extLst>
                    <a:ext uri="{FF2B5EF4-FFF2-40B4-BE49-F238E27FC236}">
                      <a16:creationId xmlns:a16="http://schemas.microsoft.com/office/drawing/2014/main" id="{A2BA3065-C853-2235-17A8-19B18977ABE1}"/>
                    </a:ext>
                  </a:extLst>
                </p:cNvPr>
                <p:cNvSpPr txBox="1"/>
                <p:nvPr/>
              </p:nvSpPr>
              <p:spPr>
                <a:xfrm>
                  <a:off x="8400299" y="1873318"/>
                  <a:ext cx="2792776" cy="469722"/>
                </a:xfrm>
                <a:prstGeom prst="rect">
                  <a:avLst/>
                </a:prstGeom>
                <a:noFill/>
              </p:spPr>
              <p:txBody>
                <a:bodyPr wrap="square" rtlCol="0">
                  <a:spAutoFit/>
                </a:bodyPr>
                <a:lstStyle/>
                <a:p>
                  <a:pPr algn="ctr"/>
                  <a:r>
                    <a:rPr lang="en-GB" sz="1200" dirty="0">
                      <a:solidFill>
                        <a:schemeClr val="bg2"/>
                      </a:solidFill>
                      <a:latin typeface="+mn-lt"/>
                    </a:rPr>
                    <a:t>Accumulative Total 36</a:t>
                  </a:r>
                </a:p>
              </p:txBody>
            </p:sp>
            <p:sp>
              <p:nvSpPr>
                <p:cNvPr id="17" name="TextBox 16">
                  <a:extLst>
                    <a:ext uri="{FF2B5EF4-FFF2-40B4-BE49-F238E27FC236}">
                      <a16:creationId xmlns:a16="http://schemas.microsoft.com/office/drawing/2014/main" id="{717A9CF1-ADFB-94BC-CE9E-EE5EE81A3567}"/>
                    </a:ext>
                  </a:extLst>
                </p:cNvPr>
                <p:cNvSpPr txBox="1"/>
                <p:nvPr/>
              </p:nvSpPr>
              <p:spPr>
                <a:xfrm>
                  <a:off x="3882774" y="1711996"/>
                  <a:ext cx="1981916" cy="887251"/>
                </a:xfrm>
                <a:prstGeom prst="rect">
                  <a:avLst/>
                </a:prstGeom>
                <a:noFill/>
              </p:spPr>
              <p:txBody>
                <a:bodyPr wrap="square" rtlCol="0">
                  <a:spAutoFit/>
                </a:bodyPr>
                <a:lstStyle/>
                <a:p>
                  <a:pPr algn="ctr"/>
                  <a:r>
                    <a:rPr lang="en-GB" sz="1400" dirty="0">
                      <a:solidFill>
                        <a:schemeClr val="tx1">
                          <a:alpha val="39000"/>
                        </a:schemeClr>
                      </a:solidFill>
                    </a:rPr>
                    <a:t>Attended </a:t>
                  </a:r>
                  <a:r>
                    <a:rPr lang="en-GB" sz="1400" b="1" dirty="0">
                      <a:solidFill>
                        <a:schemeClr val="tx1">
                          <a:alpha val="39000"/>
                        </a:schemeClr>
                      </a:solidFill>
                    </a:rPr>
                    <a:t>more than 1 time </a:t>
                  </a:r>
                  <a:r>
                    <a:rPr lang="en-GB" sz="1400" dirty="0">
                      <a:solidFill>
                        <a:schemeClr val="tx1">
                          <a:alpha val="39000"/>
                        </a:schemeClr>
                      </a:solidFill>
                    </a:rPr>
                    <a:t>in the last 7 days</a:t>
                  </a:r>
                </a:p>
              </p:txBody>
            </p:sp>
            <p:sp>
              <p:nvSpPr>
                <p:cNvPr id="18" name="TextBox 17">
                  <a:extLst>
                    <a:ext uri="{FF2B5EF4-FFF2-40B4-BE49-F238E27FC236}">
                      <a16:creationId xmlns:a16="http://schemas.microsoft.com/office/drawing/2014/main" id="{6BC522B7-07B6-4A45-7DAA-BAE3B530B338}"/>
                    </a:ext>
                  </a:extLst>
                </p:cNvPr>
                <p:cNvSpPr txBox="1"/>
                <p:nvPr/>
              </p:nvSpPr>
              <p:spPr>
                <a:xfrm>
                  <a:off x="6508952" y="1552505"/>
                  <a:ext cx="1564963" cy="1096017"/>
                </a:xfrm>
                <a:prstGeom prst="rect">
                  <a:avLst/>
                </a:prstGeom>
                <a:noFill/>
              </p:spPr>
              <p:txBody>
                <a:bodyPr wrap="square" rtlCol="0">
                  <a:spAutoFit/>
                </a:bodyPr>
                <a:lstStyle>
                  <a:defPPr>
                    <a:defRPr lang="en-US"/>
                  </a:defPPr>
                  <a:lvl1pPr algn="ctr">
                    <a:defRPr sz="1400">
                      <a:solidFill>
                        <a:schemeClr val="bg2"/>
                      </a:solidFill>
                      <a:latin typeface="+mn-lt"/>
                    </a:defRPr>
                  </a:lvl1pPr>
                </a:lstStyle>
                <a:p>
                  <a:r>
                    <a:rPr lang="en-GB" sz="1200" dirty="0"/>
                    <a:t>Score = 100</a:t>
                  </a:r>
                </a:p>
                <a:p>
                  <a:r>
                    <a:rPr lang="en-GB" sz="1200" dirty="0"/>
                    <a:t>Weight = 30%</a:t>
                  </a:r>
                </a:p>
                <a:p>
                  <a:r>
                    <a:rPr lang="en-GB" sz="1200" b="1" dirty="0"/>
                    <a:t>Points =  30</a:t>
                  </a:r>
                </a:p>
              </p:txBody>
            </p:sp>
          </p:grpSp>
        </p:grpSp>
      </p:grpSp>
      <p:grpSp>
        <p:nvGrpSpPr>
          <p:cNvPr id="117" name="Group 116">
            <a:extLst>
              <a:ext uri="{FF2B5EF4-FFF2-40B4-BE49-F238E27FC236}">
                <a16:creationId xmlns:a16="http://schemas.microsoft.com/office/drawing/2014/main" id="{EC6645E8-95AC-2171-544F-398F1F4B64A9}"/>
              </a:ext>
            </a:extLst>
          </p:cNvPr>
          <p:cNvGrpSpPr/>
          <p:nvPr/>
        </p:nvGrpSpPr>
        <p:grpSpPr>
          <a:xfrm>
            <a:off x="159843" y="5451842"/>
            <a:ext cx="11855669" cy="1096946"/>
            <a:chOff x="105103" y="5837456"/>
            <a:chExt cx="11855669" cy="1096946"/>
          </a:xfrm>
        </p:grpSpPr>
        <p:grpSp>
          <p:nvGrpSpPr>
            <p:cNvPr id="43" name="Group 42">
              <a:extLst>
                <a:ext uri="{FF2B5EF4-FFF2-40B4-BE49-F238E27FC236}">
                  <a16:creationId xmlns:a16="http://schemas.microsoft.com/office/drawing/2014/main" id="{0F5E4C4F-2DD8-5D51-8BE5-1C4196426C67}"/>
                </a:ext>
              </a:extLst>
            </p:cNvPr>
            <p:cNvGrpSpPr/>
            <p:nvPr/>
          </p:nvGrpSpPr>
          <p:grpSpPr>
            <a:xfrm>
              <a:off x="105103" y="5864654"/>
              <a:ext cx="2226565" cy="1069748"/>
              <a:chOff x="0" y="1447408"/>
              <a:chExt cx="2232402" cy="1814026"/>
            </a:xfrm>
          </p:grpSpPr>
          <p:sp>
            <p:nvSpPr>
              <p:cNvPr id="44" name="Oval 43">
                <a:extLst>
                  <a:ext uri="{FF2B5EF4-FFF2-40B4-BE49-F238E27FC236}">
                    <a16:creationId xmlns:a16="http://schemas.microsoft.com/office/drawing/2014/main" id="{FC05A0DC-A11D-91E5-2E93-CE6B4985032E}"/>
                  </a:ext>
                </a:extLst>
              </p:cNvPr>
              <p:cNvSpPr/>
              <p:nvPr/>
            </p:nvSpPr>
            <p:spPr>
              <a:xfrm>
                <a:off x="0" y="2499151"/>
                <a:ext cx="2232402" cy="762283"/>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5" name="Rectangle: Rounded Corners 44">
                <a:extLst>
                  <a:ext uri="{FF2B5EF4-FFF2-40B4-BE49-F238E27FC236}">
                    <a16:creationId xmlns:a16="http://schemas.microsoft.com/office/drawing/2014/main" id="{AF89448F-8955-5EF2-EAFF-5C8FD81E1679}"/>
                  </a:ext>
                </a:extLst>
              </p:cNvPr>
              <p:cNvSpPr/>
              <p:nvPr/>
            </p:nvSpPr>
            <p:spPr>
              <a:xfrm>
                <a:off x="389691" y="1447408"/>
                <a:ext cx="1453020" cy="1390389"/>
              </a:xfrm>
              <a:prstGeom prst="roundRect">
                <a:avLst>
                  <a:gd name="adj" fmla="val 21322"/>
                </a:avLst>
              </a:prstGeom>
              <a:solidFill>
                <a:schemeClr val="accent1"/>
              </a:solidFill>
              <a:ln w="57150">
                <a:solidFill>
                  <a:schemeClr val="bg2"/>
                </a:solidFill>
              </a:ln>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bg2"/>
                    </a:solidFill>
                  </a:rPr>
                  <a:t>4</a:t>
                </a:r>
                <a:r>
                  <a:rPr lang="en-GB" sz="1200" b="1" baseline="30000" dirty="0">
                    <a:solidFill>
                      <a:schemeClr val="bg2"/>
                    </a:solidFill>
                  </a:rPr>
                  <a:t>th</a:t>
                </a:r>
                <a:r>
                  <a:rPr lang="en-GB" sz="1200" b="1" dirty="0">
                    <a:solidFill>
                      <a:schemeClr val="bg2"/>
                    </a:solidFill>
                  </a:rPr>
                  <a:t> June 2024</a:t>
                </a:r>
              </a:p>
              <a:p>
                <a:pPr algn="ctr"/>
                <a:r>
                  <a:rPr lang="en-GB" sz="1000" dirty="0">
                    <a:solidFill>
                      <a:schemeClr val="bg2"/>
                    </a:solidFill>
                  </a:rPr>
                  <a:t>Attends Breakout Session -</a:t>
                </a:r>
                <a:r>
                  <a:rPr lang="en-US" sz="1000" dirty="0">
                    <a:solidFill>
                      <a:schemeClr val="bg2"/>
                    </a:solidFill>
                  </a:rPr>
                  <a:t>Connecting the Dots</a:t>
                </a:r>
                <a:endParaRPr lang="en-GB" sz="1000" dirty="0">
                  <a:solidFill>
                    <a:schemeClr val="bg2"/>
                  </a:solidFill>
                </a:endParaRPr>
              </a:p>
            </p:txBody>
          </p:sp>
        </p:grpSp>
        <p:sp>
          <p:nvSpPr>
            <p:cNvPr id="31" name="Oval 30">
              <a:extLst>
                <a:ext uri="{FF2B5EF4-FFF2-40B4-BE49-F238E27FC236}">
                  <a16:creationId xmlns:a16="http://schemas.microsoft.com/office/drawing/2014/main" id="{E00A5C7A-912E-0FA0-77C0-F1A48A891F33}"/>
                </a:ext>
              </a:extLst>
            </p:cNvPr>
            <p:cNvSpPr/>
            <p:nvPr/>
          </p:nvSpPr>
          <p:spPr>
            <a:xfrm>
              <a:off x="3192634" y="6384545"/>
              <a:ext cx="8512084" cy="493914"/>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19" name="Group 18">
              <a:extLst>
                <a:ext uri="{FF2B5EF4-FFF2-40B4-BE49-F238E27FC236}">
                  <a16:creationId xmlns:a16="http://schemas.microsoft.com/office/drawing/2014/main" id="{FF14123D-55C4-57A1-B469-81C844FB4BDC}"/>
                </a:ext>
              </a:extLst>
            </p:cNvPr>
            <p:cNvGrpSpPr/>
            <p:nvPr/>
          </p:nvGrpSpPr>
          <p:grpSpPr>
            <a:xfrm>
              <a:off x="3584933" y="5837456"/>
              <a:ext cx="8375839" cy="938260"/>
              <a:chOff x="3488953" y="1311293"/>
              <a:chExt cx="8397797" cy="1591056"/>
            </a:xfrm>
          </p:grpSpPr>
          <p:sp>
            <p:nvSpPr>
              <p:cNvPr id="20" name="Isosceles Triangle 19">
                <a:extLst>
                  <a:ext uri="{FF2B5EF4-FFF2-40B4-BE49-F238E27FC236}">
                    <a16:creationId xmlns:a16="http://schemas.microsoft.com/office/drawing/2014/main" id="{54B8A723-1031-EF34-DDB0-7BA887F462BE}"/>
                  </a:ext>
                </a:extLst>
              </p:cNvPr>
              <p:cNvSpPr/>
              <p:nvPr/>
            </p:nvSpPr>
            <p:spPr>
              <a:xfrm rot="5400000">
                <a:off x="10405422" y="1421021"/>
                <a:ext cx="1591056" cy="1371600"/>
              </a:xfrm>
              <a:prstGeom prst="triangl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Top Corners Rounded 20">
                <a:extLst>
                  <a:ext uri="{FF2B5EF4-FFF2-40B4-BE49-F238E27FC236}">
                    <a16:creationId xmlns:a16="http://schemas.microsoft.com/office/drawing/2014/main" id="{11C298BA-57A5-3384-14B5-E9ABDD700943}"/>
                  </a:ext>
                </a:extLst>
              </p:cNvPr>
              <p:cNvSpPr/>
              <p:nvPr/>
            </p:nvSpPr>
            <p:spPr>
              <a:xfrm rot="16200000">
                <a:off x="4301113" y="827384"/>
                <a:ext cx="936000" cy="2560320"/>
              </a:xfrm>
              <a:prstGeom prst="round2SameRect">
                <a:avLst>
                  <a:gd name="adj1" fmla="val 50000"/>
                  <a:gd name="adj2" fmla="val 0"/>
                </a:avLst>
              </a:prstGeom>
              <a:solidFill>
                <a:schemeClr val="accent5"/>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AE3DEDAC-C24B-B1C0-1410-D87F6E2E7D6F}"/>
                  </a:ext>
                </a:extLst>
              </p:cNvPr>
              <p:cNvSpPr/>
              <p:nvPr/>
            </p:nvSpPr>
            <p:spPr>
              <a:xfrm rot="16200000">
                <a:off x="6843833" y="827384"/>
                <a:ext cx="936000" cy="2560320"/>
              </a:xfrm>
              <a:prstGeom prst="rect">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AC01CA0-A5BA-EFA0-2972-981D04401675}"/>
                  </a:ext>
                </a:extLst>
              </p:cNvPr>
              <p:cNvSpPr/>
              <p:nvPr/>
            </p:nvSpPr>
            <p:spPr>
              <a:xfrm rot="16200000">
                <a:off x="9248670" y="964543"/>
                <a:ext cx="937446" cy="22860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TextBox 23">
                <a:extLst>
                  <a:ext uri="{FF2B5EF4-FFF2-40B4-BE49-F238E27FC236}">
                    <a16:creationId xmlns:a16="http://schemas.microsoft.com/office/drawing/2014/main" id="{3ACC920C-6E23-D518-F3C6-B1FC1A61D3B1}"/>
                  </a:ext>
                </a:extLst>
              </p:cNvPr>
              <p:cNvSpPr txBox="1"/>
              <p:nvPr/>
            </p:nvSpPr>
            <p:spPr>
              <a:xfrm>
                <a:off x="8536825" y="1561427"/>
                <a:ext cx="2633349" cy="1096017"/>
              </a:xfrm>
              <a:prstGeom prst="rect">
                <a:avLst/>
              </a:prstGeom>
              <a:noFill/>
            </p:spPr>
            <p:txBody>
              <a:bodyPr wrap="square" rtlCol="0">
                <a:spAutoFit/>
              </a:bodyPr>
              <a:lstStyle/>
              <a:p>
                <a:pPr algn="ctr"/>
                <a:r>
                  <a:rPr lang="en-GB" sz="1200" dirty="0">
                    <a:solidFill>
                      <a:schemeClr val="bg2"/>
                    </a:solidFill>
                    <a:latin typeface="+mn-lt"/>
                  </a:rPr>
                  <a:t>Accumulative Total 36</a:t>
                </a:r>
              </a:p>
              <a:p>
                <a:pPr algn="ctr"/>
                <a:r>
                  <a:rPr lang="en-GB" sz="1200" dirty="0">
                    <a:solidFill>
                      <a:schemeClr val="bg2"/>
                    </a:solidFill>
                    <a:latin typeface="+mn-lt"/>
                  </a:rPr>
                  <a:t>Engagement Score 3 so if Profile is A Contact will be sent to VDC</a:t>
                </a:r>
              </a:p>
            </p:txBody>
          </p:sp>
          <p:sp>
            <p:nvSpPr>
              <p:cNvPr id="25" name="TextBox 24">
                <a:extLst>
                  <a:ext uri="{FF2B5EF4-FFF2-40B4-BE49-F238E27FC236}">
                    <a16:creationId xmlns:a16="http://schemas.microsoft.com/office/drawing/2014/main" id="{CABB2716-06D0-E290-E40A-B9EB2611EB19}"/>
                  </a:ext>
                </a:extLst>
              </p:cNvPr>
              <p:cNvSpPr txBox="1"/>
              <p:nvPr/>
            </p:nvSpPr>
            <p:spPr>
              <a:xfrm>
                <a:off x="3705286" y="1665841"/>
                <a:ext cx="2208920" cy="887251"/>
              </a:xfrm>
              <a:prstGeom prst="rect">
                <a:avLst/>
              </a:prstGeom>
              <a:noFill/>
            </p:spPr>
            <p:txBody>
              <a:bodyPr wrap="square" rtlCol="0">
                <a:spAutoFit/>
              </a:bodyPr>
              <a:lstStyle/>
              <a:p>
                <a:pPr algn="ctr"/>
                <a:r>
                  <a:rPr lang="en-GB" sz="1400" dirty="0"/>
                  <a:t>Attended </a:t>
                </a:r>
                <a:r>
                  <a:rPr lang="en-GB" sz="1400" b="1" dirty="0"/>
                  <a:t>more than 1 time </a:t>
                </a:r>
                <a:r>
                  <a:rPr lang="en-GB" sz="1400" dirty="0"/>
                  <a:t>in the last 7 days</a:t>
                </a:r>
                <a:endParaRPr lang="en-GB" sz="1400" dirty="0">
                  <a:solidFill>
                    <a:schemeClr val="bg2"/>
                  </a:solidFill>
                  <a:latin typeface="+mn-lt"/>
                </a:endParaRPr>
              </a:p>
            </p:txBody>
          </p:sp>
          <p:sp>
            <p:nvSpPr>
              <p:cNvPr id="26" name="TextBox 25">
                <a:extLst>
                  <a:ext uri="{FF2B5EF4-FFF2-40B4-BE49-F238E27FC236}">
                    <a16:creationId xmlns:a16="http://schemas.microsoft.com/office/drawing/2014/main" id="{E5F1BCE1-CD3C-CF34-27AC-CAEDD594F3C8}"/>
                  </a:ext>
                </a:extLst>
              </p:cNvPr>
              <p:cNvSpPr txBox="1"/>
              <p:nvPr/>
            </p:nvSpPr>
            <p:spPr>
              <a:xfrm>
                <a:off x="6487903" y="1551589"/>
                <a:ext cx="1564963" cy="1096017"/>
              </a:xfrm>
              <a:prstGeom prst="rect">
                <a:avLst/>
              </a:prstGeom>
              <a:noFill/>
            </p:spPr>
            <p:txBody>
              <a:bodyPr wrap="square" rtlCol="0">
                <a:spAutoFit/>
              </a:bodyPr>
              <a:lstStyle>
                <a:defPPr>
                  <a:defRPr lang="en-US"/>
                </a:defPPr>
                <a:lvl1pPr algn="ctr">
                  <a:defRPr sz="1400">
                    <a:solidFill>
                      <a:schemeClr val="bg2"/>
                    </a:solidFill>
                    <a:latin typeface="+mn-lt"/>
                  </a:defRPr>
                </a:lvl1pPr>
              </a:lstStyle>
              <a:p>
                <a:r>
                  <a:rPr lang="en-GB" sz="1200" dirty="0"/>
                  <a:t>Score = 100</a:t>
                </a:r>
              </a:p>
              <a:p>
                <a:r>
                  <a:rPr lang="en-GB" sz="1200" dirty="0"/>
                  <a:t>Weight = 30%</a:t>
                </a:r>
              </a:p>
              <a:p>
                <a:r>
                  <a:rPr lang="en-GB" sz="1200" b="1" dirty="0"/>
                  <a:t>Points =  30</a:t>
                </a:r>
              </a:p>
            </p:txBody>
          </p:sp>
        </p:grpSp>
      </p:grpSp>
      <p:sp>
        <p:nvSpPr>
          <p:cNvPr id="48" name="TextBox 47">
            <a:extLst>
              <a:ext uri="{FF2B5EF4-FFF2-40B4-BE49-F238E27FC236}">
                <a16:creationId xmlns:a16="http://schemas.microsoft.com/office/drawing/2014/main" id="{52071372-4527-25E3-D988-7FE30CEC6A95}"/>
              </a:ext>
            </a:extLst>
          </p:cNvPr>
          <p:cNvSpPr txBox="1"/>
          <p:nvPr/>
        </p:nvSpPr>
        <p:spPr>
          <a:xfrm>
            <a:off x="4602225" y="3313103"/>
            <a:ext cx="555591" cy="145199"/>
          </a:xfrm>
          <a:prstGeom prst="rect">
            <a:avLst/>
          </a:prstGeom>
          <a:noFill/>
        </p:spPr>
        <p:txBody>
          <a:bodyPr wrap="square" rtlCol="0">
            <a:spAutoFit/>
          </a:bodyPr>
          <a:lstStyle/>
          <a:p>
            <a:r>
              <a:rPr lang="en-GB" sz="1000" b="1" dirty="0">
                <a:solidFill>
                  <a:schemeClr val="bg2"/>
                </a:solidFill>
                <a:latin typeface="+mn-lt"/>
              </a:rPr>
              <a:t>Logic</a:t>
            </a:r>
          </a:p>
        </p:txBody>
      </p:sp>
      <p:sp>
        <p:nvSpPr>
          <p:cNvPr id="57" name="TextBox 56">
            <a:extLst>
              <a:ext uri="{FF2B5EF4-FFF2-40B4-BE49-F238E27FC236}">
                <a16:creationId xmlns:a16="http://schemas.microsoft.com/office/drawing/2014/main" id="{4299C8A5-C397-4704-A01E-FD08EF0261E6}"/>
              </a:ext>
            </a:extLst>
          </p:cNvPr>
          <p:cNvSpPr txBox="1"/>
          <p:nvPr/>
        </p:nvSpPr>
        <p:spPr>
          <a:xfrm>
            <a:off x="9476727" y="3313102"/>
            <a:ext cx="1048286" cy="145199"/>
          </a:xfrm>
          <a:prstGeom prst="rect">
            <a:avLst/>
          </a:prstGeom>
          <a:noFill/>
        </p:spPr>
        <p:txBody>
          <a:bodyPr wrap="square" rtlCol="0">
            <a:spAutoFit/>
          </a:bodyPr>
          <a:lstStyle/>
          <a:p>
            <a:r>
              <a:rPr lang="en-GB" sz="1000" b="1" dirty="0">
                <a:solidFill>
                  <a:schemeClr val="bg2"/>
                </a:solidFill>
                <a:latin typeface="+mn-lt"/>
              </a:rPr>
              <a:t>Action</a:t>
            </a:r>
          </a:p>
        </p:txBody>
      </p:sp>
      <p:sp>
        <p:nvSpPr>
          <p:cNvPr id="63" name="Oval 62">
            <a:extLst>
              <a:ext uri="{FF2B5EF4-FFF2-40B4-BE49-F238E27FC236}">
                <a16:creationId xmlns:a16="http://schemas.microsoft.com/office/drawing/2014/main" id="{9BA8340F-BD85-2A14-E6AA-D37B91625D1F}"/>
              </a:ext>
            </a:extLst>
          </p:cNvPr>
          <p:cNvSpPr/>
          <p:nvPr/>
        </p:nvSpPr>
        <p:spPr>
          <a:xfrm>
            <a:off x="4621928" y="60664"/>
            <a:ext cx="543120" cy="543120"/>
          </a:xfrm>
          <a:prstGeom prst="ellipse">
            <a:avLst/>
          </a:prstGeom>
          <a:solidFill>
            <a:schemeClr val="accent5"/>
          </a:solidFill>
          <a:ln w="412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Oval 63">
            <a:extLst>
              <a:ext uri="{FF2B5EF4-FFF2-40B4-BE49-F238E27FC236}">
                <a16:creationId xmlns:a16="http://schemas.microsoft.com/office/drawing/2014/main" id="{C4696135-0D81-2ED1-C027-AC19CE25C772}"/>
              </a:ext>
            </a:extLst>
          </p:cNvPr>
          <p:cNvSpPr/>
          <p:nvPr/>
        </p:nvSpPr>
        <p:spPr>
          <a:xfrm>
            <a:off x="7034840" y="60664"/>
            <a:ext cx="543120" cy="543120"/>
          </a:xfrm>
          <a:prstGeom prst="ellipse">
            <a:avLst/>
          </a:prstGeom>
          <a:solidFill>
            <a:schemeClr val="accent2"/>
          </a:solidFill>
          <a:ln w="412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Oval 64">
            <a:extLst>
              <a:ext uri="{FF2B5EF4-FFF2-40B4-BE49-F238E27FC236}">
                <a16:creationId xmlns:a16="http://schemas.microsoft.com/office/drawing/2014/main" id="{E6E1D2CB-883E-1B78-71D5-173E1EFA1186}"/>
              </a:ext>
            </a:extLst>
          </p:cNvPr>
          <p:cNvSpPr/>
          <p:nvPr/>
        </p:nvSpPr>
        <p:spPr>
          <a:xfrm>
            <a:off x="9457475" y="60664"/>
            <a:ext cx="543120" cy="543120"/>
          </a:xfrm>
          <a:prstGeom prst="ellipse">
            <a:avLst/>
          </a:prstGeom>
          <a:solidFill>
            <a:schemeClr val="accent1"/>
          </a:solidFill>
          <a:ln w="412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41" name="Group 140">
            <a:extLst>
              <a:ext uri="{FF2B5EF4-FFF2-40B4-BE49-F238E27FC236}">
                <a16:creationId xmlns:a16="http://schemas.microsoft.com/office/drawing/2014/main" id="{32703B0E-8298-1806-DEAF-8884F451A914}"/>
              </a:ext>
            </a:extLst>
          </p:cNvPr>
          <p:cNvGrpSpPr/>
          <p:nvPr/>
        </p:nvGrpSpPr>
        <p:grpSpPr>
          <a:xfrm>
            <a:off x="142500" y="778561"/>
            <a:ext cx="11855669" cy="1150016"/>
            <a:chOff x="89338" y="927421"/>
            <a:chExt cx="11855669" cy="1150016"/>
          </a:xfrm>
        </p:grpSpPr>
        <p:sp>
          <p:nvSpPr>
            <p:cNvPr id="137" name="Oval 136">
              <a:extLst>
                <a:ext uri="{FF2B5EF4-FFF2-40B4-BE49-F238E27FC236}">
                  <a16:creationId xmlns:a16="http://schemas.microsoft.com/office/drawing/2014/main" id="{0079C448-1969-8038-5124-5ED1635022A3}"/>
                </a:ext>
              </a:extLst>
            </p:cNvPr>
            <p:cNvSpPr/>
            <p:nvPr/>
          </p:nvSpPr>
          <p:spPr>
            <a:xfrm>
              <a:off x="3323768" y="1516054"/>
              <a:ext cx="8512084" cy="493914"/>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122" name="Group 121">
              <a:extLst>
                <a:ext uri="{FF2B5EF4-FFF2-40B4-BE49-F238E27FC236}">
                  <a16:creationId xmlns:a16="http://schemas.microsoft.com/office/drawing/2014/main" id="{444F6626-724D-BD27-79E6-F5F8DAF42E3B}"/>
                </a:ext>
              </a:extLst>
            </p:cNvPr>
            <p:cNvGrpSpPr/>
            <p:nvPr/>
          </p:nvGrpSpPr>
          <p:grpSpPr>
            <a:xfrm>
              <a:off x="89338" y="927421"/>
              <a:ext cx="11855669" cy="1150016"/>
              <a:chOff x="89338" y="576901"/>
              <a:chExt cx="11855669" cy="1150016"/>
            </a:xfrm>
          </p:grpSpPr>
          <p:grpSp>
            <p:nvGrpSpPr>
              <p:cNvPr id="66" name="Group 65">
                <a:extLst>
                  <a:ext uri="{FF2B5EF4-FFF2-40B4-BE49-F238E27FC236}">
                    <a16:creationId xmlns:a16="http://schemas.microsoft.com/office/drawing/2014/main" id="{2DC5105A-F7B4-3254-C5BD-586380EE7C2D}"/>
                  </a:ext>
                </a:extLst>
              </p:cNvPr>
              <p:cNvGrpSpPr/>
              <p:nvPr/>
            </p:nvGrpSpPr>
            <p:grpSpPr>
              <a:xfrm>
                <a:off x="89338" y="657169"/>
                <a:ext cx="2226565" cy="1069748"/>
                <a:chOff x="0" y="1447408"/>
                <a:chExt cx="2232402" cy="1814026"/>
              </a:xfrm>
            </p:grpSpPr>
            <p:sp>
              <p:nvSpPr>
                <p:cNvPr id="108" name="Oval 107">
                  <a:extLst>
                    <a:ext uri="{FF2B5EF4-FFF2-40B4-BE49-F238E27FC236}">
                      <a16:creationId xmlns:a16="http://schemas.microsoft.com/office/drawing/2014/main" id="{693D47FF-7892-1A6C-63A9-D2DFD50DDE46}"/>
                    </a:ext>
                  </a:extLst>
                </p:cNvPr>
                <p:cNvSpPr/>
                <p:nvPr/>
              </p:nvSpPr>
              <p:spPr>
                <a:xfrm>
                  <a:off x="0" y="2499151"/>
                  <a:ext cx="2232402" cy="762283"/>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09" name="Rectangle: Rounded Corners 108">
                  <a:extLst>
                    <a:ext uri="{FF2B5EF4-FFF2-40B4-BE49-F238E27FC236}">
                      <a16:creationId xmlns:a16="http://schemas.microsoft.com/office/drawing/2014/main" id="{02C1749E-1294-538B-86FE-AA7A583D418C}"/>
                    </a:ext>
                  </a:extLst>
                </p:cNvPr>
                <p:cNvSpPr/>
                <p:nvPr/>
              </p:nvSpPr>
              <p:spPr>
                <a:xfrm>
                  <a:off x="389691" y="1447408"/>
                  <a:ext cx="1453020" cy="1390389"/>
                </a:xfrm>
                <a:prstGeom prst="roundRect">
                  <a:avLst>
                    <a:gd name="adj" fmla="val 21322"/>
                  </a:avLst>
                </a:prstGeom>
                <a:solidFill>
                  <a:schemeClr val="accent4">
                    <a:lumMod val="50000"/>
                  </a:schemeClr>
                </a:solidFill>
                <a:ln w="57150">
                  <a:solidFill>
                    <a:schemeClr val="bg2"/>
                  </a:solidFill>
                </a:ln>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bg2"/>
                      </a:solidFill>
                    </a:rPr>
                    <a:t>8th May 2024</a:t>
                  </a:r>
                </a:p>
                <a:p>
                  <a:pPr algn="ctr"/>
                  <a:r>
                    <a:rPr lang="en-GB" sz="1000" dirty="0">
                      <a:solidFill>
                        <a:schemeClr val="bg2"/>
                      </a:solidFill>
                    </a:rPr>
                    <a:t>Contact Registers for CLUS</a:t>
                  </a:r>
                </a:p>
              </p:txBody>
            </p:sp>
          </p:grpSp>
          <p:grpSp>
            <p:nvGrpSpPr>
              <p:cNvPr id="75" name="Group 74">
                <a:extLst>
                  <a:ext uri="{FF2B5EF4-FFF2-40B4-BE49-F238E27FC236}">
                    <a16:creationId xmlns:a16="http://schemas.microsoft.com/office/drawing/2014/main" id="{082504A8-9A9B-B3AD-C165-1AB29D943DF1}"/>
                  </a:ext>
                </a:extLst>
              </p:cNvPr>
              <p:cNvGrpSpPr/>
              <p:nvPr/>
            </p:nvGrpSpPr>
            <p:grpSpPr>
              <a:xfrm>
                <a:off x="3569168" y="576901"/>
                <a:ext cx="8375839" cy="938260"/>
                <a:chOff x="3488953" y="1311293"/>
                <a:chExt cx="8397797" cy="1591056"/>
              </a:xfrm>
            </p:grpSpPr>
            <p:sp>
              <p:nvSpPr>
                <p:cNvPr id="97" name="Isosceles Triangle 96">
                  <a:extLst>
                    <a:ext uri="{FF2B5EF4-FFF2-40B4-BE49-F238E27FC236}">
                      <a16:creationId xmlns:a16="http://schemas.microsoft.com/office/drawing/2014/main" id="{6E69EA32-10A2-337B-951E-3A77CA3474C6}"/>
                    </a:ext>
                  </a:extLst>
                </p:cNvPr>
                <p:cNvSpPr/>
                <p:nvPr/>
              </p:nvSpPr>
              <p:spPr>
                <a:xfrm rot="5400000">
                  <a:off x="10405422" y="1421021"/>
                  <a:ext cx="1591056" cy="1371600"/>
                </a:xfrm>
                <a:prstGeom prst="triangle">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8" name="Rectangle: Top Corners Rounded 97">
                  <a:extLst>
                    <a:ext uri="{FF2B5EF4-FFF2-40B4-BE49-F238E27FC236}">
                      <a16:creationId xmlns:a16="http://schemas.microsoft.com/office/drawing/2014/main" id="{043DEDEE-DA35-8F20-E943-91CFE57F6281}"/>
                    </a:ext>
                  </a:extLst>
                </p:cNvPr>
                <p:cNvSpPr/>
                <p:nvPr/>
              </p:nvSpPr>
              <p:spPr>
                <a:xfrm rot="16200000">
                  <a:off x="4301113" y="827384"/>
                  <a:ext cx="936000" cy="2560320"/>
                </a:xfrm>
                <a:prstGeom prst="round2SameRect">
                  <a:avLst>
                    <a:gd name="adj1" fmla="val 50000"/>
                    <a:gd name="adj2" fmla="val 0"/>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9" name="Rectangle 98">
                  <a:extLst>
                    <a:ext uri="{FF2B5EF4-FFF2-40B4-BE49-F238E27FC236}">
                      <a16:creationId xmlns:a16="http://schemas.microsoft.com/office/drawing/2014/main" id="{494BA8B6-BBE3-4E7F-77C5-BD7D33E53E47}"/>
                    </a:ext>
                  </a:extLst>
                </p:cNvPr>
                <p:cNvSpPr/>
                <p:nvPr/>
              </p:nvSpPr>
              <p:spPr>
                <a:xfrm rot="16200000">
                  <a:off x="6843833" y="827384"/>
                  <a:ext cx="936000" cy="2560320"/>
                </a:xfrm>
                <a:prstGeom prst="rect">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0" name="Rectangle 99">
                  <a:extLst>
                    <a:ext uri="{FF2B5EF4-FFF2-40B4-BE49-F238E27FC236}">
                      <a16:creationId xmlns:a16="http://schemas.microsoft.com/office/drawing/2014/main" id="{7A524AFF-38BD-6101-C9F2-7C80A3EEA7A3}"/>
                    </a:ext>
                  </a:extLst>
                </p:cNvPr>
                <p:cNvSpPr/>
                <p:nvPr/>
              </p:nvSpPr>
              <p:spPr>
                <a:xfrm rot="16200000">
                  <a:off x="9248670" y="964543"/>
                  <a:ext cx="937446" cy="2286000"/>
                </a:xfrm>
                <a:prstGeom prst="rect">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1" name="TextBox 100">
                  <a:extLst>
                    <a:ext uri="{FF2B5EF4-FFF2-40B4-BE49-F238E27FC236}">
                      <a16:creationId xmlns:a16="http://schemas.microsoft.com/office/drawing/2014/main" id="{EA979BAB-1528-C958-3C15-F32CFEEE08E3}"/>
                    </a:ext>
                  </a:extLst>
                </p:cNvPr>
                <p:cNvSpPr txBox="1"/>
                <p:nvPr/>
              </p:nvSpPr>
              <p:spPr>
                <a:xfrm>
                  <a:off x="8684576" y="1839036"/>
                  <a:ext cx="2088583" cy="469722"/>
                </a:xfrm>
                <a:prstGeom prst="rect">
                  <a:avLst/>
                </a:prstGeom>
                <a:noFill/>
              </p:spPr>
              <p:txBody>
                <a:bodyPr wrap="square" rtlCol="0">
                  <a:spAutoFit/>
                </a:bodyPr>
                <a:lstStyle/>
                <a:p>
                  <a:pPr algn="ctr"/>
                  <a:r>
                    <a:rPr lang="en-GB" sz="1200" dirty="0">
                      <a:solidFill>
                        <a:schemeClr val="bg2"/>
                      </a:solidFill>
                      <a:latin typeface="+mn-lt"/>
                    </a:rPr>
                    <a:t>Accumulative Total 5</a:t>
                  </a:r>
                </a:p>
              </p:txBody>
            </p:sp>
            <p:sp>
              <p:nvSpPr>
                <p:cNvPr id="102" name="TextBox 101">
                  <a:extLst>
                    <a:ext uri="{FF2B5EF4-FFF2-40B4-BE49-F238E27FC236}">
                      <a16:creationId xmlns:a16="http://schemas.microsoft.com/office/drawing/2014/main" id="{381B82F9-0710-07D7-F0E3-956CA55BD5BF}"/>
                    </a:ext>
                  </a:extLst>
                </p:cNvPr>
                <p:cNvSpPr txBox="1"/>
                <p:nvPr/>
              </p:nvSpPr>
              <p:spPr>
                <a:xfrm>
                  <a:off x="3693339" y="1642984"/>
                  <a:ext cx="2318531" cy="1252591"/>
                </a:xfrm>
                <a:prstGeom prst="rect">
                  <a:avLst/>
                </a:prstGeom>
                <a:noFill/>
              </p:spPr>
              <p:txBody>
                <a:bodyPr wrap="square" rtlCol="0">
                  <a:spAutoFit/>
                </a:bodyPr>
                <a:lstStyle/>
                <a:p>
                  <a:pPr algn="ctr"/>
                  <a:r>
                    <a:rPr lang="en-GB" sz="1400" dirty="0">
                      <a:solidFill>
                        <a:schemeClr val="tx1">
                          <a:alpha val="39000"/>
                        </a:schemeClr>
                      </a:solidFill>
                    </a:rPr>
                    <a:t>Registers</a:t>
                  </a:r>
                  <a:r>
                    <a:rPr lang="en-GB" sz="1400" dirty="0">
                      <a:solidFill>
                        <a:schemeClr val="tx1">
                          <a:alpha val="43000"/>
                        </a:schemeClr>
                      </a:solidFill>
                    </a:rPr>
                    <a:t> </a:t>
                  </a:r>
                  <a:r>
                    <a:rPr lang="en-GB" sz="1400" b="1" dirty="0">
                      <a:solidFill>
                        <a:schemeClr val="tx1">
                          <a:alpha val="43000"/>
                        </a:schemeClr>
                      </a:solidFill>
                    </a:rPr>
                    <a:t>at least 1 time </a:t>
                  </a:r>
                  <a:r>
                    <a:rPr lang="en-GB" sz="1400" dirty="0">
                      <a:solidFill>
                        <a:schemeClr val="tx1">
                          <a:alpha val="43000"/>
                        </a:schemeClr>
                      </a:solidFill>
                    </a:rPr>
                    <a:t>in the last 30 days</a:t>
                  </a:r>
                </a:p>
                <a:p>
                  <a:pPr algn="ctr"/>
                  <a:endParaRPr lang="en-GB" sz="1400" dirty="0">
                    <a:solidFill>
                      <a:schemeClr val="bg2"/>
                    </a:solidFill>
                    <a:latin typeface="+mn-lt"/>
                  </a:endParaRPr>
                </a:p>
              </p:txBody>
            </p:sp>
            <p:sp>
              <p:nvSpPr>
                <p:cNvPr id="103" name="TextBox 102">
                  <a:extLst>
                    <a:ext uri="{FF2B5EF4-FFF2-40B4-BE49-F238E27FC236}">
                      <a16:creationId xmlns:a16="http://schemas.microsoft.com/office/drawing/2014/main" id="{E7EC8D79-C1E9-C01A-C8CF-2151967AB509}"/>
                    </a:ext>
                  </a:extLst>
                </p:cNvPr>
                <p:cNvSpPr txBox="1"/>
                <p:nvPr/>
              </p:nvSpPr>
              <p:spPr>
                <a:xfrm>
                  <a:off x="6551076" y="1552505"/>
                  <a:ext cx="1564963" cy="1096017"/>
                </a:xfrm>
                <a:prstGeom prst="rect">
                  <a:avLst/>
                </a:prstGeom>
                <a:noFill/>
              </p:spPr>
              <p:txBody>
                <a:bodyPr wrap="square" rtlCol="0">
                  <a:spAutoFit/>
                </a:bodyPr>
                <a:lstStyle>
                  <a:defPPr>
                    <a:defRPr lang="en-US"/>
                  </a:defPPr>
                  <a:lvl1pPr algn="ctr">
                    <a:defRPr sz="1400">
                      <a:solidFill>
                        <a:schemeClr val="bg2"/>
                      </a:solidFill>
                      <a:latin typeface="+mn-lt"/>
                    </a:defRPr>
                  </a:lvl1pPr>
                </a:lstStyle>
                <a:p>
                  <a:r>
                    <a:rPr lang="en-GB" sz="1200" dirty="0"/>
                    <a:t>Score = 50</a:t>
                  </a:r>
                </a:p>
                <a:p>
                  <a:r>
                    <a:rPr lang="en-GB" sz="1200" dirty="0"/>
                    <a:t>Weight = 10%</a:t>
                  </a:r>
                </a:p>
                <a:p>
                  <a:r>
                    <a:rPr lang="en-GB" sz="1200" b="1" dirty="0"/>
                    <a:t>Points =  5</a:t>
                  </a:r>
                </a:p>
              </p:txBody>
            </p:sp>
          </p:grpSp>
        </p:grpSp>
      </p:grpSp>
      <p:grpSp>
        <p:nvGrpSpPr>
          <p:cNvPr id="121" name="Group 120">
            <a:extLst>
              <a:ext uri="{FF2B5EF4-FFF2-40B4-BE49-F238E27FC236}">
                <a16:creationId xmlns:a16="http://schemas.microsoft.com/office/drawing/2014/main" id="{328484B3-9D8A-D4C4-CC07-0A12C8DA45F5}"/>
              </a:ext>
            </a:extLst>
          </p:cNvPr>
          <p:cNvGrpSpPr/>
          <p:nvPr/>
        </p:nvGrpSpPr>
        <p:grpSpPr>
          <a:xfrm>
            <a:off x="153133" y="1719377"/>
            <a:ext cx="11855669" cy="1107986"/>
            <a:chOff x="89338" y="1638510"/>
            <a:chExt cx="11855669" cy="1107986"/>
          </a:xfrm>
        </p:grpSpPr>
        <p:grpSp>
          <p:nvGrpSpPr>
            <p:cNvPr id="67" name="Group 66">
              <a:extLst>
                <a:ext uri="{FF2B5EF4-FFF2-40B4-BE49-F238E27FC236}">
                  <a16:creationId xmlns:a16="http://schemas.microsoft.com/office/drawing/2014/main" id="{7D39C2F0-995A-268E-8620-184FD5709D0E}"/>
                </a:ext>
              </a:extLst>
            </p:cNvPr>
            <p:cNvGrpSpPr/>
            <p:nvPr/>
          </p:nvGrpSpPr>
          <p:grpSpPr>
            <a:xfrm>
              <a:off x="89338" y="1676748"/>
              <a:ext cx="2226565" cy="1069748"/>
              <a:chOff x="0" y="1447408"/>
              <a:chExt cx="2232402" cy="1814026"/>
            </a:xfrm>
          </p:grpSpPr>
          <p:sp>
            <p:nvSpPr>
              <p:cNvPr id="106" name="Oval 105">
                <a:extLst>
                  <a:ext uri="{FF2B5EF4-FFF2-40B4-BE49-F238E27FC236}">
                    <a16:creationId xmlns:a16="http://schemas.microsoft.com/office/drawing/2014/main" id="{D5405C25-C930-8C98-4C6A-8E3F6580744C}"/>
                  </a:ext>
                </a:extLst>
              </p:cNvPr>
              <p:cNvSpPr/>
              <p:nvPr/>
            </p:nvSpPr>
            <p:spPr>
              <a:xfrm>
                <a:off x="0" y="2499151"/>
                <a:ext cx="2232402" cy="762283"/>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07" name="Rectangle: Rounded Corners 106">
                <a:extLst>
                  <a:ext uri="{FF2B5EF4-FFF2-40B4-BE49-F238E27FC236}">
                    <a16:creationId xmlns:a16="http://schemas.microsoft.com/office/drawing/2014/main" id="{D0B10528-B7B2-89B2-F7DA-2CAA092E8F19}"/>
                  </a:ext>
                </a:extLst>
              </p:cNvPr>
              <p:cNvSpPr/>
              <p:nvPr/>
            </p:nvSpPr>
            <p:spPr>
              <a:xfrm>
                <a:off x="389691" y="1447408"/>
                <a:ext cx="1453020" cy="1390389"/>
              </a:xfrm>
              <a:prstGeom prst="roundRect">
                <a:avLst>
                  <a:gd name="adj" fmla="val 21322"/>
                </a:avLst>
              </a:prstGeom>
              <a:solidFill>
                <a:schemeClr val="accent4">
                  <a:lumMod val="50000"/>
                </a:schemeClr>
              </a:solidFill>
              <a:ln w="57150">
                <a:solidFill>
                  <a:schemeClr val="bg2"/>
                </a:solidFill>
              </a:ln>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bg2"/>
                    </a:solidFill>
                  </a:rPr>
                  <a:t>9</a:t>
                </a:r>
                <a:r>
                  <a:rPr lang="en-GB" sz="1200" b="1" baseline="30000" dirty="0">
                    <a:solidFill>
                      <a:schemeClr val="bg2"/>
                    </a:solidFill>
                  </a:rPr>
                  <a:t>th</a:t>
                </a:r>
                <a:r>
                  <a:rPr lang="en-GB" sz="1200" b="1" dirty="0">
                    <a:solidFill>
                      <a:schemeClr val="bg2"/>
                    </a:solidFill>
                  </a:rPr>
                  <a:t> May 2024</a:t>
                </a:r>
              </a:p>
              <a:p>
                <a:pPr algn="ctr"/>
                <a:r>
                  <a:rPr lang="en-GB" sz="1000" dirty="0">
                    <a:solidFill>
                      <a:schemeClr val="bg2"/>
                    </a:solidFill>
                  </a:rPr>
                  <a:t>Registers for  Keynote – Vision for the Future Session</a:t>
                </a:r>
              </a:p>
            </p:txBody>
          </p:sp>
        </p:grpSp>
        <p:sp>
          <p:nvSpPr>
            <p:cNvPr id="73" name="Oval 72">
              <a:extLst>
                <a:ext uri="{FF2B5EF4-FFF2-40B4-BE49-F238E27FC236}">
                  <a16:creationId xmlns:a16="http://schemas.microsoft.com/office/drawing/2014/main" id="{F23AD223-3DF3-23E8-6EB7-BD69113A4441}"/>
                </a:ext>
              </a:extLst>
            </p:cNvPr>
            <p:cNvSpPr/>
            <p:nvPr/>
          </p:nvSpPr>
          <p:spPr>
            <a:xfrm>
              <a:off x="3176869" y="2151897"/>
              <a:ext cx="8512084" cy="493914"/>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76" name="Group 75">
              <a:extLst>
                <a:ext uri="{FF2B5EF4-FFF2-40B4-BE49-F238E27FC236}">
                  <a16:creationId xmlns:a16="http://schemas.microsoft.com/office/drawing/2014/main" id="{E92A8A07-C3CA-EA65-75B9-B0D80382E56A}"/>
                </a:ext>
              </a:extLst>
            </p:cNvPr>
            <p:cNvGrpSpPr/>
            <p:nvPr/>
          </p:nvGrpSpPr>
          <p:grpSpPr>
            <a:xfrm>
              <a:off x="3569168" y="1638510"/>
              <a:ext cx="8375839" cy="938260"/>
              <a:chOff x="3488953" y="1311293"/>
              <a:chExt cx="8397797" cy="1591056"/>
            </a:xfrm>
          </p:grpSpPr>
          <p:sp>
            <p:nvSpPr>
              <p:cNvPr id="90" name="Isosceles Triangle 89">
                <a:extLst>
                  <a:ext uri="{FF2B5EF4-FFF2-40B4-BE49-F238E27FC236}">
                    <a16:creationId xmlns:a16="http://schemas.microsoft.com/office/drawing/2014/main" id="{427A9A58-FB85-DD40-4930-DDC80C9CB9FA}"/>
                  </a:ext>
                </a:extLst>
              </p:cNvPr>
              <p:cNvSpPr/>
              <p:nvPr/>
            </p:nvSpPr>
            <p:spPr>
              <a:xfrm rot="5400000">
                <a:off x="10405422" y="1421021"/>
                <a:ext cx="1591056" cy="1371600"/>
              </a:xfrm>
              <a:prstGeom prst="triangle">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1" name="Rectangle: Top Corners Rounded 90">
                <a:extLst>
                  <a:ext uri="{FF2B5EF4-FFF2-40B4-BE49-F238E27FC236}">
                    <a16:creationId xmlns:a16="http://schemas.microsoft.com/office/drawing/2014/main" id="{05B812C1-434A-6866-D5FD-CF501EFA3A0A}"/>
                  </a:ext>
                </a:extLst>
              </p:cNvPr>
              <p:cNvSpPr/>
              <p:nvPr/>
            </p:nvSpPr>
            <p:spPr>
              <a:xfrm rot="16200000">
                <a:off x="4301113" y="827384"/>
                <a:ext cx="936000" cy="2560320"/>
              </a:xfrm>
              <a:prstGeom prst="round2SameRect">
                <a:avLst>
                  <a:gd name="adj1" fmla="val 50000"/>
                  <a:gd name="adj2" fmla="val 0"/>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2" name="Rectangle 91">
                <a:extLst>
                  <a:ext uri="{FF2B5EF4-FFF2-40B4-BE49-F238E27FC236}">
                    <a16:creationId xmlns:a16="http://schemas.microsoft.com/office/drawing/2014/main" id="{FBF0B4DA-81E3-78CA-D7D9-12F282F4ABA4}"/>
                  </a:ext>
                </a:extLst>
              </p:cNvPr>
              <p:cNvSpPr/>
              <p:nvPr/>
            </p:nvSpPr>
            <p:spPr>
              <a:xfrm rot="16200000">
                <a:off x="6843833" y="827384"/>
                <a:ext cx="936000" cy="2560320"/>
              </a:xfrm>
              <a:prstGeom prst="rect">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3" name="Rectangle 92">
                <a:extLst>
                  <a:ext uri="{FF2B5EF4-FFF2-40B4-BE49-F238E27FC236}">
                    <a16:creationId xmlns:a16="http://schemas.microsoft.com/office/drawing/2014/main" id="{80C23AFE-9435-AD23-DE01-91FD96B54925}"/>
                  </a:ext>
                </a:extLst>
              </p:cNvPr>
              <p:cNvSpPr/>
              <p:nvPr/>
            </p:nvSpPr>
            <p:spPr>
              <a:xfrm rot="16200000">
                <a:off x="9248670" y="964543"/>
                <a:ext cx="937446" cy="2286000"/>
              </a:xfrm>
              <a:prstGeom prst="rect">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4" name="TextBox 93">
                <a:extLst>
                  <a:ext uri="{FF2B5EF4-FFF2-40B4-BE49-F238E27FC236}">
                    <a16:creationId xmlns:a16="http://schemas.microsoft.com/office/drawing/2014/main" id="{D2E907B2-0E8E-B672-C417-444312213EDD}"/>
                  </a:ext>
                </a:extLst>
              </p:cNvPr>
              <p:cNvSpPr txBox="1"/>
              <p:nvPr/>
            </p:nvSpPr>
            <p:spPr>
              <a:xfrm>
                <a:off x="8358147" y="1837671"/>
                <a:ext cx="2792776" cy="469722"/>
              </a:xfrm>
              <a:prstGeom prst="rect">
                <a:avLst/>
              </a:prstGeom>
              <a:noFill/>
            </p:spPr>
            <p:txBody>
              <a:bodyPr wrap="square" rtlCol="0">
                <a:spAutoFit/>
              </a:bodyPr>
              <a:lstStyle/>
              <a:p>
                <a:pPr algn="ctr"/>
                <a:r>
                  <a:rPr lang="en-GB" sz="1200" dirty="0">
                    <a:solidFill>
                      <a:schemeClr val="bg2"/>
                    </a:solidFill>
                    <a:latin typeface="+mn-lt"/>
                  </a:rPr>
                  <a:t>Accumulative Total 6</a:t>
                </a:r>
              </a:p>
            </p:txBody>
          </p:sp>
          <p:sp>
            <p:nvSpPr>
              <p:cNvPr id="95" name="TextBox 94">
                <a:extLst>
                  <a:ext uri="{FF2B5EF4-FFF2-40B4-BE49-F238E27FC236}">
                    <a16:creationId xmlns:a16="http://schemas.microsoft.com/office/drawing/2014/main" id="{FC6A24A6-C88B-3F1B-4EB9-B7072518220C}"/>
                  </a:ext>
                </a:extLst>
              </p:cNvPr>
              <p:cNvSpPr txBox="1"/>
              <p:nvPr/>
            </p:nvSpPr>
            <p:spPr>
              <a:xfrm>
                <a:off x="3724705" y="1658527"/>
                <a:ext cx="2223939" cy="887251"/>
              </a:xfrm>
              <a:prstGeom prst="rect">
                <a:avLst/>
              </a:prstGeom>
              <a:noFill/>
            </p:spPr>
            <p:txBody>
              <a:bodyPr wrap="square" rtlCol="0">
                <a:spAutoFit/>
              </a:bodyPr>
              <a:lstStyle/>
              <a:p>
                <a:pPr algn="ctr"/>
                <a:r>
                  <a:rPr lang="en-GB" sz="1400" dirty="0">
                    <a:solidFill>
                      <a:schemeClr val="tx1">
                        <a:alpha val="39000"/>
                      </a:schemeClr>
                    </a:solidFill>
                  </a:rPr>
                  <a:t>Registers </a:t>
                </a:r>
                <a:r>
                  <a:rPr lang="en-GB" sz="1400" b="1" dirty="0">
                    <a:solidFill>
                      <a:schemeClr val="tx1">
                        <a:alpha val="39000"/>
                      </a:schemeClr>
                    </a:solidFill>
                  </a:rPr>
                  <a:t>more than 1 time </a:t>
                </a:r>
                <a:r>
                  <a:rPr lang="en-GB" sz="1400" dirty="0">
                    <a:solidFill>
                      <a:schemeClr val="tx1">
                        <a:alpha val="39000"/>
                      </a:schemeClr>
                    </a:solidFill>
                  </a:rPr>
                  <a:t>in the last 30 days</a:t>
                </a:r>
              </a:p>
            </p:txBody>
          </p:sp>
          <p:sp>
            <p:nvSpPr>
              <p:cNvPr id="96" name="TextBox 95">
                <a:extLst>
                  <a:ext uri="{FF2B5EF4-FFF2-40B4-BE49-F238E27FC236}">
                    <a16:creationId xmlns:a16="http://schemas.microsoft.com/office/drawing/2014/main" id="{7A7CBC42-662C-B95E-CEA4-6174EC3A489A}"/>
                  </a:ext>
                </a:extLst>
              </p:cNvPr>
              <p:cNvSpPr txBox="1"/>
              <p:nvPr/>
            </p:nvSpPr>
            <p:spPr>
              <a:xfrm>
                <a:off x="6508952" y="1552505"/>
                <a:ext cx="1564963" cy="1096017"/>
              </a:xfrm>
              <a:prstGeom prst="rect">
                <a:avLst/>
              </a:prstGeom>
              <a:noFill/>
            </p:spPr>
            <p:txBody>
              <a:bodyPr wrap="square" rtlCol="0">
                <a:spAutoFit/>
              </a:bodyPr>
              <a:lstStyle>
                <a:defPPr>
                  <a:defRPr lang="en-US"/>
                </a:defPPr>
                <a:lvl1pPr algn="ctr">
                  <a:defRPr sz="1400">
                    <a:solidFill>
                      <a:schemeClr val="bg2"/>
                    </a:solidFill>
                    <a:latin typeface="+mn-lt"/>
                  </a:defRPr>
                </a:lvl1pPr>
              </a:lstStyle>
              <a:p>
                <a:r>
                  <a:rPr lang="en-GB" sz="1200" dirty="0"/>
                  <a:t>Score = 60</a:t>
                </a:r>
              </a:p>
              <a:p>
                <a:r>
                  <a:rPr lang="en-GB" sz="1200" dirty="0"/>
                  <a:t>Weight = 10%</a:t>
                </a:r>
              </a:p>
              <a:p>
                <a:r>
                  <a:rPr lang="en-GB" sz="1200" b="1" dirty="0"/>
                  <a:t>Points = 6</a:t>
                </a:r>
              </a:p>
            </p:txBody>
          </p:sp>
        </p:grpSp>
      </p:grpSp>
      <p:grpSp>
        <p:nvGrpSpPr>
          <p:cNvPr id="142" name="Group 141">
            <a:extLst>
              <a:ext uri="{FF2B5EF4-FFF2-40B4-BE49-F238E27FC236}">
                <a16:creationId xmlns:a16="http://schemas.microsoft.com/office/drawing/2014/main" id="{EB74C359-FD98-7A15-9A7C-0F39A2D1C76C}"/>
              </a:ext>
            </a:extLst>
          </p:cNvPr>
          <p:cNvGrpSpPr/>
          <p:nvPr/>
        </p:nvGrpSpPr>
        <p:grpSpPr>
          <a:xfrm>
            <a:off x="163765" y="2660694"/>
            <a:ext cx="11855669" cy="1096946"/>
            <a:chOff x="89338" y="2745761"/>
            <a:chExt cx="11855669" cy="1096946"/>
          </a:xfrm>
        </p:grpSpPr>
        <p:sp>
          <p:nvSpPr>
            <p:cNvPr id="72" name="Oval 71">
              <a:extLst>
                <a:ext uri="{FF2B5EF4-FFF2-40B4-BE49-F238E27FC236}">
                  <a16:creationId xmlns:a16="http://schemas.microsoft.com/office/drawing/2014/main" id="{50F0024E-2387-C46C-A333-F3698695F50C}"/>
                </a:ext>
              </a:extLst>
            </p:cNvPr>
            <p:cNvSpPr/>
            <p:nvPr/>
          </p:nvSpPr>
          <p:spPr>
            <a:xfrm>
              <a:off x="3176869" y="3247208"/>
              <a:ext cx="8512084" cy="493914"/>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120" name="Group 119">
              <a:extLst>
                <a:ext uri="{FF2B5EF4-FFF2-40B4-BE49-F238E27FC236}">
                  <a16:creationId xmlns:a16="http://schemas.microsoft.com/office/drawing/2014/main" id="{D4AB6BA2-3A39-22A1-0112-CD6CE22F4318}"/>
                </a:ext>
              </a:extLst>
            </p:cNvPr>
            <p:cNvGrpSpPr/>
            <p:nvPr/>
          </p:nvGrpSpPr>
          <p:grpSpPr>
            <a:xfrm>
              <a:off x="89338" y="2745761"/>
              <a:ext cx="11855669" cy="1096946"/>
              <a:chOff x="89338" y="2700119"/>
              <a:chExt cx="11855669" cy="1096946"/>
            </a:xfrm>
          </p:grpSpPr>
          <p:grpSp>
            <p:nvGrpSpPr>
              <p:cNvPr id="68" name="Group 67">
                <a:extLst>
                  <a:ext uri="{FF2B5EF4-FFF2-40B4-BE49-F238E27FC236}">
                    <a16:creationId xmlns:a16="http://schemas.microsoft.com/office/drawing/2014/main" id="{A018C37F-4CB2-D5C6-25D8-2D1832DBE3DA}"/>
                  </a:ext>
                </a:extLst>
              </p:cNvPr>
              <p:cNvGrpSpPr/>
              <p:nvPr/>
            </p:nvGrpSpPr>
            <p:grpSpPr>
              <a:xfrm>
                <a:off x="89338" y="2727317"/>
                <a:ext cx="2226565" cy="1069748"/>
                <a:chOff x="0" y="1447408"/>
                <a:chExt cx="2232402" cy="1814026"/>
              </a:xfrm>
            </p:grpSpPr>
            <p:sp>
              <p:nvSpPr>
                <p:cNvPr id="104" name="Oval 103">
                  <a:extLst>
                    <a:ext uri="{FF2B5EF4-FFF2-40B4-BE49-F238E27FC236}">
                      <a16:creationId xmlns:a16="http://schemas.microsoft.com/office/drawing/2014/main" id="{34757981-2796-AB79-236F-57952A9C63C6}"/>
                    </a:ext>
                  </a:extLst>
                </p:cNvPr>
                <p:cNvSpPr/>
                <p:nvPr/>
              </p:nvSpPr>
              <p:spPr>
                <a:xfrm>
                  <a:off x="0" y="2499151"/>
                  <a:ext cx="2232402" cy="762283"/>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05" name="Rectangle: Rounded Corners 104">
                  <a:extLst>
                    <a:ext uri="{FF2B5EF4-FFF2-40B4-BE49-F238E27FC236}">
                      <a16:creationId xmlns:a16="http://schemas.microsoft.com/office/drawing/2014/main" id="{25FDCED2-0C89-2E0D-9585-3798B92E0672}"/>
                    </a:ext>
                  </a:extLst>
                </p:cNvPr>
                <p:cNvSpPr/>
                <p:nvPr/>
              </p:nvSpPr>
              <p:spPr>
                <a:xfrm>
                  <a:off x="389691" y="1447408"/>
                  <a:ext cx="1453020" cy="1390389"/>
                </a:xfrm>
                <a:prstGeom prst="roundRect">
                  <a:avLst>
                    <a:gd name="adj" fmla="val 21322"/>
                  </a:avLst>
                </a:prstGeom>
                <a:solidFill>
                  <a:schemeClr val="accent1"/>
                </a:solidFill>
                <a:ln w="57150">
                  <a:solidFill>
                    <a:schemeClr val="bg2"/>
                  </a:solidFill>
                </a:ln>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bg2"/>
                      </a:solidFill>
                    </a:rPr>
                    <a:t> 16</a:t>
                  </a:r>
                  <a:r>
                    <a:rPr lang="en-GB" sz="1200" b="1" baseline="30000" dirty="0">
                      <a:solidFill>
                        <a:schemeClr val="bg2"/>
                      </a:solidFill>
                    </a:rPr>
                    <a:t>th</a:t>
                  </a:r>
                  <a:r>
                    <a:rPr lang="en-GB" sz="1200" b="1" dirty="0">
                      <a:solidFill>
                        <a:schemeClr val="bg2"/>
                      </a:solidFill>
                    </a:rPr>
                    <a:t> May2024</a:t>
                  </a:r>
                </a:p>
                <a:p>
                  <a:pPr algn="ctr"/>
                  <a:r>
                    <a:rPr lang="en-GB" sz="1000" dirty="0">
                      <a:solidFill>
                        <a:schemeClr val="bg2"/>
                      </a:solidFill>
                    </a:rPr>
                    <a:t>Registers for  Breakout Session -</a:t>
                  </a:r>
                  <a:r>
                    <a:rPr lang="en-US" sz="1000" dirty="0">
                      <a:solidFill>
                        <a:schemeClr val="bg2"/>
                      </a:solidFill>
                    </a:rPr>
                    <a:t>Connecting the Dots</a:t>
                  </a:r>
                  <a:endParaRPr lang="en-GB" sz="1000" dirty="0">
                    <a:solidFill>
                      <a:schemeClr val="bg2"/>
                    </a:solidFill>
                  </a:endParaRPr>
                </a:p>
              </p:txBody>
            </p:sp>
          </p:grpSp>
          <p:grpSp>
            <p:nvGrpSpPr>
              <p:cNvPr id="77" name="Group 76">
                <a:extLst>
                  <a:ext uri="{FF2B5EF4-FFF2-40B4-BE49-F238E27FC236}">
                    <a16:creationId xmlns:a16="http://schemas.microsoft.com/office/drawing/2014/main" id="{D67662CD-FB9B-4CB3-131D-6B4D1F222D7F}"/>
                  </a:ext>
                </a:extLst>
              </p:cNvPr>
              <p:cNvGrpSpPr/>
              <p:nvPr/>
            </p:nvGrpSpPr>
            <p:grpSpPr>
              <a:xfrm>
                <a:off x="3569168" y="2700119"/>
                <a:ext cx="8375839" cy="938260"/>
                <a:chOff x="3488953" y="1311293"/>
                <a:chExt cx="8397797" cy="1591056"/>
              </a:xfrm>
            </p:grpSpPr>
            <p:sp>
              <p:nvSpPr>
                <p:cNvPr id="83" name="Isosceles Triangle 82">
                  <a:extLst>
                    <a:ext uri="{FF2B5EF4-FFF2-40B4-BE49-F238E27FC236}">
                      <a16:creationId xmlns:a16="http://schemas.microsoft.com/office/drawing/2014/main" id="{C88AA1B3-60F6-AC41-AB78-848FF95C813E}"/>
                    </a:ext>
                  </a:extLst>
                </p:cNvPr>
                <p:cNvSpPr/>
                <p:nvPr/>
              </p:nvSpPr>
              <p:spPr>
                <a:xfrm rot="5400000">
                  <a:off x="10405422" y="1421021"/>
                  <a:ext cx="1591056" cy="1371600"/>
                </a:xfrm>
                <a:prstGeom prst="triangl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Rectangle: Top Corners Rounded 83">
                  <a:extLst>
                    <a:ext uri="{FF2B5EF4-FFF2-40B4-BE49-F238E27FC236}">
                      <a16:creationId xmlns:a16="http://schemas.microsoft.com/office/drawing/2014/main" id="{7EF7E934-3B41-4A9C-C06E-AACFD377F7BB}"/>
                    </a:ext>
                  </a:extLst>
                </p:cNvPr>
                <p:cNvSpPr/>
                <p:nvPr/>
              </p:nvSpPr>
              <p:spPr>
                <a:xfrm rot="16200000">
                  <a:off x="4301113" y="827384"/>
                  <a:ext cx="936000" cy="2560320"/>
                </a:xfrm>
                <a:prstGeom prst="round2SameRect">
                  <a:avLst>
                    <a:gd name="adj1" fmla="val 50000"/>
                    <a:gd name="adj2" fmla="val 0"/>
                  </a:avLst>
                </a:prstGeom>
                <a:solidFill>
                  <a:schemeClr val="accent5"/>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5" name="Rectangle 84">
                  <a:extLst>
                    <a:ext uri="{FF2B5EF4-FFF2-40B4-BE49-F238E27FC236}">
                      <a16:creationId xmlns:a16="http://schemas.microsoft.com/office/drawing/2014/main" id="{F83E51A0-CCCA-4093-BAE9-DBB579CAD718}"/>
                    </a:ext>
                  </a:extLst>
                </p:cNvPr>
                <p:cNvSpPr/>
                <p:nvPr/>
              </p:nvSpPr>
              <p:spPr>
                <a:xfrm rot="16200000">
                  <a:off x="6843833" y="827384"/>
                  <a:ext cx="936000" cy="2560320"/>
                </a:xfrm>
                <a:prstGeom prst="rect">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6" name="Rectangle 85">
                  <a:extLst>
                    <a:ext uri="{FF2B5EF4-FFF2-40B4-BE49-F238E27FC236}">
                      <a16:creationId xmlns:a16="http://schemas.microsoft.com/office/drawing/2014/main" id="{85704AC1-265E-CEF0-90E4-69EC46CC87F2}"/>
                    </a:ext>
                  </a:extLst>
                </p:cNvPr>
                <p:cNvSpPr/>
                <p:nvPr/>
              </p:nvSpPr>
              <p:spPr>
                <a:xfrm rot="16200000">
                  <a:off x="9248670" y="964543"/>
                  <a:ext cx="937446" cy="22860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7" name="TextBox 86">
                  <a:extLst>
                    <a:ext uri="{FF2B5EF4-FFF2-40B4-BE49-F238E27FC236}">
                      <a16:creationId xmlns:a16="http://schemas.microsoft.com/office/drawing/2014/main" id="{A85B7462-6DE2-48EB-C1AE-085C5C758717}"/>
                    </a:ext>
                  </a:extLst>
                </p:cNvPr>
                <p:cNvSpPr txBox="1"/>
                <p:nvPr/>
              </p:nvSpPr>
              <p:spPr>
                <a:xfrm>
                  <a:off x="8737044" y="1876514"/>
                  <a:ext cx="2046542" cy="469722"/>
                </a:xfrm>
                <a:prstGeom prst="rect">
                  <a:avLst/>
                </a:prstGeom>
                <a:noFill/>
              </p:spPr>
              <p:txBody>
                <a:bodyPr wrap="square" rtlCol="0">
                  <a:spAutoFit/>
                </a:bodyPr>
                <a:lstStyle/>
                <a:p>
                  <a:pPr algn="ctr"/>
                  <a:r>
                    <a:rPr lang="en-GB" sz="1200" dirty="0">
                      <a:solidFill>
                        <a:schemeClr val="bg2"/>
                      </a:solidFill>
                      <a:latin typeface="+mn-lt"/>
                    </a:rPr>
                    <a:t>Accumulative Total 6</a:t>
                  </a:r>
                </a:p>
              </p:txBody>
            </p:sp>
            <p:sp>
              <p:nvSpPr>
                <p:cNvPr id="88" name="TextBox 87">
                  <a:extLst>
                    <a:ext uri="{FF2B5EF4-FFF2-40B4-BE49-F238E27FC236}">
                      <a16:creationId xmlns:a16="http://schemas.microsoft.com/office/drawing/2014/main" id="{C7C244D5-BB28-546C-62C9-A59C427052BF}"/>
                    </a:ext>
                  </a:extLst>
                </p:cNvPr>
                <p:cNvSpPr txBox="1"/>
                <p:nvPr/>
              </p:nvSpPr>
              <p:spPr>
                <a:xfrm>
                  <a:off x="3705286" y="1665841"/>
                  <a:ext cx="2208920" cy="887251"/>
                </a:xfrm>
                <a:prstGeom prst="rect">
                  <a:avLst/>
                </a:prstGeom>
                <a:noFill/>
              </p:spPr>
              <p:txBody>
                <a:bodyPr wrap="square" rtlCol="0">
                  <a:spAutoFit/>
                </a:bodyPr>
                <a:lstStyle/>
                <a:p>
                  <a:pPr algn="ctr"/>
                  <a:r>
                    <a:rPr lang="en-GB" sz="1400" dirty="0"/>
                    <a:t>Registers </a:t>
                  </a:r>
                  <a:r>
                    <a:rPr lang="en-GB" sz="1400" b="1" dirty="0"/>
                    <a:t>more than 1 time </a:t>
                  </a:r>
                  <a:r>
                    <a:rPr lang="en-GB" sz="1400" dirty="0"/>
                    <a:t>in the last 30 days</a:t>
                  </a:r>
                  <a:endParaRPr lang="en-GB" sz="1400" dirty="0">
                    <a:solidFill>
                      <a:schemeClr val="bg2"/>
                    </a:solidFill>
                    <a:latin typeface="+mn-lt"/>
                  </a:endParaRPr>
                </a:p>
              </p:txBody>
            </p:sp>
            <p:sp>
              <p:nvSpPr>
                <p:cNvPr id="89" name="TextBox 88">
                  <a:extLst>
                    <a:ext uri="{FF2B5EF4-FFF2-40B4-BE49-F238E27FC236}">
                      <a16:creationId xmlns:a16="http://schemas.microsoft.com/office/drawing/2014/main" id="{15302C53-539B-C508-861A-E708056389A8}"/>
                    </a:ext>
                  </a:extLst>
                </p:cNvPr>
                <p:cNvSpPr txBox="1"/>
                <p:nvPr/>
              </p:nvSpPr>
              <p:spPr>
                <a:xfrm>
                  <a:off x="6487903" y="1551589"/>
                  <a:ext cx="1564963" cy="1096017"/>
                </a:xfrm>
                <a:prstGeom prst="rect">
                  <a:avLst/>
                </a:prstGeom>
                <a:noFill/>
              </p:spPr>
              <p:txBody>
                <a:bodyPr wrap="square" rtlCol="0">
                  <a:spAutoFit/>
                </a:bodyPr>
                <a:lstStyle>
                  <a:defPPr>
                    <a:defRPr lang="en-US"/>
                  </a:defPPr>
                  <a:lvl1pPr algn="ctr">
                    <a:defRPr sz="1400">
                      <a:solidFill>
                        <a:schemeClr val="bg2"/>
                      </a:solidFill>
                      <a:latin typeface="+mn-lt"/>
                    </a:defRPr>
                  </a:lvl1pPr>
                </a:lstStyle>
                <a:p>
                  <a:r>
                    <a:rPr lang="en-GB" sz="1200" dirty="0"/>
                    <a:t>Score = 60</a:t>
                  </a:r>
                </a:p>
                <a:p>
                  <a:r>
                    <a:rPr lang="en-GB" sz="1200" dirty="0"/>
                    <a:t>Weight = 10%</a:t>
                  </a:r>
                </a:p>
                <a:p>
                  <a:r>
                    <a:rPr lang="en-GB" sz="1200" b="1" dirty="0"/>
                    <a:t>Points =  6</a:t>
                  </a:r>
                </a:p>
              </p:txBody>
            </p:sp>
          </p:grpSp>
        </p:grpSp>
      </p:grpSp>
      <p:sp>
        <p:nvSpPr>
          <p:cNvPr id="78" name="Freeform: Shape 77">
            <a:extLst>
              <a:ext uri="{FF2B5EF4-FFF2-40B4-BE49-F238E27FC236}">
                <a16:creationId xmlns:a16="http://schemas.microsoft.com/office/drawing/2014/main" id="{7C8EDC41-AE3B-FEE1-21FA-6BCA6613C40E}"/>
              </a:ext>
            </a:extLst>
          </p:cNvPr>
          <p:cNvSpPr/>
          <p:nvPr/>
        </p:nvSpPr>
        <p:spPr>
          <a:xfrm>
            <a:off x="2496307" y="973302"/>
            <a:ext cx="513661" cy="5353070"/>
          </a:xfrm>
          <a:custGeom>
            <a:avLst/>
            <a:gdLst>
              <a:gd name="connsiteX0" fmla="*/ 257504 w 515008"/>
              <a:gd name="connsiteY0" fmla="*/ 0 h 4882057"/>
              <a:gd name="connsiteX1" fmla="*/ 509777 w 515008"/>
              <a:gd name="connsiteY1" fmla="*/ 205608 h 4882057"/>
              <a:gd name="connsiteX2" fmla="*/ 511300 w 515008"/>
              <a:gd name="connsiteY2" fmla="*/ 220716 h 4882057"/>
              <a:gd name="connsiteX3" fmla="*/ 513535 w 515008"/>
              <a:gd name="connsiteY3" fmla="*/ 220716 h 4882057"/>
              <a:gd name="connsiteX4" fmla="*/ 513535 w 515008"/>
              <a:gd name="connsiteY4" fmla="*/ 242892 h 4882057"/>
              <a:gd name="connsiteX5" fmla="*/ 515008 w 515008"/>
              <a:gd name="connsiteY5" fmla="*/ 257504 h 4882057"/>
              <a:gd name="connsiteX6" fmla="*/ 513535 w 515008"/>
              <a:gd name="connsiteY6" fmla="*/ 272116 h 4882057"/>
              <a:gd name="connsiteX7" fmla="*/ 513535 w 515008"/>
              <a:gd name="connsiteY7" fmla="*/ 4603530 h 4882057"/>
              <a:gd name="connsiteX8" fmla="*/ 512889 w 515008"/>
              <a:gd name="connsiteY8" fmla="*/ 4603530 h 4882057"/>
              <a:gd name="connsiteX9" fmla="*/ 515008 w 515008"/>
              <a:gd name="connsiteY9" fmla="*/ 4624553 h 4882057"/>
              <a:gd name="connsiteX10" fmla="*/ 257504 w 515008"/>
              <a:gd name="connsiteY10" fmla="*/ 4882057 h 4882057"/>
              <a:gd name="connsiteX11" fmla="*/ 0 w 515008"/>
              <a:gd name="connsiteY11" fmla="*/ 4624553 h 4882057"/>
              <a:gd name="connsiteX12" fmla="*/ 2119 w 515008"/>
              <a:gd name="connsiteY12" fmla="*/ 4603530 h 4882057"/>
              <a:gd name="connsiteX13" fmla="*/ 1471 w 515008"/>
              <a:gd name="connsiteY13" fmla="*/ 4603530 h 4882057"/>
              <a:gd name="connsiteX14" fmla="*/ 1471 w 515008"/>
              <a:gd name="connsiteY14" fmla="*/ 272096 h 4882057"/>
              <a:gd name="connsiteX15" fmla="*/ 0 w 515008"/>
              <a:gd name="connsiteY15" fmla="*/ 257504 h 4882057"/>
              <a:gd name="connsiteX16" fmla="*/ 1471 w 515008"/>
              <a:gd name="connsiteY16" fmla="*/ 242912 h 4882057"/>
              <a:gd name="connsiteX17" fmla="*/ 1471 w 515008"/>
              <a:gd name="connsiteY17" fmla="*/ 220716 h 4882057"/>
              <a:gd name="connsiteX18" fmla="*/ 3709 w 515008"/>
              <a:gd name="connsiteY18" fmla="*/ 220716 h 4882057"/>
              <a:gd name="connsiteX19" fmla="*/ 5232 w 515008"/>
              <a:gd name="connsiteY19" fmla="*/ 205608 h 4882057"/>
              <a:gd name="connsiteX20" fmla="*/ 257504 w 515008"/>
              <a:gd name="connsiteY20" fmla="*/ 0 h 48820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15008" h="4882057">
                <a:moveTo>
                  <a:pt x="257504" y="0"/>
                </a:moveTo>
                <a:cubicBezTo>
                  <a:pt x="381943" y="0"/>
                  <a:pt x="485765" y="88268"/>
                  <a:pt x="509777" y="205608"/>
                </a:cubicBezTo>
                <a:lnTo>
                  <a:pt x="511300" y="220716"/>
                </a:lnTo>
                <a:lnTo>
                  <a:pt x="513535" y="220716"/>
                </a:lnTo>
                <a:lnTo>
                  <a:pt x="513535" y="242892"/>
                </a:lnTo>
                <a:lnTo>
                  <a:pt x="515008" y="257504"/>
                </a:lnTo>
                <a:lnTo>
                  <a:pt x="513535" y="272116"/>
                </a:lnTo>
                <a:lnTo>
                  <a:pt x="513535" y="4603530"/>
                </a:lnTo>
                <a:lnTo>
                  <a:pt x="512889" y="4603530"/>
                </a:lnTo>
                <a:lnTo>
                  <a:pt x="515008" y="4624553"/>
                </a:lnTo>
                <a:cubicBezTo>
                  <a:pt x="515008" y="4766769"/>
                  <a:pt x="399720" y="4882057"/>
                  <a:pt x="257504" y="4882057"/>
                </a:cubicBezTo>
                <a:cubicBezTo>
                  <a:pt x="115288" y="4882057"/>
                  <a:pt x="0" y="4766769"/>
                  <a:pt x="0" y="4624553"/>
                </a:cubicBezTo>
                <a:lnTo>
                  <a:pt x="2119" y="4603530"/>
                </a:lnTo>
                <a:lnTo>
                  <a:pt x="1471" y="4603530"/>
                </a:lnTo>
                <a:lnTo>
                  <a:pt x="1471" y="272096"/>
                </a:lnTo>
                <a:lnTo>
                  <a:pt x="0" y="257504"/>
                </a:lnTo>
                <a:lnTo>
                  <a:pt x="1471" y="242912"/>
                </a:lnTo>
                <a:lnTo>
                  <a:pt x="1471" y="220716"/>
                </a:lnTo>
                <a:lnTo>
                  <a:pt x="3709" y="220716"/>
                </a:lnTo>
                <a:lnTo>
                  <a:pt x="5232" y="205608"/>
                </a:lnTo>
                <a:cubicBezTo>
                  <a:pt x="29243" y="88268"/>
                  <a:pt x="133065" y="0"/>
                  <a:pt x="257504" y="0"/>
                </a:cubicBezTo>
                <a:close/>
              </a:path>
            </a:pathLst>
          </a:custGeom>
          <a:solidFill>
            <a:schemeClr val="accent4">
              <a:lumMod val="75000"/>
            </a:schemeClr>
          </a:soli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endParaRPr lang="en-GB" dirty="0"/>
          </a:p>
        </p:txBody>
      </p:sp>
      <p:sp>
        <p:nvSpPr>
          <p:cNvPr id="79" name="TextBox 78">
            <a:extLst>
              <a:ext uri="{FF2B5EF4-FFF2-40B4-BE49-F238E27FC236}">
                <a16:creationId xmlns:a16="http://schemas.microsoft.com/office/drawing/2014/main" id="{949C45D5-F6BA-5D3B-22D1-748193C16BA1}"/>
              </a:ext>
            </a:extLst>
          </p:cNvPr>
          <p:cNvSpPr txBox="1"/>
          <p:nvPr/>
        </p:nvSpPr>
        <p:spPr>
          <a:xfrm>
            <a:off x="2028068" y="3177137"/>
            <a:ext cx="1373255" cy="381147"/>
          </a:xfrm>
          <a:prstGeom prst="rect">
            <a:avLst/>
          </a:prstGeom>
          <a:noFill/>
        </p:spPr>
        <p:txBody>
          <a:bodyPr wrap="square" rtlCol="0">
            <a:spAutoFit/>
          </a:bodyPr>
          <a:lstStyle/>
          <a:p>
            <a:pPr algn="ctr"/>
            <a:r>
              <a:rPr lang="en-GB" dirty="0">
                <a:latin typeface="+mn-lt"/>
              </a:rPr>
              <a:t>Lead Scoring</a:t>
            </a:r>
          </a:p>
        </p:txBody>
      </p:sp>
      <p:sp>
        <p:nvSpPr>
          <p:cNvPr id="80" name="TextBox 79">
            <a:extLst>
              <a:ext uri="{FF2B5EF4-FFF2-40B4-BE49-F238E27FC236}">
                <a16:creationId xmlns:a16="http://schemas.microsoft.com/office/drawing/2014/main" id="{F84B2FD8-7865-D574-70EE-D961A6098BCD}"/>
              </a:ext>
            </a:extLst>
          </p:cNvPr>
          <p:cNvSpPr txBox="1"/>
          <p:nvPr/>
        </p:nvSpPr>
        <p:spPr>
          <a:xfrm>
            <a:off x="4639012" y="238826"/>
            <a:ext cx="555591" cy="145199"/>
          </a:xfrm>
          <a:prstGeom prst="rect">
            <a:avLst/>
          </a:prstGeom>
          <a:noFill/>
        </p:spPr>
        <p:txBody>
          <a:bodyPr wrap="square" rtlCol="0">
            <a:spAutoFit/>
          </a:bodyPr>
          <a:lstStyle/>
          <a:p>
            <a:r>
              <a:rPr lang="en-GB" sz="1000" b="1" dirty="0">
                <a:solidFill>
                  <a:schemeClr val="bg2"/>
                </a:solidFill>
                <a:latin typeface="+mn-lt"/>
              </a:rPr>
              <a:t>Logic</a:t>
            </a:r>
          </a:p>
        </p:txBody>
      </p:sp>
      <p:sp>
        <p:nvSpPr>
          <p:cNvPr id="81" name="TextBox 80">
            <a:extLst>
              <a:ext uri="{FF2B5EF4-FFF2-40B4-BE49-F238E27FC236}">
                <a16:creationId xmlns:a16="http://schemas.microsoft.com/office/drawing/2014/main" id="{66358209-9D21-5B7A-5D06-65DB645869E1}"/>
              </a:ext>
            </a:extLst>
          </p:cNvPr>
          <p:cNvSpPr txBox="1"/>
          <p:nvPr/>
        </p:nvSpPr>
        <p:spPr>
          <a:xfrm>
            <a:off x="6960910" y="212281"/>
            <a:ext cx="1048286" cy="145199"/>
          </a:xfrm>
          <a:prstGeom prst="rect">
            <a:avLst/>
          </a:prstGeom>
          <a:noFill/>
        </p:spPr>
        <p:txBody>
          <a:bodyPr wrap="square" rtlCol="0">
            <a:spAutoFit/>
          </a:bodyPr>
          <a:lstStyle/>
          <a:p>
            <a:r>
              <a:rPr lang="en-GB" sz="1000" b="1" dirty="0">
                <a:solidFill>
                  <a:schemeClr val="bg2"/>
                </a:solidFill>
                <a:latin typeface="+mn-lt"/>
              </a:rPr>
              <a:t>Calculation</a:t>
            </a:r>
          </a:p>
        </p:txBody>
      </p:sp>
      <p:sp>
        <p:nvSpPr>
          <p:cNvPr id="82" name="TextBox 81">
            <a:extLst>
              <a:ext uri="{FF2B5EF4-FFF2-40B4-BE49-F238E27FC236}">
                <a16:creationId xmlns:a16="http://schemas.microsoft.com/office/drawing/2014/main" id="{A766EA95-8E24-9DAE-61CF-9C2E94204116}"/>
              </a:ext>
            </a:extLst>
          </p:cNvPr>
          <p:cNvSpPr txBox="1"/>
          <p:nvPr/>
        </p:nvSpPr>
        <p:spPr>
          <a:xfrm>
            <a:off x="9450452" y="217807"/>
            <a:ext cx="1048286" cy="145199"/>
          </a:xfrm>
          <a:prstGeom prst="rect">
            <a:avLst/>
          </a:prstGeom>
          <a:noFill/>
        </p:spPr>
        <p:txBody>
          <a:bodyPr wrap="square" rtlCol="0">
            <a:spAutoFit/>
          </a:bodyPr>
          <a:lstStyle/>
          <a:p>
            <a:r>
              <a:rPr lang="en-GB" sz="1000" b="1" dirty="0">
                <a:solidFill>
                  <a:schemeClr val="bg2"/>
                </a:solidFill>
                <a:latin typeface="+mn-lt"/>
              </a:rPr>
              <a:t>Action</a:t>
            </a:r>
          </a:p>
        </p:txBody>
      </p:sp>
      <p:sp>
        <p:nvSpPr>
          <p:cNvPr id="116" name="Text Placeholder 115">
            <a:extLst>
              <a:ext uri="{FF2B5EF4-FFF2-40B4-BE49-F238E27FC236}">
                <a16:creationId xmlns:a16="http://schemas.microsoft.com/office/drawing/2014/main" id="{4FAB64A2-03E6-12F5-A7B6-698B8A8EA142}"/>
              </a:ext>
            </a:extLst>
          </p:cNvPr>
          <p:cNvSpPr>
            <a:spLocks noGrp="1"/>
          </p:cNvSpPr>
          <p:nvPr>
            <p:ph type="body" sz="quarter" idx="82"/>
          </p:nvPr>
        </p:nvSpPr>
        <p:spPr/>
        <p:txBody>
          <a:bodyPr/>
          <a:lstStyle/>
          <a:p>
            <a:r>
              <a:rPr lang="en-GB" dirty="0"/>
              <a:t>Event Registration and Attendance</a:t>
            </a:r>
          </a:p>
        </p:txBody>
      </p:sp>
      <p:grpSp>
        <p:nvGrpSpPr>
          <p:cNvPr id="124" name="Group 123">
            <a:extLst>
              <a:ext uri="{FF2B5EF4-FFF2-40B4-BE49-F238E27FC236}">
                <a16:creationId xmlns:a16="http://schemas.microsoft.com/office/drawing/2014/main" id="{DF724FF2-4C7A-A820-117D-41AF5340AA13}"/>
              </a:ext>
            </a:extLst>
          </p:cNvPr>
          <p:cNvGrpSpPr/>
          <p:nvPr/>
        </p:nvGrpSpPr>
        <p:grpSpPr>
          <a:xfrm>
            <a:off x="8472756" y="6254189"/>
            <a:ext cx="2114298" cy="454674"/>
            <a:chOff x="4277360" y="3449320"/>
            <a:chExt cx="2556578" cy="549785"/>
          </a:xfrm>
        </p:grpSpPr>
        <p:sp>
          <p:nvSpPr>
            <p:cNvPr id="125" name="Rectangle 124">
              <a:extLst>
                <a:ext uri="{FF2B5EF4-FFF2-40B4-BE49-F238E27FC236}">
                  <a16:creationId xmlns:a16="http://schemas.microsoft.com/office/drawing/2014/main" id="{B92DEE25-5330-8C73-1784-2407797559B3}"/>
                </a:ext>
              </a:extLst>
            </p:cNvPr>
            <p:cNvSpPr/>
            <p:nvPr/>
          </p:nvSpPr>
          <p:spPr>
            <a:xfrm>
              <a:off x="4277360" y="3449320"/>
              <a:ext cx="579120" cy="28448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bg2"/>
                  </a:solidFill>
                </a:rPr>
                <a:t>4</a:t>
              </a:r>
            </a:p>
          </p:txBody>
        </p:sp>
        <p:sp>
          <p:nvSpPr>
            <p:cNvPr id="126" name="Rectangle 125">
              <a:extLst>
                <a:ext uri="{FF2B5EF4-FFF2-40B4-BE49-F238E27FC236}">
                  <a16:creationId xmlns:a16="http://schemas.microsoft.com/office/drawing/2014/main" id="{4480BC68-8BDE-7121-EB0A-874658EB3AE7}"/>
                </a:ext>
              </a:extLst>
            </p:cNvPr>
            <p:cNvSpPr/>
            <p:nvPr/>
          </p:nvSpPr>
          <p:spPr>
            <a:xfrm>
              <a:off x="4918336" y="3449320"/>
              <a:ext cx="579120" cy="28448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GB" b="1" dirty="0">
                  <a:solidFill>
                    <a:schemeClr val="bg2"/>
                  </a:solidFill>
                </a:rPr>
                <a:t>3</a:t>
              </a:r>
            </a:p>
          </p:txBody>
        </p:sp>
        <p:sp>
          <p:nvSpPr>
            <p:cNvPr id="127" name="Rectangle 126">
              <a:extLst>
                <a:ext uri="{FF2B5EF4-FFF2-40B4-BE49-F238E27FC236}">
                  <a16:creationId xmlns:a16="http://schemas.microsoft.com/office/drawing/2014/main" id="{631E3931-7DCA-51D0-D581-B15AE057A2BB}"/>
                </a:ext>
              </a:extLst>
            </p:cNvPr>
            <p:cNvSpPr/>
            <p:nvPr/>
          </p:nvSpPr>
          <p:spPr>
            <a:xfrm>
              <a:off x="5559312" y="3449320"/>
              <a:ext cx="579120" cy="284480"/>
            </a:xfrm>
            <a:prstGeom prst="rect">
              <a:avLst/>
            </a:prstGeom>
            <a:solidFill>
              <a:schemeClr val="accent5"/>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bg2"/>
                  </a:solidFill>
                </a:rPr>
                <a:t>2</a:t>
              </a:r>
            </a:p>
          </p:txBody>
        </p:sp>
        <p:sp>
          <p:nvSpPr>
            <p:cNvPr id="128" name="Rectangle 127">
              <a:extLst>
                <a:ext uri="{FF2B5EF4-FFF2-40B4-BE49-F238E27FC236}">
                  <a16:creationId xmlns:a16="http://schemas.microsoft.com/office/drawing/2014/main" id="{68B586E5-1CB8-BCD4-FF51-3FD0E4A09B23}"/>
                </a:ext>
              </a:extLst>
            </p:cNvPr>
            <p:cNvSpPr/>
            <p:nvPr/>
          </p:nvSpPr>
          <p:spPr>
            <a:xfrm>
              <a:off x="6200288" y="3449320"/>
              <a:ext cx="579120" cy="284480"/>
            </a:xfrm>
            <a:prstGeom prst="rect">
              <a:avLst/>
            </a:prstGeom>
            <a:solidFill>
              <a:schemeClr val="accent3"/>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bg2"/>
                  </a:solidFill>
                </a:rPr>
                <a:t>1</a:t>
              </a:r>
            </a:p>
          </p:txBody>
        </p:sp>
        <p:cxnSp>
          <p:nvCxnSpPr>
            <p:cNvPr id="129" name="Straight Connector 128">
              <a:extLst>
                <a:ext uri="{FF2B5EF4-FFF2-40B4-BE49-F238E27FC236}">
                  <a16:creationId xmlns:a16="http://schemas.microsoft.com/office/drawing/2014/main" id="{ABCC18B7-1F76-3F06-F905-2B4A6516B890}"/>
                </a:ext>
              </a:extLst>
            </p:cNvPr>
            <p:cNvCxnSpPr>
              <a:cxnSpLocks/>
            </p:cNvCxnSpPr>
            <p:nvPr/>
          </p:nvCxnSpPr>
          <p:spPr>
            <a:xfrm>
              <a:off x="4887408" y="3449320"/>
              <a:ext cx="0" cy="54864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0" name="Straight Connector 129">
              <a:extLst>
                <a:ext uri="{FF2B5EF4-FFF2-40B4-BE49-F238E27FC236}">
                  <a16:creationId xmlns:a16="http://schemas.microsoft.com/office/drawing/2014/main" id="{495C7DE2-8CA8-1BC0-45EF-9EDAD2E356EA}"/>
                </a:ext>
              </a:extLst>
            </p:cNvPr>
            <p:cNvCxnSpPr>
              <a:cxnSpLocks/>
            </p:cNvCxnSpPr>
            <p:nvPr/>
          </p:nvCxnSpPr>
          <p:spPr>
            <a:xfrm>
              <a:off x="5528384" y="3449320"/>
              <a:ext cx="0" cy="54864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131" name="Straight Connector 130">
              <a:extLst>
                <a:ext uri="{FF2B5EF4-FFF2-40B4-BE49-F238E27FC236}">
                  <a16:creationId xmlns:a16="http://schemas.microsoft.com/office/drawing/2014/main" id="{78A7A695-DF60-44CF-44B0-52E376C55231}"/>
                </a:ext>
              </a:extLst>
            </p:cNvPr>
            <p:cNvCxnSpPr>
              <a:cxnSpLocks/>
            </p:cNvCxnSpPr>
            <p:nvPr/>
          </p:nvCxnSpPr>
          <p:spPr>
            <a:xfrm>
              <a:off x="6169360" y="3449320"/>
              <a:ext cx="0" cy="548640"/>
            </a:xfrm>
            <a:prstGeom prst="line">
              <a:avLst/>
            </a:prstGeom>
            <a:ln>
              <a:solidFill>
                <a:schemeClr val="accent5"/>
              </a:solidFill>
            </a:ln>
          </p:spPr>
          <p:style>
            <a:lnRef idx="2">
              <a:schemeClr val="accent1"/>
            </a:lnRef>
            <a:fillRef idx="0">
              <a:schemeClr val="accent1"/>
            </a:fillRef>
            <a:effectRef idx="1">
              <a:schemeClr val="accent1"/>
            </a:effectRef>
            <a:fontRef idx="minor">
              <a:schemeClr val="tx1"/>
            </a:fontRef>
          </p:style>
        </p:cxnSp>
        <p:cxnSp>
          <p:nvCxnSpPr>
            <p:cNvPr id="132" name="Straight Connector 131">
              <a:extLst>
                <a:ext uri="{FF2B5EF4-FFF2-40B4-BE49-F238E27FC236}">
                  <a16:creationId xmlns:a16="http://schemas.microsoft.com/office/drawing/2014/main" id="{7194EB7C-ECEE-6999-5DED-C83F81B646D2}"/>
                </a:ext>
              </a:extLst>
            </p:cNvPr>
            <p:cNvCxnSpPr>
              <a:cxnSpLocks/>
            </p:cNvCxnSpPr>
            <p:nvPr/>
          </p:nvCxnSpPr>
          <p:spPr>
            <a:xfrm>
              <a:off x="6810334" y="3450465"/>
              <a:ext cx="0" cy="54864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133" name="TextBox 132">
              <a:extLst>
                <a:ext uri="{FF2B5EF4-FFF2-40B4-BE49-F238E27FC236}">
                  <a16:creationId xmlns:a16="http://schemas.microsoft.com/office/drawing/2014/main" id="{2A066A23-DB8C-E7A8-58C0-2B4F5821E90D}"/>
                </a:ext>
              </a:extLst>
            </p:cNvPr>
            <p:cNvSpPr txBox="1"/>
            <p:nvPr/>
          </p:nvSpPr>
          <p:spPr>
            <a:xfrm>
              <a:off x="6391666" y="3713748"/>
              <a:ext cx="442272" cy="223295"/>
            </a:xfrm>
            <a:prstGeom prst="rect">
              <a:avLst/>
            </a:prstGeom>
            <a:noFill/>
          </p:spPr>
          <p:txBody>
            <a:bodyPr wrap="square" rtlCol="0">
              <a:spAutoFit/>
            </a:bodyPr>
            <a:lstStyle/>
            <a:p>
              <a:r>
                <a:rPr lang="en-GB" sz="600" b="1" dirty="0">
                  <a:latin typeface="+mn-lt"/>
                </a:rPr>
                <a:t>100</a:t>
              </a:r>
            </a:p>
          </p:txBody>
        </p:sp>
        <p:sp>
          <p:nvSpPr>
            <p:cNvPr id="134" name="TextBox 133">
              <a:extLst>
                <a:ext uri="{FF2B5EF4-FFF2-40B4-BE49-F238E27FC236}">
                  <a16:creationId xmlns:a16="http://schemas.microsoft.com/office/drawing/2014/main" id="{C126718D-5747-D04A-2205-7DBFAF9BEC88}"/>
                </a:ext>
              </a:extLst>
            </p:cNvPr>
            <p:cNvSpPr txBox="1"/>
            <p:nvPr/>
          </p:nvSpPr>
          <p:spPr>
            <a:xfrm>
              <a:off x="5851930" y="3713748"/>
              <a:ext cx="364384" cy="223295"/>
            </a:xfrm>
            <a:prstGeom prst="rect">
              <a:avLst/>
            </a:prstGeom>
            <a:noFill/>
          </p:spPr>
          <p:txBody>
            <a:bodyPr wrap="square" rtlCol="0">
              <a:spAutoFit/>
            </a:bodyPr>
            <a:lstStyle/>
            <a:p>
              <a:r>
                <a:rPr lang="en-GB" sz="600" b="1" dirty="0">
                  <a:latin typeface="+mn-lt"/>
                </a:rPr>
                <a:t>75</a:t>
              </a:r>
            </a:p>
          </p:txBody>
        </p:sp>
        <p:sp>
          <p:nvSpPr>
            <p:cNvPr id="135" name="TextBox 134">
              <a:extLst>
                <a:ext uri="{FF2B5EF4-FFF2-40B4-BE49-F238E27FC236}">
                  <a16:creationId xmlns:a16="http://schemas.microsoft.com/office/drawing/2014/main" id="{2047529A-9C2B-7335-3605-AC3091C643B8}"/>
                </a:ext>
              </a:extLst>
            </p:cNvPr>
            <p:cNvSpPr txBox="1"/>
            <p:nvPr/>
          </p:nvSpPr>
          <p:spPr>
            <a:xfrm>
              <a:off x="5234309" y="3713748"/>
              <a:ext cx="364384" cy="223295"/>
            </a:xfrm>
            <a:prstGeom prst="rect">
              <a:avLst/>
            </a:prstGeom>
            <a:noFill/>
          </p:spPr>
          <p:txBody>
            <a:bodyPr wrap="square" rtlCol="0">
              <a:spAutoFit/>
            </a:bodyPr>
            <a:lstStyle/>
            <a:p>
              <a:r>
                <a:rPr lang="en-GB" sz="600" b="1" dirty="0">
                  <a:latin typeface="+mn-lt"/>
                </a:rPr>
                <a:t>50</a:t>
              </a:r>
            </a:p>
          </p:txBody>
        </p:sp>
        <p:sp>
          <p:nvSpPr>
            <p:cNvPr id="136" name="TextBox 135">
              <a:extLst>
                <a:ext uri="{FF2B5EF4-FFF2-40B4-BE49-F238E27FC236}">
                  <a16:creationId xmlns:a16="http://schemas.microsoft.com/office/drawing/2014/main" id="{356578F0-ADF3-8580-E84B-A419CCB40D07}"/>
                </a:ext>
              </a:extLst>
            </p:cNvPr>
            <p:cNvSpPr txBox="1"/>
            <p:nvPr/>
          </p:nvSpPr>
          <p:spPr>
            <a:xfrm>
              <a:off x="4589188" y="3713748"/>
              <a:ext cx="364384" cy="223295"/>
            </a:xfrm>
            <a:prstGeom prst="rect">
              <a:avLst/>
            </a:prstGeom>
            <a:noFill/>
          </p:spPr>
          <p:txBody>
            <a:bodyPr wrap="square" rtlCol="0">
              <a:spAutoFit/>
            </a:bodyPr>
            <a:lstStyle/>
            <a:p>
              <a:r>
                <a:rPr lang="en-GB" sz="600" b="1" dirty="0">
                  <a:latin typeface="+mn-lt"/>
                </a:rPr>
                <a:t>25</a:t>
              </a:r>
            </a:p>
          </p:txBody>
        </p:sp>
      </p:grpSp>
      <p:sp>
        <p:nvSpPr>
          <p:cNvPr id="145" name="Star: 5 Points 144">
            <a:extLst>
              <a:ext uri="{FF2B5EF4-FFF2-40B4-BE49-F238E27FC236}">
                <a16:creationId xmlns:a16="http://schemas.microsoft.com/office/drawing/2014/main" id="{DAA93969-1BF4-57F9-F2BB-648097F6CA1B}"/>
              </a:ext>
            </a:extLst>
          </p:cNvPr>
          <p:cNvSpPr/>
          <p:nvPr/>
        </p:nvSpPr>
        <p:spPr>
          <a:xfrm>
            <a:off x="9037678" y="6528394"/>
            <a:ext cx="265814" cy="265814"/>
          </a:xfrm>
          <a:prstGeom prst="star5">
            <a:avLst/>
          </a:prstGeom>
          <a:solidFill>
            <a:schemeClr val="accent5">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06116802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141"/>
                                        </p:tgtEl>
                                        <p:attrNameLst>
                                          <p:attrName>style.visibility</p:attrName>
                                        </p:attrNameLst>
                                      </p:cBhvr>
                                      <p:to>
                                        <p:strVal val="visible"/>
                                      </p:to>
                                    </p:set>
                                    <p:animEffect transition="in" filter="wipe(left)">
                                      <p:cBhvr>
                                        <p:cTn id="7" dur="1000"/>
                                        <p:tgtEl>
                                          <p:spTgt spid="141"/>
                                        </p:tgtEl>
                                      </p:cBhvr>
                                    </p:animEffect>
                                  </p:childTnLst>
                                </p:cTn>
                              </p:par>
                              <p:par>
                                <p:cTn id="8" presetID="22" presetClass="entr" presetSubtype="8" fill="hold" nodeType="withEffect">
                                  <p:stCondLst>
                                    <p:cond delay="0"/>
                                  </p:stCondLst>
                                  <p:childTnLst>
                                    <p:set>
                                      <p:cBhvr>
                                        <p:cTn id="9" dur="1" fill="hold">
                                          <p:stCondLst>
                                            <p:cond delay="0"/>
                                          </p:stCondLst>
                                        </p:cTn>
                                        <p:tgtEl>
                                          <p:spTgt spid="121"/>
                                        </p:tgtEl>
                                        <p:attrNameLst>
                                          <p:attrName>style.visibility</p:attrName>
                                        </p:attrNameLst>
                                      </p:cBhvr>
                                      <p:to>
                                        <p:strVal val="visible"/>
                                      </p:to>
                                    </p:set>
                                    <p:animEffect transition="in" filter="wipe(left)">
                                      <p:cBhvr>
                                        <p:cTn id="10" dur="1000"/>
                                        <p:tgtEl>
                                          <p:spTgt spid="121"/>
                                        </p:tgtEl>
                                      </p:cBhvr>
                                    </p:animEffect>
                                  </p:childTnLst>
                                </p:cTn>
                              </p:par>
                            </p:childTnLst>
                          </p:cTn>
                        </p:par>
                        <p:par>
                          <p:cTn id="11" fill="hold">
                            <p:stCondLst>
                              <p:cond delay="1000"/>
                            </p:stCondLst>
                            <p:childTnLst>
                              <p:par>
                                <p:cTn id="12" presetID="22" presetClass="entr" presetSubtype="8" fill="hold" nodeType="afterEffect">
                                  <p:stCondLst>
                                    <p:cond delay="500"/>
                                  </p:stCondLst>
                                  <p:childTnLst>
                                    <p:set>
                                      <p:cBhvr>
                                        <p:cTn id="13" dur="1" fill="hold">
                                          <p:stCondLst>
                                            <p:cond delay="0"/>
                                          </p:stCondLst>
                                        </p:cTn>
                                        <p:tgtEl>
                                          <p:spTgt spid="142"/>
                                        </p:tgtEl>
                                        <p:attrNameLst>
                                          <p:attrName>style.visibility</p:attrName>
                                        </p:attrNameLst>
                                      </p:cBhvr>
                                      <p:to>
                                        <p:strVal val="visible"/>
                                      </p:to>
                                    </p:set>
                                    <p:animEffect transition="in" filter="wipe(left)">
                                      <p:cBhvr>
                                        <p:cTn id="14" dur="1000"/>
                                        <p:tgtEl>
                                          <p:spTgt spid="142"/>
                                        </p:tgtEl>
                                      </p:cBhvr>
                                    </p:animEffect>
                                  </p:childTnLst>
                                </p:cTn>
                              </p:par>
                            </p:childTnLst>
                          </p:cTn>
                        </p:par>
                        <p:par>
                          <p:cTn id="15" fill="hold">
                            <p:stCondLst>
                              <p:cond delay="2500"/>
                            </p:stCondLst>
                            <p:childTnLst>
                              <p:par>
                                <p:cTn id="16" presetID="22" presetClass="entr" presetSubtype="8" fill="hold" nodeType="afterEffect">
                                  <p:stCondLst>
                                    <p:cond delay="500"/>
                                  </p:stCondLst>
                                  <p:childTnLst>
                                    <p:set>
                                      <p:cBhvr>
                                        <p:cTn id="17" dur="1" fill="hold">
                                          <p:stCondLst>
                                            <p:cond delay="0"/>
                                          </p:stCondLst>
                                        </p:cTn>
                                        <p:tgtEl>
                                          <p:spTgt spid="143"/>
                                        </p:tgtEl>
                                        <p:attrNameLst>
                                          <p:attrName>style.visibility</p:attrName>
                                        </p:attrNameLst>
                                      </p:cBhvr>
                                      <p:to>
                                        <p:strVal val="visible"/>
                                      </p:to>
                                    </p:set>
                                    <p:animEffect transition="in" filter="wipe(left)">
                                      <p:cBhvr>
                                        <p:cTn id="18" dur="1000"/>
                                        <p:tgtEl>
                                          <p:spTgt spid="143"/>
                                        </p:tgtEl>
                                      </p:cBhvr>
                                    </p:animEffect>
                                  </p:childTnLst>
                                </p:cTn>
                              </p:par>
                              <p:par>
                                <p:cTn id="19" presetID="22" presetClass="entr" presetSubtype="8" fill="hold" nodeType="withEffect">
                                  <p:stCondLst>
                                    <p:cond delay="500"/>
                                  </p:stCondLst>
                                  <p:childTnLst>
                                    <p:set>
                                      <p:cBhvr>
                                        <p:cTn id="20" dur="1" fill="hold">
                                          <p:stCondLst>
                                            <p:cond delay="0"/>
                                          </p:stCondLst>
                                        </p:cTn>
                                        <p:tgtEl>
                                          <p:spTgt spid="144"/>
                                        </p:tgtEl>
                                        <p:attrNameLst>
                                          <p:attrName>style.visibility</p:attrName>
                                        </p:attrNameLst>
                                      </p:cBhvr>
                                      <p:to>
                                        <p:strVal val="visible"/>
                                      </p:to>
                                    </p:set>
                                    <p:animEffect transition="in" filter="wipe(left)">
                                      <p:cBhvr>
                                        <p:cTn id="21" dur="1000"/>
                                        <p:tgtEl>
                                          <p:spTgt spid="144"/>
                                        </p:tgtEl>
                                      </p:cBhvr>
                                    </p:animEffect>
                                  </p:childTnLst>
                                </p:cTn>
                              </p:par>
                            </p:childTnLst>
                          </p:cTn>
                        </p:par>
                        <p:par>
                          <p:cTn id="22" fill="hold">
                            <p:stCondLst>
                              <p:cond delay="4000"/>
                            </p:stCondLst>
                            <p:childTnLst>
                              <p:par>
                                <p:cTn id="23" presetID="22" presetClass="entr" presetSubtype="8" fill="hold" nodeType="afterEffect">
                                  <p:stCondLst>
                                    <p:cond delay="500"/>
                                  </p:stCondLst>
                                  <p:childTnLst>
                                    <p:set>
                                      <p:cBhvr>
                                        <p:cTn id="24" dur="1" fill="hold">
                                          <p:stCondLst>
                                            <p:cond delay="0"/>
                                          </p:stCondLst>
                                        </p:cTn>
                                        <p:tgtEl>
                                          <p:spTgt spid="117"/>
                                        </p:tgtEl>
                                        <p:attrNameLst>
                                          <p:attrName>style.visibility</p:attrName>
                                        </p:attrNameLst>
                                      </p:cBhvr>
                                      <p:to>
                                        <p:strVal val="visible"/>
                                      </p:to>
                                    </p:set>
                                    <p:animEffect transition="in" filter="wipe(left)">
                                      <p:cBhvr>
                                        <p:cTn id="25" dur="1000"/>
                                        <p:tgtEl>
                                          <p:spTgt spid="117"/>
                                        </p:tgtEl>
                                      </p:cBhvr>
                                    </p:animEffect>
                                  </p:childTnLst>
                                </p:cTn>
                              </p:par>
                            </p:childTnLst>
                          </p:cTn>
                        </p:par>
                        <p:par>
                          <p:cTn id="26" fill="hold">
                            <p:stCondLst>
                              <p:cond delay="5500"/>
                            </p:stCondLst>
                            <p:childTnLst>
                              <p:par>
                                <p:cTn id="27" presetID="31" presetClass="entr" presetSubtype="0" fill="hold" grpId="0" nodeType="afterEffect">
                                  <p:stCondLst>
                                    <p:cond delay="500"/>
                                  </p:stCondLst>
                                  <p:childTnLst>
                                    <p:set>
                                      <p:cBhvr>
                                        <p:cTn id="28" dur="1" fill="hold">
                                          <p:stCondLst>
                                            <p:cond delay="0"/>
                                          </p:stCondLst>
                                        </p:cTn>
                                        <p:tgtEl>
                                          <p:spTgt spid="145"/>
                                        </p:tgtEl>
                                        <p:attrNameLst>
                                          <p:attrName>style.visibility</p:attrName>
                                        </p:attrNameLst>
                                      </p:cBhvr>
                                      <p:to>
                                        <p:strVal val="visible"/>
                                      </p:to>
                                    </p:set>
                                    <p:anim calcmode="lin" valueType="num">
                                      <p:cBhvr>
                                        <p:cTn id="29" dur="1000" fill="hold"/>
                                        <p:tgtEl>
                                          <p:spTgt spid="145"/>
                                        </p:tgtEl>
                                        <p:attrNameLst>
                                          <p:attrName>ppt_w</p:attrName>
                                        </p:attrNameLst>
                                      </p:cBhvr>
                                      <p:tavLst>
                                        <p:tav tm="0">
                                          <p:val>
                                            <p:fltVal val="0"/>
                                          </p:val>
                                        </p:tav>
                                        <p:tav tm="100000">
                                          <p:val>
                                            <p:strVal val="#ppt_w"/>
                                          </p:val>
                                        </p:tav>
                                      </p:tavLst>
                                    </p:anim>
                                    <p:anim calcmode="lin" valueType="num">
                                      <p:cBhvr>
                                        <p:cTn id="30" dur="1000" fill="hold"/>
                                        <p:tgtEl>
                                          <p:spTgt spid="145"/>
                                        </p:tgtEl>
                                        <p:attrNameLst>
                                          <p:attrName>ppt_h</p:attrName>
                                        </p:attrNameLst>
                                      </p:cBhvr>
                                      <p:tavLst>
                                        <p:tav tm="0">
                                          <p:val>
                                            <p:fltVal val="0"/>
                                          </p:val>
                                        </p:tav>
                                        <p:tav tm="100000">
                                          <p:val>
                                            <p:strVal val="#ppt_h"/>
                                          </p:val>
                                        </p:tav>
                                      </p:tavLst>
                                    </p:anim>
                                    <p:anim calcmode="lin" valueType="num">
                                      <p:cBhvr>
                                        <p:cTn id="31" dur="1000" fill="hold"/>
                                        <p:tgtEl>
                                          <p:spTgt spid="145"/>
                                        </p:tgtEl>
                                        <p:attrNameLst>
                                          <p:attrName>style.rotation</p:attrName>
                                        </p:attrNameLst>
                                      </p:cBhvr>
                                      <p:tavLst>
                                        <p:tav tm="0">
                                          <p:val>
                                            <p:fltVal val="90"/>
                                          </p:val>
                                        </p:tav>
                                        <p:tav tm="100000">
                                          <p:val>
                                            <p:fltVal val="0"/>
                                          </p:val>
                                        </p:tav>
                                      </p:tavLst>
                                    </p:anim>
                                    <p:animEffect transition="in" filter="fade">
                                      <p:cBhvr>
                                        <p:cTn id="32" dur="1000"/>
                                        <p:tgtEl>
                                          <p:spTgt spid="1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C54CE92C-8F85-E41E-6D74-ED1F472B2379}"/>
              </a:ext>
            </a:extLst>
          </p:cNvPr>
          <p:cNvSpPr/>
          <p:nvPr/>
        </p:nvSpPr>
        <p:spPr>
          <a:xfrm rot="19747117">
            <a:off x="9123872" y="705819"/>
            <a:ext cx="978267" cy="6092576"/>
          </a:xfrm>
          <a:prstGeom prst="roundRect">
            <a:avLst>
              <a:gd name="adj" fmla="val 50000"/>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Rounded Corners 6">
            <a:extLst>
              <a:ext uri="{FF2B5EF4-FFF2-40B4-BE49-F238E27FC236}">
                <a16:creationId xmlns:a16="http://schemas.microsoft.com/office/drawing/2014/main" id="{0A7060C7-02D9-584F-8E9A-9163EF7F732D}"/>
              </a:ext>
            </a:extLst>
          </p:cNvPr>
          <p:cNvSpPr/>
          <p:nvPr/>
        </p:nvSpPr>
        <p:spPr>
          <a:xfrm rot="19747117">
            <a:off x="9645618" y="-1037047"/>
            <a:ext cx="536837" cy="6092576"/>
          </a:xfrm>
          <a:prstGeom prst="roundRect">
            <a:avLst>
              <a:gd name="adj" fmla="val 50000"/>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73427AC4-FAC8-2512-2D46-88C522846E9F}"/>
              </a:ext>
            </a:extLst>
          </p:cNvPr>
          <p:cNvSpPr/>
          <p:nvPr/>
        </p:nvSpPr>
        <p:spPr>
          <a:xfrm rot="19747117">
            <a:off x="10993811" y="1151922"/>
            <a:ext cx="1057365" cy="3144087"/>
          </a:xfrm>
          <a:prstGeom prst="roundRect">
            <a:avLst>
              <a:gd name="adj" fmla="val 50000"/>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GB"/>
          </a:p>
        </p:txBody>
      </p:sp>
      <p:sp>
        <p:nvSpPr>
          <p:cNvPr id="9" name="Rectangle: Rounded Corners 8">
            <a:extLst>
              <a:ext uri="{FF2B5EF4-FFF2-40B4-BE49-F238E27FC236}">
                <a16:creationId xmlns:a16="http://schemas.microsoft.com/office/drawing/2014/main" id="{C65A43E7-67D3-CBF8-7AB9-B6FB74A32CC7}"/>
              </a:ext>
            </a:extLst>
          </p:cNvPr>
          <p:cNvSpPr/>
          <p:nvPr/>
        </p:nvSpPr>
        <p:spPr>
          <a:xfrm rot="19747117">
            <a:off x="11256362" y="58718"/>
            <a:ext cx="536837" cy="1655831"/>
          </a:xfrm>
          <a:prstGeom prst="roundRect">
            <a:avLst>
              <a:gd name="adj" fmla="val 49954"/>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DACD23BE-05DA-E90D-0C12-53C1E2495482}"/>
              </a:ext>
            </a:extLst>
          </p:cNvPr>
          <p:cNvSpPr txBox="1"/>
          <p:nvPr/>
        </p:nvSpPr>
        <p:spPr>
          <a:xfrm>
            <a:off x="483477" y="2336062"/>
            <a:ext cx="9091448" cy="1569660"/>
          </a:xfrm>
          <a:prstGeom prst="rect">
            <a:avLst/>
          </a:prstGeom>
          <a:noFill/>
        </p:spPr>
        <p:txBody>
          <a:bodyPr wrap="square" rtlCol="0">
            <a:spAutoFit/>
          </a:bodyPr>
          <a:lstStyle/>
          <a:p>
            <a:pPr>
              <a:tabLst>
                <a:tab pos="1428750" algn="l"/>
              </a:tabLst>
            </a:pPr>
            <a:r>
              <a:rPr lang="en-GB" sz="9600" dirty="0">
                <a:latin typeface="+mn-lt"/>
              </a:rPr>
              <a:t>However ……..</a:t>
            </a:r>
          </a:p>
        </p:txBody>
      </p:sp>
      <p:sp>
        <p:nvSpPr>
          <p:cNvPr id="11" name="TextBox 10">
            <a:extLst>
              <a:ext uri="{FF2B5EF4-FFF2-40B4-BE49-F238E27FC236}">
                <a16:creationId xmlns:a16="http://schemas.microsoft.com/office/drawing/2014/main" id="{112C4E45-DFD8-64DF-C1F6-DDC570EC46BE}"/>
              </a:ext>
            </a:extLst>
          </p:cNvPr>
          <p:cNvSpPr txBox="1"/>
          <p:nvPr/>
        </p:nvSpPr>
        <p:spPr>
          <a:xfrm>
            <a:off x="2900855" y="4080780"/>
            <a:ext cx="3678620" cy="2031325"/>
          </a:xfrm>
          <a:prstGeom prst="rect">
            <a:avLst/>
          </a:prstGeom>
          <a:noFill/>
        </p:spPr>
        <p:txBody>
          <a:bodyPr wrap="square" rtlCol="0">
            <a:spAutoFit/>
          </a:bodyPr>
          <a:lstStyle/>
          <a:p>
            <a:pPr algn="ctr"/>
            <a:r>
              <a:rPr lang="en-GB" dirty="0">
                <a:latin typeface="+mn-lt"/>
              </a:rPr>
              <a:t>Contact may have been introduced to Cisco Live via an email that they clicked on to drive to </a:t>
            </a:r>
            <a:r>
              <a:rPr lang="en-GB" dirty="0" err="1">
                <a:latin typeface="+mn-lt"/>
              </a:rPr>
              <a:t>Cisco.Com</a:t>
            </a:r>
            <a:r>
              <a:rPr lang="en-GB" dirty="0">
                <a:latin typeface="+mn-lt"/>
              </a:rPr>
              <a:t> to register, if this was in the last 30 days these transactions will also be included in the final score</a:t>
            </a:r>
          </a:p>
        </p:txBody>
      </p:sp>
    </p:spTree>
    <p:extLst>
      <p:ext uri="{BB962C8B-B14F-4D97-AF65-F5344CB8AC3E}">
        <p14:creationId xmlns:p14="http://schemas.microsoft.com/office/powerpoint/2010/main" val="379780831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90" name="Straight Connector 289">
            <a:extLst>
              <a:ext uri="{FF2B5EF4-FFF2-40B4-BE49-F238E27FC236}">
                <a16:creationId xmlns:a16="http://schemas.microsoft.com/office/drawing/2014/main" id="{60A9CD1B-704D-F8AC-0BF0-ED12ABE9DD2D}"/>
              </a:ext>
            </a:extLst>
          </p:cNvPr>
          <p:cNvCxnSpPr>
            <a:cxnSpLocks/>
          </p:cNvCxnSpPr>
          <p:nvPr/>
        </p:nvCxnSpPr>
        <p:spPr>
          <a:xfrm>
            <a:off x="9725460" y="521811"/>
            <a:ext cx="0" cy="5500617"/>
          </a:xfrm>
          <a:prstGeom prst="line">
            <a:avLst/>
          </a:prstGeom>
          <a:solidFill>
            <a:schemeClr val="accent4">
              <a:lumMod val="50000"/>
            </a:schemeClr>
          </a:solidFill>
          <a:ln w="28575">
            <a:solidFill>
              <a:schemeClr val="accent1"/>
            </a:solidFill>
            <a:prstDash val="sysDash"/>
          </a:ln>
          <a:effectLst/>
        </p:spPr>
        <p:style>
          <a:lnRef idx="2">
            <a:schemeClr val="accent1">
              <a:shade val="50000"/>
            </a:schemeClr>
          </a:lnRef>
          <a:fillRef idx="1">
            <a:schemeClr val="accent1"/>
          </a:fillRef>
          <a:effectRef idx="0">
            <a:schemeClr val="accent1"/>
          </a:effectRef>
          <a:fontRef idx="minor">
            <a:schemeClr val="lt1"/>
          </a:fontRef>
        </p:style>
      </p:cxnSp>
      <p:cxnSp>
        <p:nvCxnSpPr>
          <p:cNvPr id="289" name="Straight Connector 288">
            <a:extLst>
              <a:ext uri="{FF2B5EF4-FFF2-40B4-BE49-F238E27FC236}">
                <a16:creationId xmlns:a16="http://schemas.microsoft.com/office/drawing/2014/main" id="{E487A243-CB14-B3A9-E2B2-D1E50201419D}"/>
              </a:ext>
            </a:extLst>
          </p:cNvPr>
          <p:cNvCxnSpPr>
            <a:cxnSpLocks/>
          </p:cNvCxnSpPr>
          <p:nvPr/>
        </p:nvCxnSpPr>
        <p:spPr>
          <a:xfrm>
            <a:off x="7326501" y="632100"/>
            <a:ext cx="31554" cy="5423261"/>
          </a:xfrm>
          <a:prstGeom prst="line">
            <a:avLst/>
          </a:prstGeom>
          <a:solidFill>
            <a:schemeClr val="accent4">
              <a:lumMod val="50000"/>
            </a:schemeClr>
          </a:solidFill>
          <a:ln w="28575">
            <a:solidFill>
              <a:schemeClr val="accent2"/>
            </a:solidFill>
            <a:prstDash val="sysDash"/>
          </a:ln>
          <a:effectLst/>
        </p:spPr>
        <p:style>
          <a:lnRef idx="2">
            <a:schemeClr val="accent1">
              <a:shade val="50000"/>
            </a:schemeClr>
          </a:lnRef>
          <a:fillRef idx="1">
            <a:schemeClr val="accent1"/>
          </a:fillRef>
          <a:effectRef idx="0">
            <a:schemeClr val="accent1"/>
          </a:effectRef>
          <a:fontRef idx="minor">
            <a:schemeClr val="lt1"/>
          </a:fontRef>
        </p:style>
      </p:cxnSp>
      <p:cxnSp>
        <p:nvCxnSpPr>
          <p:cNvPr id="296" name="Straight Connector 295">
            <a:extLst>
              <a:ext uri="{FF2B5EF4-FFF2-40B4-BE49-F238E27FC236}">
                <a16:creationId xmlns:a16="http://schemas.microsoft.com/office/drawing/2014/main" id="{9966FCF7-F301-8AF6-24C0-7851A223D9F7}"/>
              </a:ext>
            </a:extLst>
          </p:cNvPr>
          <p:cNvCxnSpPr>
            <a:cxnSpLocks/>
          </p:cNvCxnSpPr>
          <p:nvPr/>
        </p:nvCxnSpPr>
        <p:spPr>
          <a:xfrm>
            <a:off x="4949061" y="632100"/>
            <a:ext cx="31554" cy="5423261"/>
          </a:xfrm>
          <a:prstGeom prst="line">
            <a:avLst/>
          </a:prstGeom>
          <a:solidFill>
            <a:schemeClr val="accent4">
              <a:lumMod val="50000"/>
            </a:schemeClr>
          </a:solidFill>
          <a:ln w="28575">
            <a:solidFill>
              <a:schemeClr val="accent5"/>
            </a:solidFill>
            <a:prstDash val="sysDash"/>
          </a:ln>
          <a:effectLst/>
        </p:spPr>
        <p:style>
          <a:lnRef idx="2">
            <a:schemeClr val="accent1">
              <a:shade val="50000"/>
            </a:schemeClr>
          </a:lnRef>
          <a:fillRef idx="1">
            <a:schemeClr val="accent1"/>
          </a:fillRef>
          <a:effectRef idx="0">
            <a:schemeClr val="accent1"/>
          </a:effectRef>
          <a:fontRef idx="minor">
            <a:schemeClr val="lt1"/>
          </a:fontRef>
        </p:style>
      </p:cxnSp>
      <p:sp>
        <p:nvSpPr>
          <p:cNvPr id="2" name="Text Placeholder 1">
            <a:extLst>
              <a:ext uri="{FF2B5EF4-FFF2-40B4-BE49-F238E27FC236}">
                <a16:creationId xmlns:a16="http://schemas.microsoft.com/office/drawing/2014/main" id="{76CFEB01-A692-2827-C560-B408807CDA3F}"/>
              </a:ext>
            </a:extLst>
          </p:cNvPr>
          <p:cNvSpPr>
            <a:spLocks noGrp="1"/>
          </p:cNvSpPr>
          <p:nvPr>
            <p:ph type="body" sz="quarter" idx="82"/>
          </p:nvPr>
        </p:nvSpPr>
        <p:spPr/>
        <p:txBody>
          <a:bodyPr/>
          <a:lstStyle/>
          <a:p>
            <a:r>
              <a:rPr lang="en-GB" dirty="0"/>
              <a:t>Full View</a:t>
            </a:r>
          </a:p>
        </p:txBody>
      </p:sp>
      <p:grpSp>
        <p:nvGrpSpPr>
          <p:cNvPr id="316" name="Group 315">
            <a:extLst>
              <a:ext uri="{FF2B5EF4-FFF2-40B4-BE49-F238E27FC236}">
                <a16:creationId xmlns:a16="http://schemas.microsoft.com/office/drawing/2014/main" id="{E6C6E485-F82E-BC26-B51B-58D1475B38A5}"/>
              </a:ext>
            </a:extLst>
          </p:cNvPr>
          <p:cNvGrpSpPr/>
          <p:nvPr/>
        </p:nvGrpSpPr>
        <p:grpSpPr>
          <a:xfrm>
            <a:off x="336331" y="4473408"/>
            <a:ext cx="11855669" cy="672896"/>
            <a:chOff x="336331" y="4473408"/>
            <a:chExt cx="11855669" cy="672896"/>
          </a:xfrm>
        </p:grpSpPr>
        <p:sp>
          <p:nvSpPr>
            <p:cNvPr id="126" name="Oval 125">
              <a:extLst>
                <a:ext uri="{FF2B5EF4-FFF2-40B4-BE49-F238E27FC236}">
                  <a16:creationId xmlns:a16="http://schemas.microsoft.com/office/drawing/2014/main" id="{13FA4C18-D528-5F53-8FD4-4677F8D31C96}"/>
                </a:ext>
              </a:extLst>
            </p:cNvPr>
            <p:cNvSpPr/>
            <p:nvPr/>
          </p:nvSpPr>
          <p:spPr>
            <a:xfrm>
              <a:off x="3487168" y="4807670"/>
              <a:ext cx="8512084" cy="288999"/>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278" name="Group 277">
              <a:extLst>
                <a:ext uri="{FF2B5EF4-FFF2-40B4-BE49-F238E27FC236}">
                  <a16:creationId xmlns:a16="http://schemas.microsoft.com/office/drawing/2014/main" id="{415E6953-2A7D-3AA2-5197-A8DC139F49DA}"/>
                </a:ext>
              </a:extLst>
            </p:cNvPr>
            <p:cNvGrpSpPr/>
            <p:nvPr/>
          </p:nvGrpSpPr>
          <p:grpSpPr>
            <a:xfrm>
              <a:off x="336331" y="4473408"/>
              <a:ext cx="11855669" cy="672896"/>
              <a:chOff x="378372" y="4692862"/>
              <a:chExt cx="11855669" cy="672896"/>
            </a:xfrm>
          </p:grpSpPr>
          <p:grpSp>
            <p:nvGrpSpPr>
              <p:cNvPr id="121" name="Group 120">
                <a:extLst>
                  <a:ext uri="{FF2B5EF4-FFF2-40B4-BE49-F238E27FC236}">
                    <a16:creationId xmlns:a16="http://schemas.microsoft.com/office/drawing/2014/main" id="{8E53DDDF-5338-5D8F-5942-47D8335244C3}"/>
                  </a:ext>
                </a:extLst>
              </p:cNvPr>
              <p:cNvGrpSpPr/>
              <p:nvPr/>
            </p:nvGrpSpPr>
            <p:grpSpPr>
              <a:xfrm>
                <a:off x="378372" y="4739828"/>
                <a:ext cx="2226565" cy="625930"/>
                <a:chOff x="0" y="1447408"/>
                <a:chExt cx="2232402" cy="1814026"/>
              </a:xfrm>
            </p:grpSpPr>
            <p:sp>
              <p:nvSpPr>
                <p:cNvPr id="157" name="Oval 156">
                  <a:extLst>
                    <a:ext uri="{FF2B5EF4-FFF2-40B4-BE49-F238E27FC236}">
                      <a16:creationId xmlns:a16="http://schemas.microsoft.com/office/drawing/2014/main" id="{116F5A04-B4F0-C7CF-D983-F39C3601CF4B}"/>
                    </a:ext>
                  </a:extLst>
                </p:cNvPr>
                <p:cNvSpPr/>
                <p:nvPr/>
              </p:nvSpPr>
              <p:spPr>
                <a:xfrm>
                  <a:off x="0" y="2499151"/>
                  <a:ext cx="2232402" cy="762283"/>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58" name="Rectangle: Rounded Corners 157">
                  <a:extLst>
                    <a:ext uri="{FF2B5EF4-FFF2-40B4-BE49-F238E27FC236}">
                      <a16:creationId xmlns:a16="http://schemas.microsoft.com/office/drawing/2014/main" id="{478DDEBD-5885-92E2-CA18-15A142431737}"/>
                    </a:ext>
                  </a:extLst>
                </p:cNvPr>
                <p:cNvSpPr/>
                <p:nvPr/>
              </p:nvSpPr>
              <p:spPr>
                <a:xfrm>
                  <a:off x="389691" y="1447408"/>
                  <a:ext cx="1453020" cy="1390389"/>
                </a:xfrm>
                <a:prstGeom prst="roundRect">
                  <a:avLst>
                    <a:gd name="adj" fmla="val 21322"/>
                  </a:avLst>
                </a:prstGeom>
                <a:solidFill>
                  <a:schemeClr val="accent4">
                    <a:lumMod val="50000"/>
                  </a:schemeClr>
                </a:solidFill>
                <a:ln w="57150">
                  <a:solidFill>
                    <a:schemeClr val="bg2"/>
                  </a:solidFill>
                </a:ln>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800" b="1" dirty="0">
                      <a:solidFill>
                        <a:schemeClr val="bg2"/>
                      </a:solidFill>
                    </a:rPr>
                    <a:t>2</a:t>
                  </a:r>
                  <a:r>
                    <a:rPr lang="en-GB" sz="800" b="1" baseline="30000" dirty="0">
                      <a:solidFill>
                        <a:schemeClr val="bg2"/>
                      </a:solidFill>
                    </a:rPr>
                    <a:t>nd</a:t>
                  </a:r>
                  <a:r>
                    <a:rPr lang="en-GB" sz="800" b="1" dirty="0">
                      <a:solidFill>
                        <a:schemeClr val="bg2"/>
                      </a:solidFill>
                    </a:rPr>
                    <a:t> June 2024</a:t>
                  </a:r>
                </a:p>
                <a:p>
                  <a:pPr algn="ctr"/>
                  <a:r>
                    <a:rPr lang="en-GB" sz="800" dirty="0">
                      <a:solidFill>
                        <a:schemeClr val="bg2"/>
                      </a:solidFill>
                    </a:rPr>
                    <a:t>Contact Attends CLUS</a:t>
                  </a:r>
                </a:p>
              </p:txBody>
            </p:sp>
          </p:grpSp>
          <p:grpSp>
            <p:nvGrpSpPr>
              <p:cNvPr id="127" name="Group 126">
                <a:extLst>
                  <a:ext uri="{FF2B5EF4-FFF2-40B4-BE49-F238E27FC236}">
                    <a16:creationId xmlns:a16="http://schemas.microsoft.com/office/drawing/2014/main" id="{4D8404FB-82DC-8B02-10C0-6CB3BBAEE72D}"/>
                  </a:ext>
                </a:extLst>
              </p:cNvPr>
              <p:cNvGrpSpPr/>
              <p:nvPr/>
            </p:nvGrpSpPr>
            <p:grpSpPr>
              <a:xfrm>
                <a:off x="3858202" y="4692862"/>
                <a:ext cx="8375839" cy="548994"/>
                <a:chOff x="3488953" y="1311293"/>
                <a:chExt cx="8397797" cy="1591056"/>
              </a:xfrm>
            </p:grpSpPr>
            <p:sp>
              <p:nvSpPr>
                <p:cNvPr id="146" name="Isosceles Triangle 145">
                  <a:extLst>
                    <a:ext uri="{FF2B5EF4-FFF2-40B4-BE49-F238E27FC236}">
                      <a16:creationId xmlns:a16="http://schemas.microsoft.com/office/drawing/2014/main" id="{33DB4DC4-B39A-27DE-A5E3-FFFA013D8334}"/>
                    </a:ext>
                  </a:extLst>
                </p:cNvPr>
                <p:cNvSpPr/>
                <p:nvPr/>
              </p:nvSpPr>
              <p:spPr>
                <a:xfrm rot="5400000">
                  <a:off x="10405422" y="1421021"/>
                  <a:ext cx="1591056" cy="1371600"/>
                </a:xfrm>
                <a:prstGeom prst="triangle">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7" name="Rectangle: Top Corners Rounded 146">
                  <a:extLst>
                    <a:ext uri="{FF2B5EF4-FFF2-40B4-BE49-F238E27FC236}">
                      <a16:creationId xmlns:a16="http://schemas.microsoft.com/office/drawing/2014/main" id="{D2FA093C-01E4-C2EA-AAFC-32467E3C985F}"/>
                    </a:ext>
                  </a:extLst>
                </p:cNvPr>
                <p:cNvSpPr/>
                <p:nvPr/>
              </p:nvSpPr>
              <p:spPr>
                <a:xfrm rot="16200000">
                  <a:off x="4301113" y="827384"/>
                  <a:ext cx="936000" cy="2560320"/>
                </a:xfrm>
                <a:prstGeom prst="round2SameRect">
                  <a:avLst>
                    <a:gd name="adj1" fmla="val 50000"/>
                    <a:gd name="adj2" fmla="val 0"/>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8" name="Rectangle 147">
                  <a:extLst>
                    <a:ext uri="{FF2B5EF4-FFF2-40B4-BE49-F238E27FC236}">
                      <a16:creationId xmlns:a16="http://schemas.microsoft.com/office/drawing/2014/main" id="{8C171162-4A93-8CB3-8969-8B931310C3B9}"/>
                    </a:ext>
                  </a:extLst>
                </p:cNvPr>
                <p:cNvSpPr/>
                <p:nvPr/>
              </p:nvSpPr>
              <p:spPr>
                <a:xfrm rot="16200000">
                  <a:off x="6843833" y="827384"/>
                  <a:ext cx="936000" cy="2560320"/>
                </a:xfrm>
                <a:prstGeom prst="rect">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9" name="Rectangle 148">
                  <a:extLst>
                    <a:ext uri="{FF2B5EF4-FFF2-40B4-BE49-F238E27FC236}">
                      <a16:creationId xmlns:a16="http://schemas.microsoft.com/office/drawing/2014/main" id="{1137D66C-C66E-36C4-AA41-138E2C93828C}"/>
                    </a:ext>
                  </a:extLst>
                </p:cNvPr>
                <p:cNvSpPr/>
                <p:nvPr/>
              </p:nvSpPr>
              <p:spPr>
                <a:xfrm rot="16200000">
                  <a:off x="9248670" y="964543"/>
                  <a:ext cx="937446" cy="2286000"/>
                </a:xfrm>
                <a:prstGeom prst="rect">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0" name="TextBox 149">
                  <a:extLst>
                    <a:ext uri="{FF2B5EF4-FFF2-40B4-BE49-F238E27FC236}">
                      <a16:creationId xmlns:a16="http://schemas.microsoft.com/office/drawing/2014/main" id="{7E1B3AD0-DC30-ECE6-7FEB-A428FC387FA5}"/>
                    </a:ext>
                  </a:extLst>
                </p:cNvPr>
                <p:cNvSpPr txBox="1"/>
                <p:nvPr/>
              </p:nvSpPr>
              <p:spPr>
                <a:xfrm>
                  <a:off x="8765233" y="1729667"/>
                  <a:ext cx="2088583" cy="802779"/>
                </a:xfrm>
                <a:prstGeom prst="rect">
                  <a:avLst/>
                </a:prstGeom>
                <a:noFill/>
              </p:spPr>
              <p:txBody>
                <a:bodyPr wrap="square" rtlCol="0">
                  <a:spAutoFit/>
                </a:bodyPr>
                <a:lstStyle/>
                <a:p>
                  <a:pPr algn="ctr"/>
                  <a:r>
                    <a:rPr lang="en-GB" sz="1200" dirty="0">
                      <a:solidFill>
                        <a:schemeClr val="bg2"/>
                      </a:solidFill>
                      <a:latin typeface="+mn-lt"/>
                    </a:rPr>
                    <a:t>Accumulative Total  = 48</a:t>
                  </a:r>
                </a:p>
              </p:txBody>
            </p:sp>
            <p:sp>
              <p:nvSpPr>
                <p:cNvPr id="151" name="TextBox 150">
                  <a:extLst>
                    <a:ext uri="{FF2B5EF4-FFF2-40B4-BE49-F238E27FC236}">
                      <a16:creationId xmlns:a16="http://schemas.microsoft.com/office/drawing/2014/main" id="{637B0899-0604-9DE4-1110-04E1360DF87C}"/>
                    </a:ext>
                  </a:extLst>
                </p:cNvPr>
                <p:cNvSpPr txBox="1"/>
                <p:nvPr/>
              </p:nvSpPr>
              <p:spPr>
                <a:xfrm>
                  <a:off x="3603963" y="1569427"/>
                  <a:ext cx="2145032" cy="1070372"/>
                </a:xfrm>
                <a:prstGeom prst="rect">
                  <a:avLst/>
                </a:prstGeom>
                <a:noFill/>
              </p:spPr>
              <p:txBody>
                <a:bodyPr wrap="square" rtlCol="0">
                  <a:spAutoFit/>
                </a:bodyPr>
                <a:lstStyle/>
                <a:p>
                  <a:pPr algn="ctr"/>
                  <a:r>
                    <a:rPr lang="en-GB" sz="900" dirty="0">
                      <a:solidFill>
                        <a:schemeClr val="accent4">
                          <a:lumMod val="50000"/>
                          <a:alpha val="39000"/>
                        </a:schemeClr>
                      </a:solidFill>
                      <a:latin typeface="+mn-lt"/>
                    </a:rPr>
                    <a:t>Attended at </a:t>
                  </a:r>
                  <a:r>
                    <a:rPr lang="en-GB" sz="900" b="1" dirty="0">
                      <a:solidFill>
                        <a:schemeClr val="accent4">
                          <a:lumMod val="50000"/>
                          <a:alpha val="39000"/>
                        </a:schemeClr>
                      </a:solidFill>
                      <a:latin typeface="+mn-lt"/>
                    </a:rPr>
                    <a:t>least 1 time</a:t>
                  </a:r>
                  <a:r>
                    <a:rPr lang="en-GB" sz="900" dirty="0">
                      <a:solidFill>
                        <a:schemeClr val="accent4">
                          <a:lumMod val="50000"/>
                          <a:alpha val="39000"/>
                        </a:schemeClr>
                      </a:solidFill>
                      <a:latin typeface="+mn-lt"/>
                    </a:rPr>
                    <a:t> in the last </a:t>
                  </a:r>
                  <a:r>
                    <a:rPr lang="en-GB" sz="900" b="1" dirty="0">
                      <a:solidFill>
                        <a:schemeClr val="accent4">
                          <a:lumMod val="50000"/>
                          <a:alpha val="39000"/>
                        </a:schemeClr>
                      </a:solidFill>
                      <a:latin typeface="+mn-lt"/>
                    </a:rPr>
                    <a:t>7</a:t>
                  </a:r>
                  <a:r>
                    <a:rPr lang="en-GB" sz="900" dirty="0">
                      <a:solidFill>
                        <a:schemeClr val="accent4">
                          <a:lumMod val="50000"/>
                          <a:alpha val="39000"/>
                        </a:schemeClr>
                      </a:solidFill>
                      <a:latin typeface="+mn-lt"/>
                    </a:rPr>
                    <a:t> days</a:t>
                  </a:r>
                  <a:endParaRPr lang="en-GB" sz="1400" dirty="0">
                    <a:solidFill>
                      <a:schemeClr val="accent4">
                        <a:lumMod val="50000"/>
                        <a:alpha val="39000"/>
                      </a:schemeClr>
                    </a:solidFill>
                    <a:latin typeface="+mn-lt"/>
                  </a:endParaRPr>
                </a:p>
              </p:txBody>
            </p:sp>
            <p:sp>
              <p:nvSpPr>
                <p:cNvPr id="152" name="TextBox 151">
                  <a:extLst>
                    <a:ext uri="{FF2B5EF4-FFF2-40B4-BE49-F238E27FC236}">
                      <a16:creationId xmlns:a16="http://schemas.microsoft.com/office/drawing/2014/main" id="{4039B5EA-C3AB-C794-887E-F4578F37B19B}"/>
                    </a:ext>
                  </a:extLst>
                </p:cNvPr>
                <p:cNvSpPr txBox="1"/>
                <p:nvPr/>
              </p:nvSpPr>
              <p:spPr>
                <a:xfrm>
                  <a:off x="6508924" y="1448488"/>
                  <a:ext cx="1564963" cy="1337965"/>
                </a:xfrm>
                <a:prstGeom prst="rect">
                  <a:avLst/>
                </a:prstGeom>
                <a:noFill/>
              </p:spPr>
              <p:txBody>
                <a:bodyPr wrap="square" rtlCol="0">
                  <a:spAutoFit/>
                </a:bodyPr>
                <a:lstStyle>
                  <a:defPPr>
                    <a:defRPr lang="en-US"/>
                  </a:defPPr>
                  <a:lvl1pPr algn="ctr">
                    <a:defRPr sz="1400">
                      <a:solidFill>
                        <a:schemeClr val="bg2"/>
                      </a:solidFill>
                      <a:latin typeface="+mn-lt"/>
                    </a:defRPr>
                  </a:lvl1pPr>
                </a:lstStyle>
                <a:p>
                  <a:r>
                    <a:rPr lang="en-GB" sz="800" dirty="0"/>
                    <a:t>Score = 90</a:t>
                  </a:r>
                </a:p>
                <a:p>
                  <a:r>
                    <a:rPr lang="en-GB" sz="800" dirty="0"/>
                    <a:t>Weight = 30%</a:t>
                  </a:r>
                </a:p>
                <a:p>
                  <a:r>
                    <a:rPr lang="en-GB" sz="800" b="1" dirty="0"/>
                    <a:t>Points =  27</a:t>
                  </a:r>
                </a:p>
              </p:txBody>
            </p:sp>
          </p:grpSp>
        </p:grpSp>
      </p:grpSp>
      <p:grpSp>
        <p:nvGrpSpPr>
          <p:cNvPr id="277" name="Group 276">
            <a:extLst>
              <a:ext uri="{FF2B5EF4-FFF2-40B4-BE49-F238E27FC236}">
                <a16:creationId xmlns:a16="http://schemas.microsoft.com/office/drawing/2014/main" id="{91652B8E-3884-AF60-535C-DDDF6645C182}"/>
              </a:ext>
            </a:extLst>
          </p:cNvPr>
          <p:cNvGrpSpPr/>
          <p:nvPr/>
        </p:nvGrpSpPr>
        <p:grpSpPr>
          <a:xfrm>
            <a:off x="336331" y="5078994"/>
            <a:ext cx="11855669" cy="648304"/>
            <a:chOff x="378372" y="5314030"/>
            <a:chExt cx="11855669" cy="648304"/>
          </a:xfrm>
        </p:grpSpPr>
        <p:grpSp>
          <p:nvGrpSpPr>
            <p:cNvPr id="122" name="Group 121">
              <a:extLst>
                <a:ext uri="{FF2B5EF4-FFF2-40B4-BE49-F238E27FC236}">
                  <a16:creationId xmlns:a16="http://schemas.microsoft.com/office/drawing/2014/main" id="{84ED034F-9CA1-C1DA-18AA-8A987E5036F6}"/>
                </a:ext>
              </a:extLst>
            </p:cNvPr>
            <p:cNvGrpSpPr/>
            <p:nvPr/>
          </p:nvGrpSpPr>
          <p:grpSpPr>
            <a:xfrm>
              <a:off x="378372" y="5336404"/>
              <a:ext cx="2226565" cy="625930"/>
              <a:chOff x="0" y="1447408"/>
              <a:chExt cx="2232402" cy="1814026"/>
            </a:xfrm>
          </p:grpSpPr>
          <p:sp>
            <p:nvSpPr>
              <p:cNvPr id="155" name="Oval 154">
                <a:extLst>
                  <a:ext uri="{FF2B5EF4-FFF2-40B4-BE49-F238E27FC236}">
                    <a16:creationId xmlns:a16="http://schemas.microsoft.com/office/drawing/2014/main" id="{01C54466-C319-78FB-4B70-9A07BF103B63}"/>
                  </a:ext>
                </a:extLst>
              </p:cNvPr>
              <p:cNvSpPr/>
              <p:nvPr/>
            </p:nvSpPr>
            <p:spPr>
              <a:xfrm>
                <a:off x="0" y="2499151"/>
                <a:ext cx="2232402" cy="762283"/>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56" name="Rectangle: Rounded Corners 155">
                <a:extLst>
                  <a:ext uri="{FF2B5EF4-FFF2-40B4-BE49-F238E27FC236}">
                    <a16:creationId xmlns:a16="http://schemas.microsoft.com/office/drawing/2014/main" id="{A3DCE403-8C19-E840-C115-A2D83F6E2522}"/>
                  </a:ext>
                </a:extLst>
              </p:cNvPr>
              <p:cNvSpPr/>
              <p:nvPr/>
            </p:nvSpPr>
            <p:spPr>
              <a:xfrm>
                <a:off x="389691" y="1447408"/>
                <a:ext cx="1453020" cy="1390389"/>
              </a:xfrm>
              <a:prstGeom prst="roundRect">
                <a:avLst>
                  <a:gd name="adj" fmla="val 21322"/>
                </a:avLst>
              </a:prstGeom>
              <a:solidFill>
                <a:schemeClr val="accent4">
                  <a:lumMod val="50000"/>
                </a:schemeClr>
              </a:solidFill>
              <a:ln w="57150">
                <a:solidFill>
                  <a:schemeClr val="bg2"/>
                </a:solidFill>
              </a:ln>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800" b="1" dirty="0">
                    <a:solidFill>
                      <a:schemeClr val="bg2"/>
                    </a:solidFill>
                  </a:rPr>
                  <a:t>3</a:t>
                </a:r>
                <a:r>
                  <a:rPr lang="en-GB" sz="800" b="1" baseline="30000" dirty="0">
                    <a:solidFill>
                      <a:schemeClr val="bg2"/>
                    </a:solidFill>
                  </a:rPr>
                  <a:t>rd</a:t>
                </a:r>
                <a:r>
                  <a:rPr lang="en-GB" sz="800" b="1" dirty="0">
                    <a:solidFill>
                      <a:schemeClr val="bg2"/>
                    </a:solidFill>
                  </a:rPr>
                  <a:t> June  2024</a:t>
                </a:r>
              </a:p>
              <a:p>
                <a:pPr algn="ctr"/>
                <a:r>
                  <a:rPr lang="en-GB" sz="800" dirty="0">
                    <a:solidFill>
                      <a:schemeClr val="bg2"/>
                    </a:solidFill>
                  </a:rPr>
                  <a:t>Attends  Keynote – Vision for the Future Session</a:t>
                </a:r>
              </a:p>
            </p:txBody>
          </p:sp>
        </p:grpSp>
        <p:sp>
          <p:nvSpPr>
            <p:cNvPr id="125" name="Oval 124">
              <a:extLst>
                <a:ext uri="{FF2B5EF4-FFF2-40B4-BE49-F238E27FC236}">
                  <a16:creationId xmlns:a16="http://schemas.microsoft.com/office/drawing/2014/main" id="{CCEFC120-B274-8125-E159-0623D5C212E1}"/>
                </a:ext>
              </a:extLst>
            </p:cNvPr>
            <p:cNvSpPr/>
            <p:nvPr/>
          </p:nvSpPr>
          <p:spPr>
            <a:xfrm>
              <a:off x="3465903" y="5614423"/>
              <a:ext cx="8512084" cy="288999"/>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128" name="Group 127">
              <a:extLst>
                <a:ext uri="{FF2B5EF4-FFF2-40B4-BE49-F238E27FC236}">
                  <a16:creationId xmlns:a16="http://schemas.microsoft.com/office/drawing/2014/main" id="{905E6149-12A6-DC14-F512-9C0A78B1FB68}"/>
                </a:ext>
              </a:extLst>
            </p:cNvPr>
            <p:cNvGrpSpPr/>
            <p:nvPr/>
          </p:nvGrpSpPr>
          <p:grpSpPr>
            <a:xfrm>
              <a:off x="3858202" y="5314030"/>
              <a:ext cx="8375839" cy="548994"/>
              <a:chOff x="3488953" y="1311293"/>
              <a:chExt cx="8397797" cy="1591056"/>
            </a:xfrm>
          </p:grpSpPr>
          <p:sp>
            <p:nvSpPr>
              <p:cNvPr id="139" name="Isosceles Triangle 138">
                <a:extLst>
                  <a:ext uri="{FF2B5EF4-FFF2-40B4-BE49-F238E27FC236}">
                    <a16:creationId xmlns:a16="http://schemas.microsoft.com/office/drawing/2014/main" id="{FFB7B030-C238-BFA2-6C98-B845D8EF1203}"/>
                  </a:ext>
                </a:extLst>
              </p:cNvPr>
              <p:cNvSpPr/>
              <p:nvPr/>
            </p:nvSpPr>
            <p:spPr>
              <a:xfrm rot="5400000">
                <a:off x="10405422" y="1421021"/>
                <a:ext cx="1591056" cy="1371600"/>
              </a:xfrm>
              <a:prstGeom prst="triangle">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0" name="Rectangle: Top Corners Rounded 139">
                <a:extLst>
                  <a:ext uri="{FF2B5EF4-FFF2-40B4-BE49-F238E27FC236}">
                    <a16:creationId xmlns:a16="http://schemas.microsoft.com/office/drawing/2014/main" id="{A02BE5E6-7C07-0EEF-B950-EF7FCE0568F5}"/>
                  </a:ext>
                </a:extLst>
              </p:cNvPr>
              <p:cNvSpPr/>
              <p:nvPr/>
            </p:nvSpPr>
            <p:spPr>
              <a:xfrm rot="16200000">
                <a:off x="4301113" y="827384"/>
                <a:ext cx="936000" cy="2560320"/>
              </a:xfrm>
              <a:prstGeom prst="round2SameRect">
                <a:avLst>
                  <a:gd name="adj1" fmla="val 50000"/>
                  <a:gd name="adj2" fmla="val 0"/>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1" name="Rectangle 140">
                <a:extLst>
                  <a:ext uri="{FF2B5EF4-FFF2-40B4-BE49-F238E27FC236}">
                    <a16:creationId xmlns:a16="http://schemas.microsoft.com/office/drawing/2014/main" id="{4E9E8A49-4089-DBB7-2527-141987ABC497}"/>
                  </a:ext>
                </a:extLst>
              </p:cNvPr>
              <p:cNvSpPr/>
              <p:nvPr/>
            </p:nvSpPr>
            <p:spPr>
              <a:xfrm rot="16200000">
                <a:off x="6843833" y="827384"/>
                <a:ext cx="936000" cy="2560320"/>
              </a:xfrm>
              <a:prstGeom prst="rect">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2" name="Rectangle 141">
                <a:extLst>
                  <a:ext uri="{FF2B5EF4-FFF2-40B4-BE49-F238E27FC236}">
                    <a16:creationId xmlns:a16="http://schemas.microsoft.com/office/drawing/2014/main" id="{27138DF9-7DDF-BCE0-4A61-388180974A41}"/>
                  </a:ext>
                </a:extLst>
              </p:cNvPr>
              <p:cNvSpPr/>
              <p:nvPr/>
            </p:nvSpPr>
            <p:spPr>
              <a:xfrm rot="16200000">
                <a:off x="9248670" y="964543"/>
                <a:ext cx="937446" cy="2286000"/>
              </a:xfrm>
              <a:prstGeom prst="rect">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3" name="TextBox 142">
                <a:extLst>
                  <a:ext uri="{FF2B5EF4-FFF2-40B4-BE49-F238E27FC236}">
                    <a16:creationId xmlns:a16="http://schemas.microsoft.com/office/drawing/2014/main" id="{94463EC4-6175-B44D-80E6-F4C6A7AE0425}"/>
                  </a:ext>
                </a:extLst>
              </p:cNvPr>
              <p:cNvSpPr txBox="1"/>
              <p:nvPr/>
            </p:nvSpPr>
            <p:spPr>
              <a:xfrm>
                <a:off x="8294919" y="1629635"/>
                <a:ext cx="2792776" cy="802779"/>
              </a:xfrm>
              <a:prstGeom prst="rect">
                <a:avLst/>
              </a:prstGeom>
              <a:noFill/>
            </p:spPr>
            <p:txBody>
              <a:bodyPr wrap="square" rtlCol="0">
                <a:spAutoFit/>
              </a:bodyPr>
              <a:lstStyle/>
              <a:p>
                <a:pPr algn="ctr"/>
                <a:r>
                  <a:rPr lang="en-GB" sz="1200" dirty="0">
                    <a:solidFill>
                      <a:schemeClr val="bg2"/>
                    </a:solidFill>
                    <a:latin typeface="+mn-lt"/>
                  </a:rPr>
                  <a:t>Accumulative Total = 51</a:t>
                </a:r>
              </a:p>
            </p:txBody>
          </p:sp>
          <p:sp>
            <p:nvSpPr>
              <p:cNvPr id="144" name="TextBox 143">
                <a:extLst>
                  <a:ext uri="{FF2B5EF4-FFF2-40B4-BE49-F238E27FC236}">
                    <a16:creationId xmlns:a16="http://schemas.microsoft.com/office/drawing/2014/main" id="{36CA9363-A40A-70EC-A86D-E1E2B1CC23A1}"/>
                  </a:ext>
                </a:extLst>
              </p:cNvPr>
              <p:cNvSpPr txBox="1"/>
              <p:nvPr/>
            </p:nvSpPr>
            <p:spPr>
              <a:xfrm>
                <a:off x="3603963" y="1559695"/>
                <a:ext cx="2250190" cy="1070372"/>
              </a:xfrm>
              <a:prstGeom prst="rect">
                <a:avLst/>
              </a:prstGeom>
              <a:noFill/>
            </p:spPr>
            <p:txBody>
              <a:bodyPr wrap="square" rtlCol="0">
                <a:spAutoFit/>
              </a:bodyPr>
              <a:lstStyle/>
              <a:p>
                <a:pPr algn="ctr"/>
                <a:r>
                  <a:rPr lang="en-GB" sz="900" dirty="0">
                    <a:solidFill>
                      <a:schemeClr val="tx1">
                        <a:alpha val="39000"/>
                      </a:schemeClr>
                    </a:solidFill>
                    <a:latin typeface="+mn-lt"/>
                  </a:rPr>
                  <a:t>Attended </a:t>
                </a:r>
                <a:r>
                  <a:rPr lang="en-GB" sz="900" b="1" dirty="0">
                    <a:solidFill>
                      <a:schemeClr val="tx1">
                        <a:alpha val="39000"/>
                      </a:schemeClr>
                    </a:solidFill>
                    <a:latin typeface="+mn-lt"/>
                  </a:rPr>
                  <a:t>more than 1 time </a:t>
                </a:r>
                <a:r>
                  <a:rPr lang="en-GB" sz="900" dirty="0">
                    <a:solidFill>
                      <a:schemeClr val="tx1">
                        <a:alpha val="39000"/>
                      </a:schemeClr>
                    </a:solidFill>
                    <a:latin typeface="+mn-lt"/>
                  </a:rPr>
                  <a:t>in the last 7 days</a:t>
                </a:r>
              </a:p>
            </p:txBody>
          </p:sp>
          <p:sp>
            <p:nvSpPr>
              <p:cNvPr id="145" name="TextBox 144">
                <a:extLst>
                  <a:ext uri="{FF2B5EF4-FFF2-40B4-BE49-F238E27FC236}">
                    <a16:creationId xmlns:a16="http://schemas.microsoft.com/office/drawing/2014/main" id="{9D7B581C-5534-4C74-3793-38DCE96C515F}"/>
                  </a:ext>
                </a:extLst>
              </p:cNvPr>
              <p:cNvSpPr txBox="1"/>
              <p:nvPr/>
            </p:nvSpPr>
            <p:spPr>
              <a:xfrm>
                <a:off x="6477339" y="1430664"/>
                <a:ext cx="1564963" cy="1337965"/>
              </a:xfrm>
              <a:prstGeom prst="rect">
                <a:avLst/>
              </a:prstGeom>
              <a:noFill/>
            </p:spPr>
            <p:txBody>
              <a:bodyPr wrap="square" rtlCol="0">
                <a:spAutoFit/>
              </a:bodyPr>
              <a:lstStyle>
                <a:defPPr>
                  <a:defRPr lang="en-US"/>
                </a:defPPr>
                <a:lvl1pPr algn="ctr">
                  <a:defRPr sz="1400">
                    <a:solidFill>
                      <a:schemeClr val="bg2"/>
                    </a:solidFill>
                    <a:latin typeface="+mn-lt"/>
                  </a:defRPr>
                </a:lvl1pPr>
              </a:lstStyle>
              <a:p>
                <a:r>
                  <a:rPr lang="en-GB" sz="800" dirty="0"/>
                  <a:t>Score = 100</a:t>
                </a:r>
              </a:p>
              <a:p>
                <a:r>
                  <a:rPr lang="en-GB" sz="800" dirty="0"/>
                  <a:t>Weight = 30%</a:t>
                </a:r>
              </a:p>
              <a:p>
                <a:r>
                  <a:rPr lang="en-GB" sz="800" b="1" dirty="0"/>
                  <a:t>Points =  30</a:t>
                </a:r>
              </a:p>
            </p:txBody>
          </p:sp>
        </p:grpSp>
      </p:grpSp>
      <p:grpSp>
        <p:nvGrpSpPr>
          <p:cNvPr id="276" name="Group 275">
            <a:extLst>
              <a:ext uri="{FF2B5EF4-FFF2-40B4-BE49-F238E27FC236}">
                <a16:creationId xmlns:a16="http://schemas.microsoft.com/office/drawing/2014/main" id="{349DB801-DF8E-5D95-59BA-5CFE26969F7F}"/>
              </a:ext>
            </a:extLst>
          </p:cNvPr>
          <p:cNvGrpSpPr/>
          <p:nvPr/>
        </p:nvGrpSpPr>
        <p:grpSpPr>
          <a:xfrm>
            <a:off x="336331" y="5659991"/>
            <a:ext cx="11855669" cy="641845"/>
            <a:chOff x="378372" y="5935198"/>
            <a:chExt cx="11855669" cy="641845"/>
          </a:xfrm>
        </p:grpSpPr>
        <p:grpSp>
          <p:nvGrpSpPr>
            <p:cNvPr id="123" name="Group 122">
              <a:extLst>
                <a:ext uri="{FF2B5EF4-FFF2-40B4-BE49-F238E27FC236}">
                  <a16:creationId xmlns:a16="http://schemas.microsoft.com/office/drawing/2014/main" id="{C17A6266-8C85-AD8F-335E-A74EFF80783C}"/>
                </a:ext>
              </a:extLst>
            </p:cNvPr>
            <p:cNvGrpSpPr/>
            <p:nvPr/>
          </p:nvGrpSpPr>
          <p:grpSpPr>
            <a:xfrm>
              <a:off x="378372" y="5951113"/>
              <a:ext cx="2226565" cy="625930"/>
              <a:chOff x="0" y="1447408"/>
              <a:chExt cx="2232402" cy="1814026"/>
            </a:xfrm>
          </p:grpSpPr>
          <p:sp>
            <p:nvSpPr>
              <p:cNvPr id="153" name="Oval 152">
                <a:extLst>
                  <a:ext uri="{FF2B5EF4-FFF2-40B4-BE49-F238E27FC236}">
                    <a16:creationId xmlns:a16="http://schemas.microsoft.com/office/drawing/2014/main" id="{2F2D51B1-522E-EDBD-7D32-73D538C9A395}"/>
                  </a:ext>
                </a:extLst>
              </p:cNvPr>
              <p:cNvSpPr/>
              <p:nvPr/>
            </p:nvSpPr>
            <p:spPr>
              <a:xfrm>
                <a:off x="0" y="2499151"/>
                <a:ext cx="2232402" cy="762283"/>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54" name="Rectangle: Rounded Corners 153">
                <a:extLst>
                  <a:ext uri="{FF2B5EF4-FFF2-40B4-BE49-F238E27FC236}">
                    <a16:creationId xmlns:a16="http://schemas.microsoft.com/office/drawing/2014/main" id="{253E1945-AEA9-1C74-FB02-01A159E638C3}"/>
                  </a:ext>
                </a:extLst>
              </p:cNvPr>
              <p:cNvSpPr/>
              <p:nvPr/>
            </p:nvSpPr>
            <p:spPr>
              <a:xfrm>
                <a:off x="389691" y="1447408"/>
                <a:ext cx="1453020" cy="1390389"/>
              </a:xfrm>
              <a:prstGeom prst="roundRect">
                <a:avLst>
                  <a:gd name="adj" fmla="val 21322"/>
                </a:avLst>
              </a:prstGeom>
              <a:solidFill>
                <a:schemeClr val="accent1"/>
              </a:solidFill>
              <a:ln w="57150">
                <a:solidFill>
                  <a:schemeClr val="bg2"/>
                </a:solidFill>
              </a:ln>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800" b="1" dirty="0">
                    <a:solidFill>
                      <a:schemeClr val="bg2"/>
                    </a:solidFill>
                  </a:rPr>
                  <a:t>4</a:t>
                </a:r>
                <a:r>
                  <a:rPr lang="en-GB" sz="800" b="1" baseline="30000" dirty="0">
                    <a:solidFill>
                      <a:schemeClr val="bg2"/>
                    </a:solidFill>
                  </a:rPr>
                  <a:t>th</a:t>
                </a:r>
                <a:r>
                  <a:rPr lang="en-GB" sz="800" b="1" dirty="0">
                    <a:solidFill>
                      <a:schemeClr val="bg2"/>
                    </a:solidFill>
                  </a:rPr>
                  <a:t> June 2024</a:t>
                </a:r>
              </a:p>
              <a:p>
                <a:pPr algn="ctr"/>
                <a:r>
                  <a:rPr lang="en-GB" sz="800" dirty="0">
                    <a:solidFill>
                      <a:schemeClr val="bg2"/>
                    </a:solidFill>
                  </a:rPr>
                  <a:t>Attends Breakout Session -</a:t>
                </a:r>
                <a:r>
                  <a:rPr lang="en-US" sz="800" dirty="0">
                    <a:solidFill>
                      <a:schemeClr val="bg2"/>
                    </a:solidFill>
                  </a:rPr>
                  <a:t>Connecting the Dots</a:t>
                </a:r>
                <a:endParaRPr lang="en-GB" sz="800" dirty="0">
                  <a:solidFill>
                    <a:schemeClr val="bg2"/>
                  </a:solidFill>
                </a:endParaRPr>
              </a:p>
            </p:txBody>
          </p:sp>
        </p:grpSp>
        <p:sp>
          <p:nvSpPr>
            <p:cNvPr id="124" name="Oval 123">
              <a:extLst>
                <a:ext uri="{FF2B5EF4-FFF2-40B4-BE49-F238E27FC236}">
                  <a16:creationId xmlns:a16="http://schemas.microsoft.com/office/drawing/2014/main" id="{03D79A64-A4F3-7BF3-9FB8-29688B741633}"/>
                </a:ext>
              </a:extLst>
            </p:cNvPr>
            <p:cNvSpPr/>
            <p:nvPr/>
          </p:nvSpPr>
          <p:spPr>
            <a:xfrm>
              <a:off x="3465903" y="6255311"/>
              <a:ext cx="8512084" cy="288999"/>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129" name="Group 128">
              <a:extLst>
                <a:ext uri="{FF2B5EF4-FFF2-40B4-BE49-F238E27FC236}">
                  <a16:creationId xmlns:a16="http://schemas.microsoft.com/office/drawing/2014/main" id="{9C178EED-5F39-DCB3-528D-AD73A0DA01FB}"/>
                </a:ext>
              </a:extLst>
            </p:cNvPr>
            <p:cNvGrpSpPr/>
            <p:nvPr/>
          </p:nvGrpSpPr>
          <p:grpSpPr>
            <a:xfrm>
              <a:off x="3858202" y="5935198"/>
              <a:ext cx="8375839" cy="548994"/>
              <a:chOff x="3488953" y="1311293"/>
              <a:chExt cx="8397797" cy="1591056"/>
            </a:xfrm>
          </p:grpSpPr>
          <p:sp>
            <p:nvSpPr>
              <p:cNvPr id="132" name="Isosceles Triangle 131">
                <a:extLst>
                  <a:ext uri="{FF2B5EF4-FFF2-40B4-BE49-F238E27FC236}">
                    <a16:creationId xmlns:a16="http://schemas.microsoft.com/office/drawing/2014/main" id="{D3FF512F-A996-FECF-E977-EC65410D1340}"/>
                  </a:ext>
                </a:extLst>
              </p:cNvPr>
              <p:cNvSpPr/>
              <p:nvPr/>
            </p:nvSpPr>
            <p:spPr>
              <a:xfrm rot="5400000">
                <a:off x="10405422" y="1421021"/>
                <a:ext cx="1591056" cy="1371600"/>
              </a:xfrm>
              <a:prstGeom prst="triangl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3" name="Rectangle: Top Corners Rounded 132">
                <a:extLst>
                  <a:ext uri="{FF2B5EF4-FFF2-40B4-BE49-F238E27FC236}">
                    <a16:creationId xmlns:a16="http://schemas.microsoft.com/office/drawing/2014/main" id="{5A4D710B-F9B0-8CA6-0DE8-E69400573AC9}"/>
                  </a:ext>
                </a:extLst>
              </p:cNvPr>
              <p:cNvSpPr/>
              <p:nvPr/>
            </p:nvSpPr>
            <p:spPr>
              <a:xfrm rot="16200000">
                <a:off x="4301113" y="827384"/>
                <a:ext cx="936000" cy="2560320"/>
              </a:xfrm>
              <a:prstGeom prst="round2SameRect">
                <a:avLst>
                  <a:gd name="adj1" fmla="val 50000"/>
                  <a:gd name="adj2" fmla="val 0"/>
                </a:avLst>
              </a:prstGeom>
              <a:solidFill>
                <a:schemeClr val="accent5"/>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4" name="Rectangle 133">
                <a:extLst>
                  <a:ext uri="{FF2B5EF4-FFF2-40B4-BE49-F238E27FC236}">
                    <a16:creationId xmlns:a16="http://schemas.microsoft.com/office/drawing/2014/main" id="{4989EAEE-41D1-E98B-A5AA-B1D24FE5A77A}"/>
                  </a:ext>
                </a:extLst>
              </p:cNvPr>
              <p:cNvSpPr/>
              <p:nvPr/>
            </p:nvSpPr>
            <p:spPr>
              <a:xfrm rot="16200000">
                <a:off x="6843833" y="827384"/>
                <a:ext cx="936000" cy="2560320"/>
              </a:xfrm>
              <a:prstGeom prst="rect">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5" name="Rectangle 134">
                <a:extLst>
                  <a:ext uri="{FF2B5EF4-FFF2-40B4-BE49-F238E27FC236}">
                    <a16:creationId xmlns:a16="http://schemas.microsoft.com/office/drawing/2014/main" id="{84B188DA-0F5C-E5D7-326A-C2E76760E83C}"/>
                  </a:ext>
                </a:extLst>
              </p:cNvPr>
              <p:cNvSpPr/>
              <p:nvPr/>
            </p:nvSpPr>
            <p:spPr>
              <a:xfrm rot="16200000">
                <a:off x="9248670" y="964543"/>
                <a:ext cx="937446" cy="22860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6" name="TextBox 135">
                <a:extLst>
                  <a:ext uri="{FF2B5EF4-FFF2-40B4-BE49-F238E27FC236}">
                    <a16:creationId xmlns:a16="http://schemas.microsoft.com/office/drawing/2014/main" id="{4B22F223-0E12-DF5E-C649-289D1A4C8BE3}"/>
                  </a:ext>
                </a:extLst>
              </p:cNvPr>
              <p:cNvSpPr txBox="1"/>
              <p:nvPr/>
            </p:nvSpPr>
            <p:spPr>
              <a:xfrm>
                <a:off x="8394409" y="1715799"/>
                <a:ext cx="2633349" cy="802779"/>
              </a:xfrm>
              <a:prstGeom prst="rect">
                <a:avLst/>
              </a:prstGeom>
              <a:noFill/>
            </p:spPr>
            <p:txBody>
              <a:bodyPr wrap="square" rtlCol="0">
                <a:spAutoFit/>
              </a:bodyPr>
              <a:lstStyle/>
              <a:p>
                <a:pPr algn="ctr"/>
                <a:r>
                  <a:rPr lang="en-GB" sz="1200" dirty="0">
                    <a:solidFill>
                      <a:schemeClr val="bg2"/>
                    </a:solidFill>
                    <a:latin typeface="+mn-lt"/>
                  </a:rPr>
                  <a:t>Accumulative Total = 51</a:t>
                </a:r>
              </a:p>
            </p:txBody>
          </p:sp>
          <p:sp>
            <p:nvSpPr>
              <p:cNvPr id="137" name="TextBox 136">
                <a:extLst>
                  <a:ext uri="{FF2B5EF4-FFF2-40B4-BE49-F238E27FC236}">
                    <a16:creationId xmlns:a16="http://schemas.microsoft.com/office/drawing/2014/main" id="{D195F200-308C-86A8-8BC8-D53698AC3E0B}"/>
                  </a:ext>
                </a:extLst>
              </p:cNvPr>
              <p:cNvSpPr txBox="1"/>
              <p:nvPr/>
            </p:nvSpPr>
            <p:spPr>
              <a:xfrm>
                <a:off x="3603963" y="1604923"/>
                <a:ext cx="2299705" cy="1070372"/>
              </a:xfrm>
              <a:prstGeom prst="rect">
                <a:avLst/>
              </a:prstGeom>
              <a:noFill/>
            </p:spPr>
            <p:txBody>
              <a:bodyPr wrap="square" rtlCol="0">
                <a:spAutoFit/>
              </a:bodyPr>
              <a:lstStyle/>
              <a:p>
                <a:pPr algn="ctr"/>
                <a:r>
                  <a:rPr lang="en-GB" sz="900" dirty="0">
                    <a:latin typeface="+mn-lt"/>
                  </a:rPr>
                  <a:t>Attended </a:t>
                </a:r>
                <a:r>
                  <a:rPr lang="en-GB" sz="900" b="1" dirty="0">
                    <a:latin typeface="+mn-lt"/>
                  </a:rPr>
                  <a:t>more than 1 time</a:t>
                </a:r>
                <a:r>
                  <a:rPr lang="en-GB" sz="900" dirty="0">
                    <a:latin typeface="+mn-lt"/>
                  </a:rPr>
                  <a:t> in the last </a:t>
                </a:r>
                <a:r>
                  <a:rPr lang="en-GB" sz="900" b="1" dirty="0">
                    <a:latin typeface="+mn-lt"/>
                  </a:rPr>
                  <a:t>7</a:t>
                </a:r>
                <a:r>
                  <a:rPr lang="en-GB" sz="900" dirty="0">
                    <a:latin typeface="+mn-lt"/>
                  </a:rPr>
                  <a:t> days</a:t>
                </a:r>
              </a:p>
            </p:txBody>
          </p:sp>
          <p:sp>
            <p:nvSpPr>
              <p:cNvPr id="138" name="TextBox 137">
                <a:extLst>
                  <a:ext uri="{FF2B5EF4-FFF2-40B4-BE49-F238E27FC236}">
                    <a16:creationId xmlns:a16="http://schemas.microsoft.com/office/drawing/2014/main" id="{F62492F0-9706-52C7-CD62-85B50B595722}"/>
                  </a:ext>
                </a:extLst>
              </p:cNvPr>
              <p:cNvSpPr txBox="1"/>
              <p:nvPr/>
            </p:nvSpPr>
            <p:spPr>
              <a:xfrm>
                <a:off x="6498441" y="1429745"/>
                <a:ext cx="1564963" cy="1337965"/>
              </a:xfrm>
              <a:prstGeom prst="rect">
                <a:avLst/>
              </a:prstGeom>
              <a:noFill/>
            </p:spPr>
            <p:txBody>
              <a:bodyPr wrap="square" rtlCol="0">
                <a:spAutoFit/>
              </a:bodyPr>
              <a:lstStyle>
                <a:defPPr>
                  <a:defRPr lang="en-US"/>
                </a:defPPr>
                <a:lvl1pPr algn="ctr">
                  <a:defRPr sz="1400">
                    <a:solidFill>
                      <a:schemeClr val="bg2"/>
                    </a:solidFill>
                    <a:latin typeface="+mn-lt"/>
                  </a:defRPr>
                </a:lvl1pPr>
              </a:lstStyle>
              <a:p>
                <a:r>
                  <a:rPr lang="en-GB" sz="800" dirty="0"/>
                  <a:t>Score = 100</a:t>
                </a:r>
              </a:p>
              <a:p>
                <a:r>
                  <a:rPr lang="en-GB" sz="800" dirty="0"/>
                  <a:t>Weight = 30%</a:t>
                </a:r>
              </a:p>
              <a:p>
                <a:r>
                  <a:rPr lang="en-GB" sz="800" b="1" dirty="0"/>
                  <a:t>Points =  30</a:t>
                </a:r>
              </a:p>
            </p:txBody>
          </p:sp>
        </p:grpSp>
      </p:grpSp>
      <p:sp>
        <p:nvSpPr>
          <p:cNvPr id="130" name="Freeform: Shape 129">
            <a:extLst>
              <a:ext uri="{FF2B5EF4-FFF2-40B4-BE49-F238E27FC236}">
                <a16:creationId xmlns:a16="http://schemas.microsoft.com/office/drawing/2014/main" id="{DDAFAAC2-4E56-F800-B2A7-564662CCF479}"/>
              </a:ext>
            </a:extLst>
          </p:cNvPr>
          <p:cNvSpPr/>
          <p:nvPr/>
        </p:nvSpPr>
        <p:spPr>
          <a:xfrm>
            <a:off x="2740952" y="1044511"/>
            <a:ext cx="513661" cy="5212080"/>
          </a:xfrm>
          <a:custGeom>
            <a:avLst/>
            <a:gdLst>
              <a:gd name="connsiteX0" fmla="*/ 257504 w 515008"/>
              <a:gd name="connsiteY0" fmla="*/ 0 h 4882057"/>
              <a:gd name="connsiteX1" fmla="*/ 509777 w 515008"/>
              <a:gd name="connsiteY1" fmla="*/ 205608 h 4882057"/>
              <a:gd name="connsiteX2" fmla="*/ 511300 w 515008"/>
              <a:gd name="connsiteY2" fmla="*/ 220716 h 4882057"/>
              <a:gd name="connsiteX3" fmla="*/ 513535 w 515008"/>
              <a:gd name="connsiteY3" fmla="*/ 220716 h 4882057"/>
              <a:gd name="connsiteX4" fmla="*/ 513535 w 515008"/>
              <a:gd name="connsiteY4" fmla="*/ 242892 h 4882057"/>
              <a:gd name="connsiteX5" fmla="*/ 515008 w 515008"/>
              <a:gd name="connsiteY5" fmla="*/ 257504 h 4882057"/>
              <a:gd name="connsiteX6" fmla="*/ 513535 w 515008"/>
              <a:gd name="connsiteY6" fmla="*/ 272116 h 4882057"/>
              <a:gd name="connsiteX7" fmla="*/ 513535 w 515008"/>
              <a:gd name="connsiteY7" fmla="*/ 4603530 h 4882057"/>
              <a:gd name="connsiteX8" fmla="*/ 512889 w 515008"/>
              <a:gd name="connsiteY8" fmla="*/ 4603530 h 4882057"/>
              <a:gd name="connsiteX9" fmla="*/ 515008 w 515008"/>
              <a:gd name="connsiteY9" fmla="*/ 4624553 h 4882057"/>
              <a:gd name="connsiteX10" fmla="*/ 257504 w 515008"/>
              <a:gd name="connsiteY10" fmla="*/ 4882057 h 4882057"/>
              <a:gd name="connsiteX11" fmla="*/ 0 w 515008"/>
              <a:gd name="connsiteY11" fmla="*/ 4624553 h 4882057"/>
              <a:gd name="connsiteX12" fmla="*/ 2119 w 515008"/>
              <a:gd name="connsiteY12" fmla="*/ 4603530 h 4882057"/>
              <a:gd name="connsiteX13" fmla="*/ 1471 w 515008"/>
              <a:gd name="connsiteY13" fmla="*/ 4603530 h 4882057"/>
              <a:gd name="connsiteX14" fmla="*/ 1471 w 515008"/>
              <a:gd name="connsiteY14" fmla="*/ 272096 h 4882057"/>
              <a:gd name="connsiteX15" fmla="*/ 0 w 515008"/>
              <a:gd name="connsiteY15" fmla="*/ 257504 h 4882057"/>
              <a:gd name="connsiteX16" fmla="*/ 1471 w 515008"/>
              <a:gd name="connsiteY16" fmla="*/ 242912 h 4882057"/>
              <a:gd name="connsiteX17" fmla="*/ 1471 w 515008"/>
              <a:gd name="connsiteY17" fmla="*/ 220716 h 4882057"/>
              <a:gd name="connsiteX18" fmla="*/ 3709 w 515008"/>
              <a:gd name="connsiteY18" fmla="*/ 220716 h 4882057"/>
              <a:gd name="connsiteX19" fmla="*/ 5232 w 515008"/>
              <a:gd name="connsiteY19" fmla="*/ 205608 h 4882057"/>
              <a:gd name="connsiteX20" fmla="*/ 257504 w 515008"/>
              <a:gd name="connsiteY20" fmla="*/ 0 h 48820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15008" h="4882057">
                <a:moveTo>
                  <a:pt x="257504" y="0"/>
                </a:moveTo>
                <a:cubicBezTo>
                  <a:pt x="381943" y="0"/>
                  <a:pt x="485765" y="88268"/>
                  <a:pt x="509777" y="205608"/>
                </a:cubicBezTo>
                <a:lnTo>
                  <a:pt x="511300" y="220716"/>
                </a:lnTo>
                <a:lnTo>
                  <a:pt x="513535" y="220716"/>
                </a:lnTo>
                <a:lnTo>
                  <a:pt x="513535" y="242892"/>
                </a:lnTo>
                <a:lnTo>
                  <a:pt x="515008" y="257504"/>
                </a:lnTo>
                <a:lnTo>
                  <a:pt x="513535" y="272116"/>
                </a:lnTo>
                <a:lnTo>
                  <a:pt x="513535" y="4603530"/>
                </a:lnTo>
                <a:lnTo>
                  <a:pt x="512889" y="4603530"/>
                </a:lnTo>
                <a:lnTo>
                  <a:pt x="515008" y="4624553"/>
                </a:lnTo>
                <a:cubicBezTo>
                  <a:pt x="515008" y="4766769"/>
                  <a:pt x="399720" y="4882057"/>
                  <a:pt x="257504" y="4882057"/>
                </a:cubicBezTo>
                <a:cubicBezTo>
                  <a:pt x="115288" y="4882057"/>
                  <a:pt x="0" y="4766769"/>
                  <a:pt x="0" y="4624553"/>
                </a:cubicBezTo>
                <a:lnTo>
                  <a:pt x="2119" y="4603530"/>
                </a:lnTo>
                <a:lnTo>
                  <a:pt x="1471" y="4603530"/>
                </a:lnTo>
                <a:lnTo>
                  <a:pt x="1471" y="272096"/>
                </a:lnTo>
                <a:lnTo>
                  <a:pt x="0" y="257504"/>
                </a:lnTo>
                <a:lnTo>
                  <a:pt x="1471" y="242912"/>
                </a:lnTo>
                <a:lnTo>
                  <a:pt x="1471" y="220716"/>
                </a:lnTo>
                <a:lnTo>
                  <a:pt x="3709" y="220716"/>
                </a:lnTo>
                <a:lnTo>
                  <a:pt x="5232" y="205608"/>
                </a:lnTo>
                <a:cubicBezTo>
                  <a:pt x="29243" y="88268"/>
                  <a:pt x="133065" y="0"/>
                  <a:pt x="257504" y="0"/>
                </a:cubicBezTo>
                <a:close/>
              </a:path>
            </a:pathLst>
          </a:custGeom>
          <a:solidFill>
            <a:schemeClr val="accent4">
              <a:lumMod val="75000"/>
            </a:schemeClr>
          </a:soli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endParaRPr lang="en-GB" dirty="0"/>
          </a:p>
        </p:txBody>
      </p:sp>
      <p:sp>
        <p:nvSpPr>
          <p:cNvPr id="131" name="TextBox 130">
            <a:extLst>
              <a:ext uri="{FF2B5EF4-FFF2-40B4-BE49-F238E27FC236}">
                <a16:creationId xmlns:a16="http://schemas.microsoft.com/office/drawing/2014/main" id="{1D6E2C36-EFD3-1B59-A51C-ED5C0A48F8D2}"/>
              </a:ext>
            </a:extLst>
          </p:cNvPr>
          <p:cNvSpPr txBox="1"/>
          <p:nvPr/>
        </p:nvSpPr>
        <p:spPr>
          <a:xfrm>
            <a:off x="2391879" y="3100687"/>
            <a:ext cx="1274600" cy="646331"/>
          </a:xfrm>
          <a:prstGeom prst="rect">
            <a:avLst/>
          </a:prstGeom>
          <a:noFill/>
        </p:spPr>
        <p:txBody>
          <a:bodyPr wrap="square" rtlCol="0">
            <a:spAutoFit/>
          </a:bodyPr>
          <a:lstStyle/>
          <a:p>
            <a:pPr algn="ctr"/>
            <a:r>
              <a:rPr lang="en-GB" dirty="0">
                <a:latin typeface="+mn-lt"/>
              </a:rPr>
              <a:t>Lead Scoring</a:t>
            </a:r>
          </a:p>
        </p:txBody>
      </p:sp>
      <p:grpSp>
        <p:nvGrpSpPr>
          <p:cNvPr id="315" name="Group 314">
            <a:extLst>
              <a:ext uri="{FF2B5EF4-FFF2-40B4-BE49-F238E27FC236}">
                <a16:creationId xmlns:a16="http://schemas.microsoft.com/office/drawing/2014/main" id="{8CAEA8C2-2A41-C07A-0BEB-3A606CD4F5B4}"/>
              </a:ext>
            </a:extLst>
          </p:cNvPr>
          <p:cNvGrpSpPr/>
          <p:nvPr/>
        </p:nvGrpSpPr>
        <p:grpSpPr>
          <a:xfrm>
            <a:off x="336331" y="3898873"/>
            <a:ext cx="11855669" cy="641845"/>
            <a:chOff x="336331" y="3898873"/>
            <a:chExt cx="11855669" cy="641845"/>
          </a:xfrm>
        </p:grpSpPr>
        <p:grpSp>
          <p:nvGrpSpPr>
            <p:cNvPr id="279" name="Group 278">
              <a:extLst>
                <a:ext uri="{FF2B5EF4-FFF2-40B4-BE49-F238E27FC236}">
                  <a16:creationId xmlns:a16="http://schemas.microsoft.com/office/drawing/2014/main" id="{45AD74CF-15D4-E6A9-8D40-D70C8D6BBC21}"/>
                </a:ext>
              </a:extLst>
            </p:cNvPr>
            <p:cNvGrpSpPr/>
            <p:nvPr/>
          </p:nvGrpSpPr>
          <p:grpSpPr>
            <a:xfrm>
              <a:off x="336331" y="3898873"/>
              <a:ext cx="11855669" cy="641845"/>
              <a:chOff x="336331" y="4038080"/>
              <a:chExt cx="11855669" cy="641845"/>
            </a:xfrm>
          </p:grpSpPr>
          <p:grpSp>
            <p:nvGrpSpPr>
              <p:cNvPr id="201" name="Group 200">
                <a:extLst>
                  <a:ext uri="{FF2B5EF4-FFF2-40B4-BE49-F238E27FC236}">
                    <a16:creationId xmlns:a16="http://schemas.microsoft.com/office/drawing/2014/main" id="{9577928A-25D6-220C-80A0-95758B945B19}"/>
                  </a:ext>
                </a:extLst>
              </p:cNvPr>
              <p:cNvGrpSpPr/>
              <p:nvPr/>
            </p:nvGrpSpPr>
            <p:grpSpPr>
              <a:xfrm>
                <a:off x="336331" y="4053995"/>
                <a:ext cx="2226565" cy="625930"/>
                <a:chOff x="0" y="1447408"/>
                <a:chExt cx="2232402" cy="1814026"/>
              </a:xfrm>
            </p:grpSpPr>
            <p:sp>
              <p:nvSpPr>
                <p:cNvPr id="231" name="Oval 230">
                  <a:extLst>
                    <a:ext uri="{FF2B5EF4-FFF2-40B4-BE49-F238E27FC236}">
                      <a16:creationId xmlns:a16="http://schemas.microsoft.com/office/drawing/2014/main" id="{6087CD7F-AA10-CB4A-5FBF-B68980CD847F}"/>
                    </a:ext>
                  </a:extLst>
                </p:cNvPr>
                <p:cNvSpPr/>
                <p:nvPr/>
              </p:nvSpPr>
              <p:spPr>
                <a:xfrm>
                  <a:off x="0" y="2499151"/>
                  <a:ext cx="2232402" cy="762283"/>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32" name="Rectangle: Rounded Corners 231">
                  <a:extLst>
                    <a:ext uri="{FF2B5EF4-FFF2-40B4-BE49-F238E27FC236}">
                      <a16:creationId xmlns:a16="http://schemas.microsoft.com/office/drawing/2014/main" id="{3DE6A972-C06D-802C-BEF3-DA44D126A98B}"/>
                    </a:ext>
                  </a:extLst>
                </p:cNvPr>
                <p:cNvSpPr/>
                <p:nvPr/>
              </p:nvSpPr>
              <p:spPr>
                <a:xfrm>
                  <a:off x="389691" y="1447408"/>
                  <a:ext cx="1453020" cy="1390389"/>
                </a:xfrm>
                <a:prstGeom prst="roundRect">
                  <a:avLst>
                    <a:gd name="adj" fmla="val 21322"/>
                  </a:avLst>
                </a:prstGeom>
                <a:solidFill>
                  <a:schemeClr val="accent1"/>
                </a:solidFill>
                <a:ln w="57150">
                  <a:solidFill>
                    <a:schemeClr val="bg2"/>
                  </a:solidFill>
                </a:ln>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800" b="1" dirty="0">
                      <a:solidFill>
                        <a:schemeClr val="bg2"/>
                      </a:solidFill>
                    </a:rPr>
                    <a:t>16</a:t>
                  </a:r>
                  <a:r>
                    <a:rPr lang="en-GB" sz="800" b="1" baseline="30000" dirty="0">
                      <a:solidFill>
                        <a:schemeClr val="bg2"/>
                      </a:solidFill>
                    </a:rPr>
                    <a:t>th</a:t>
                  </a:r>
                  <a:r>
                    <a:rPr lang="en-GB" sz="800" b="1" dirty="0">
                      <a:solidFill>
                        <a:schemeClr val="bg2"/>
                      </a:solidFill>
                    </a:rPr>
                    <a:t> May 2024</a:t>
                  </a:r>
                </a:p>
                <a:p>
                  <a:pPr algn="ctr"/>
                  <a:r>
                    <a:rPr lang="en-GB" sz="800" dirty="0">
                      <a:solidFill>
                        <a:schemeClr val="bg2"/>
                      </a:solidFill>
                    </a:rPr>
                    <a:t>Registers for  Breakout Session -</a:t>
                  </a:r>
                  <a:r>
                    <a:rPr lang="en-US" sz="800" dirty="0">
                      <a:solidFill>
                        <a:schemeClr val="bg2"/>
                      </a:solidFill>
                    </a:rPr>
                    <a:t>Connecting the Dots</a:t>
                  </a:r>
                  <a:endParaRPr lang="en-GB" sz="800" dirty="0">
                    <a:solidFill>
                      <a:schemeClr val="bg2"/>
                    </a:solidFill>
                  </a:endParaRPr>
                </a:p>
              </p:txBody>
            </p:sp>
          </p:grpSp>
          <p:grpSp>
            <p:nvGrpSpPr>
              <p:cNvPr id="207" name="Group 206">
                <a:extLst>
                  <a:ext uri="{FF2B5EF4-FFF2-40B4-BE49-F238E27FC236}">
                    <a16:creationId xmlns:a16="http://schemas.microsoft.com/office/drawing/2014/main" id="{03DB2DBB-AC64-4317-CEBD-1E01B6FB996F}"/>
                  </a:ext>
                </a:extLst>
              </p:cNvPr>
              <p:cNvGrpSpPr/>
              <p:nvPr/>
            </p:nvGrpSpPr>
            <p:grpSpPr>
              <a:xfrm>
                <a:off x="3816161" y="4038080"/>
                <a:ext cx="8375839" cy="548994"/>
                <a:chOff x="3488953" y="1311293"/>
                <a:chExt cx="8397797" cy="1591056"/>
              </a:xfrm>
            </p:grpSpPr>
            <p:sp>
              <p:nvSpPr>
                <p:cNvPr id="210" name="Isosceles Triangle 209">
                  <a:extLst>
                    <a:ext uri="{FF2B5EF4-FFF2-40B4-BE49-F238E27FC236}">
                      <a16:creationId xmlns:a16="http://schemas.microsoft.com/office/drawing/2014/main" id="{988D60AE-3103-8934-A003-33583BC452EA}"/>
                    </a:ext>
                  </a:extLst>
                </p:cNvPr>
                <p:cNvSpPr/>
                <p:nvPr/>
              </p:nvSpPr>
              <p:spPr>
                <a:xfrm rot="5400000">
                  <a:off x="10405422" y="1421021"/>
                  <a:ext cx="1591056" cy="1371600"/>
                </a:xfrm>
                <a:prstGeom prst="triangl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1" name="Rectangle: Top Corners Rounded 210">
                  <a:extLst>
                    <a:ext uri="{FF2B5EF4-FFF2-40B4-BE49-F238E27FC236}">
                      <a16:creationId xmlns:a16="http://schemas.microsoft.com/office/drawing/2014/main" id="{B6E7F7A9-ACF1-213D-F1F4-4C81E2DC44C3}"/>
                    </a:ext>
                  </a:extLst>
                </p:cNvPr>
                <p:cNvSpPr/>
                <p:nvPr/>
              </p:nvSpPr>
              <p:spPr>
                <a:xfrm rot="16200000">
                  <a:off x="4301113" y="827384"/>
                  <a:ext cx="936000" cy="2560320"/>
                </a:xfrm>
                <a:prstGeom prst="round2SameRect">
                  <a:avLst>
                    <a:gd name="adj1" fmla="val 50000"/>
                    <a:gd name="adj2" fmla="val 0"/>
                  </a:avLst>
                </a:prstGeom>
                <a:solidFill>
                  <a:schemeClr val="accent5"/>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2" name="Rectangle 211">
                  <a:extLst>
                    <a:ext uri="{FF2B5EF4-FFF2-40B4-BE49-F238E27FC236}">
                      <a16:creationId xmlns:a16="http://schemas.microsoft.com/office/drawing/2014/main" id="{94C95053-8B21-4CEF-7D4B-FE3986795DAB}"/>
                    </a:ext>
                  </a:extLst>
                </p:cNvPr>
                <p:cNvSpPr/>
                <p:nvPr/>
              </p:nvSpPr>
              <p:spPr>
                <a:xfrm rot="16200000">
                  <a:off x="6843833" y="827384"/>
                  <a:ext cx="936000" cy="2560320"/>
                </a:xfrm>
                <a:prstGeom prst="rect">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3" name="Rectangle 212">
                  <a:extLst>
                    <a:ext uri="{FF2B5EF4-FFF2-40B4-BE49-F238E27FC236}">
                      <a16:creationId xmlns:a16="http://schemas.microsoft.com/office/drawing/2014/main" id="{249997DD-8D88-FF17-ED9E-25180BEC9A7E}"/>
                    </a:ext>
                  </a:extLst>
                </p:cNvPr>
                <p:cNvSpPr/>
                <p:nvPr/>
              </p:nvSpPr>
              <p:spPr>
                <a:xfrm rot="16200000">
                  <a:off x="9248670" y="964543"/>
                  <a:ext cx="937446" cy="22860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4" name="TextBox 213">
                  <a:extLst>
                    <a:ext uri="{FF2B5EF4-FFF2-40B4-BE49-F238E27FC236}">
                      <a16:creationId xmlns:a16="http://schemas.microsoft.com/office/drawing/2014/main" id="{3E641743-A179-6A0F-FF83-F5424CB7252A}"/>
                    </a:ext>
                  </a:extLst>
                </p:cNvPr>
                <p:cNvSpPr txBox="1"/>
                <p:nvPr/>
              </p:nvSpPr>
              <p:spPr>
                <a:xfrm>
                  <a:off x="8474786" y="1740752"/>
                  <a:ext cx="2633349" cy="802779"/>
                </a:xfrm>
                <a:prstGeom prst="rect">
                  <a:avLst/>
                </a:prstGeom>
                <a:noFill/>
              </p:spPr>
              <p:txBody>
                <a:bodyPr wrap="square" rtlCol="0">
                  <a:spAutoFit/>
                </a:bodyPr>
                <a:lstStyle/>
                <a:p>
                  <a:pPr algn="ctr"/>
                  <a:r>
                    <a:rPr lang="en-GB" sz="1200" dirty="0">
                      <a:solidFill>
                        <a:schemeClr val="bg2"/>
                      </a:solidFill>
                      <a:latin typeface="+mn-lt"/>
                    </a:rPr>
                    <a:t>Accumulative Total = 21</a:t>
                  </a:r>
                </a:p>
              </p:txBody>
            </p:sp>
            <p:sp>
              <p:nvSpPr>
                <p:cNvPr id="215" name="TextBox 214">
                  <a:extLst>
                    <a:ext uri="{FF2B5EF4-FFF2-40B4-BE49-F238E27FC236}">
                      <a16:creationId xmlns:a16="http://schemas.microsoft.com/office/drawing/2014/main" id="{336EF7F6-4322-947E-DA21-414F34A7DBE2}"/>
                    </a:ext>
                  </a:extLst>
                </p:cNvPr>
                <p:cNvSpPr txBox="1"/>
                <p:nvPr/>
              </p:nvSpPr>
              <p:spPr>
                <a:xfrm>
                  <a:off x="3603963" y="1604922"/>
                  <a:ext cx="2299705" cy="1070371"/>
                </a:xfrm>
                <a:prstGeom prst="rect">
                  <a:avLst/>
                </a:prstGeom>
                <a:noFill/>
              </p:spPr>
              <p:txBody>
                <a:bodyPr wrap="square" rtlCol="0">
                  <a:spAutoFit/>
                </a:bodyPr>
                <a:lstStyle/>
                <a:p>
                  <a:pPr algn="ctr"/>
                  <a:r>
                    <a:rPr lang="en-GB" sz="900" dirty="0">
                      <a:latin typeface="+mn-lt"/>
                    </a:rPr>
                    <a:t>Registers </a:t>
                  </a:r>
                  <a:r>
                    <a:rPr lang="en-GB" sz="900" b="1" dirty="0">
                      <a:latin typeface="+mn-lt"/>
                    </a:rPr>
                    <a:t>more than 1 time</a:t>
                  </a:r>
                  <a:r>
                    <a:rPr lang="en-GB" sz="900" dirty="0">
                      <a:latin typeface="+mn-lt"/>
                    </a:rPr>
                    <a:t> in the last </a:t>
                  </a:r>
                  <a:r>
                    <a:rPr lang="en-GB" sz="900" b="1" dirty="0">
                      <a:latin typeface="+mn-lt"/>
                    </a:rPr>
                    <a:t>30</a:t>
                  </a:r>
                  <a:r>
                    <a:rPr lang="en-GB" sz="900" dirty="0">
                      <a:latin typeface="+mn-lt"/>
                    </a:rPr>
                    <a:t> days</a:t>
                  </a:r>
                </a:p>
              </p:txBody>
            </p:sp>
            <p:sp>
              <p:nvSpPr>
                <p:cNvPr id="216" name="TextBox 215">
                  <a:extLst>
                    <a:ext uri="{FF2B5EF4-FFF2-40B4-BE49-F238E27FC236}">
                      <a16:creationId xmlns:a16="http://schemas.microsoft.com/office/drawing/2014/main" id="{628C44D7-F921-FBE6-C591-60A30589F935}"/>
                    </a:ext>
                  </a:extLst>
                </p:cNvPr>
                <p:cNvSpPr txBox="1"/>
                <p:nvPr/>
              </p:nvSpPr>
              <p:spPr>
                <a:xfrm>
                  <a:off x="6498441" y="1429745"/>
                  <a:ext cx="1564963" cy="1337965"/>
                </a:xfrm>
                <a:prstGeom prst="rect">
                  <a:avLst/>
                </a:prstGeom>
                <a:noFill/>
              </p:spPr>
              <p:txBody>
                <a:bodyPr wrap="square" rtlCol="0">
                  <a:spAutoFit/>
                </a:bodyPr>
                <a:lstStyle>
                  <a:defPPr>
                    <a:defRPr lang="en-US"/>
                  </a:defPPr>
                  <a:lvl1pPr algn="ctr">
                    <a:defRPr sz="1400">
                      <a:solidFill>
                        <a:schemeClr val="bg2"/>
                      </a:solidFill>
                      <a:latin typeface="+mn-lt"/>
                    </a:defRPr>
                  </a:lvl1pPr>
                </a:lstStyle>
                <a:p>
                  <a:r>
                    <a:rPr lang="en-GB" sz="800" dirty="0"/>
                    <a:t>Score = 60</a:t>
                  </a:r>
                </a:p>
                <a:p>
                  <a:r>
                    <a:rPr lang="en-GB" sz="800" dirty="0"/>
                    <a:t>Weight = 10%</a:t>
                  </a:r>
                </a:p>
                <a:p>
                  <a:r>
                    <a:rPr lang="en-GB" sz="800" b="1" dirty="0"/>
                    <a:t>Points =  6</a:t>
                  </a:r>
                </a:p>
              </p:txBody>
            </p:sp>
          </p:grpSp>
        </p:grpSp>
        <p:sp>
          <p:nvSpPr>
            <p:cNvPr id="202" name="Oval 201">
              <a:extLst>
                <a:ext uri="{FF2B5EF4-FFF2-40B4-BE49-F238E27FC236}">
                  <a16:creationId xmlns:a16="http://schemas.microsoft.com/office/drawing/2014/main" id="{63019F66-15CE-F860-0980-FC0C000F5D77}"/>
                </a:ext>
              </a:extLst>
            </p:cNvPr>
            <p:cNvSpPr/>
            <p:nvPr/>
          </p:nvSpPr>
          <p:spPr>
            <a:xfrm>
              <a:off x="3434495" y="4241235"/>
              <a:ext cx="8512084" cy="288999"/>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grpSp>
        <p:nvGrpSpPr>
          <p:cNvPr id="314" name="Group 313">
            <a:extLst>
              <a:ext uri="{FF2B5EF4-FFF2-40B4-BE49-F238E27FC236}">
                <a16:creationId xmlns:a16="http://schemas.microsoft.com/office/drawing/2014/main" id="{2A4DDE53-7B78-CAF2-D1BA-E99E275C16FE}"/>
              </a:ext>
            </a:extLst>
          </p:cNvPr>
          <p:cNvGrpSpPr/>
          <p:nvPr/>
        </p:nvGrpSpPr>
        <p:grpSpPr>
          <a:xfrm>
            <a:off x="336331" y="2712293"/>
            <a:ext cx="11855669" cy="672896"/>
            <a:chOff x="336331" y="2712293"/>
            <a:chExt cx="11855669" cy="672896"/>
          </a:xfrm>
        </p:grpSpPr>
        <p:grpSp>
          <p:nvGrpSpPr>
            <p:cNvPr id="281" name="Group 280">
              <a:extLst>
                <a:ext uri="{FF2B5EF4-FFF2-40B4-BE49-F238E27FC236}">
                  <a16:creationId xmlns:a16="http://schemas.microsoft.com/office/drawing/2014/main" id="{0896498A-CE70-C67A-6DAD-25163BD847B9}"/>
                </a:ext>
              </a:extLst>
            </p:cNvPr>
            <p:cNvGrpSpPr/>
            <p:nvPr/>
          </p:nvGrpSpPr>
          <p:grpSpPr>
            <a:xfrm>
              <a:off x="336331" y="2712293"/>
              <a:ext cx="11855669" cy="672896"/>
              <a:chOff x="336331" y="2795744"/>
              <a:chExt cx="11855669" cy="672896"/>
            </a:xfrm>
          </p:grpSpPr>
          <p:grpSp>
            <p:nvGrpSpPr>
              <p:cNvPr id="199" name="Group 198">
                <a:extLst>
                  <a:ext uri="{FF2B5EF4-FFF2-40B4-BE49-F238E27FC236}">
                    <a16:creationId xmlns:a16="http://schemas.microsoft.com/office/drawing/2014/main" id="{9D2119A2-F357-8D1A-7FDF-43D1C600AEFC}"/>
                  </a:ext>
                </a:extLst>
              </p:cNvPr>
              <p:cNvGrpSpPr/>
              <p:nvPr/>
            </p:nvGrpSpPr>
            <p:grpSpPr>
              <a:xfrm>
                <a:off x="336331" y="2842710"/>
                <a:ext cx="2226565" cy="625930"/>
                <a:chOff x="0" y="1447408"/>
                <a:chExt cx="2232402" cy="1814026"/>
              </a:xfrm>
            </p:grpSpPr>
            <p:sp>
              <p:nvSpPr>
                <p:cNvPr id="235" name="Oval 234">
                  <a:extLst>
                    <a:ext uri="{FF2B5EF4-FFF2-40B4-BE49-F238E27FC236}">
                      <a16:creationId xmlns:a16="http://schemas.microsoft.com/office/drawing/2014/main" id="{D1157FE2-8372-D234-98B6-816F649189E3}"/>
                    </a:ext>
                  </a:extLst>
                </p:cNvPr>
                <p:cNvSpPr/>
                <p:nvPr/>
              </p:nvSpPr>
              <p:spPr>
                <a:xfrm>
                  <a:off x="0" y="2499151"/>
                  <a:ext cx="2232402" cy="762283"/>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36" name="Rectangle: Rounded Corners 235">
                  <a:extLst>
                    <a:ext uri="{FF2B5EF4-FFF2-40B4-BE49-F238E27FC236}">
                      <a16:creationId xmlns:a16="http://schemas.microsoft.com/office/drawing/2014/main" id="{4AA75A67-5E82-EBB5-6C10-0DFEC5188071}"/>
                    </a:ext>
                  </a:extLst>
                </p:cNvPr>
                <p:cNvSpPr/>
                <p:nvPr/>
              </p:nvSpPr>
              <p:spPr>
                <a:xfrm>
                  <a:off x="389691" y="1447408"/>
                  <a:ext cx="1453020" cy="1390389"/>
                </a:xfrm>
                <a:prstGeom prst="roundRect">
                  <a:avLst>
                    <a:gd name="adj" fmla="val 21322"/>
                  </a:avLst>
                </a:prstGeom>
                <a:solidFill>
                  <a:schemeClr val="accent4">
                    <a:lumMod val="50000"/>
                  </a:schemeClr>
                </a:solidFill>
                <a:ln w="57150">
                  <a:solidFill>
                    <a:schemeClr val="bg2"/>
                  </a:solidFill>
                </a:ln>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800" b="1" dirty="0">
                      <a:solidFill>
                        <a:schemeClr val="bg2"/>
                      </a:solidFill>
                    </a:rPr>
                    <a:t>8</a:t>
                  </a:r>
                  <a:r>
                    <a:rPr lang="en-GB" sz="800" b="1" baseline="30000" dirty="0">
                      <a:solidFill>
                        <a:schemeClr val="bg2"/>
                      </a:solidFill>
                    </a:rPr>
                    <a:t>th</a:t>
                  </a:r>
                  <a:r>
                    <a:rPr lang="en-GB" sz="800" b="1" dirty="0">
                      <a:solidFill>
                        <a:schemeClr val="bg2"/>
                      </a:solidFill>
                    </a:rPr>
                    <a:t> May 2024</a:t>
                  </a:r>
                </a:p>
                <a:p>
                  <a:pPr algn="ctr"/>
                  <a:r>
                    <a:rPr lang="en-GB" sz="800" dirty="0">
                      <a:solidFill>
                        <a:schemeClr val="bg2"/>
                      </a:solidFill>
                    </a:rPr>
                    <a:t>Contact Registers CLUS</a:t>
                  </a:r>
                </a:p>
              </p:txBody>
            </p:sp>
          </p:grpSp>
          <p:grpSp>
            <p:nvGrpSpPr>
              <p:cNvPr id="205" name="Group 204">
                <a:extLst>
                  <a:ext uri="{FF2B5EF4-FFF2-40B4-BE49-F238E27FC236}">
                    <a16:creationId xmlns:a16="http://schemas.microsoft.com/office/drawing/2014/main" id="{0013A13D-9071-42D4-3972-1C49032D36D2}"/>
                  </a:ext>
                </a:extLst>
              </p:cNvPr>
              <p:cNvGrpSpPr/>
              <p:nvPr/>
            </p:nvGrpSpPr>
            <p:grpSpPr>
              <a:xfrm>
                <a:off x="3816161" y="2795744"/>
                <a:ext cx="8375839" cy="548994"/>
                <a:chOff x="3488953" y="1311293"/>
                <a:chExt cx="8397797" cy="1591056"/>
              </a:xfrm>
            </p:grpSpPr>
            <p:sp>
              <p:nvSpPr>
                <p:cNvPr id="224" name="Isosceles Triangle 223">
                  <a:extLst>
                    <a:ext uri="{FF2B5EF4-FFF2-40B4-BE49-F238E27FC236}">
                      <a16:creationId xmlns:a16="http://schemas.microsoft.com/office/drawing/2014/main" id="{88F5EB4B-8958-85D5-77E4-9F4714D5F6E7}"/>
                    </a:ext>
                  </a:extLst>
                </p:cNvPr>
                <p:cNvSpPr/>
                <p:nvPr/>
              </p:nvSpPr>
              <p:spPr>
                <a:xfrm rot="5400000">
                  <a:off x="10405422" y="1421021"/>
                  <a:ext cx="1591056" cy="1371600"/>
                </a:xfrm>
                <a:prstGeom prst="triangle">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5" name="Rectangle: Top Corners Rounded 224">
                  <a:extLst>
                    <a:ext uri="{FF2B5EF4-FFF2-40B4-BE49-F238E27FC236}">
                      <a16:creationId xmlns:a16="http://schemas.microsoft.com/office/drawing/2014/main" id="{8CB0FBF1-4ACF-6826-ABA2-D41B0BC0C2D8}"/>
                    </a:ext>
                  </a:extLst>
                </p:cNvPr>
                <p:cNvSpPr/>
                <p:nvPr/>
              </p:nvSpPr>
              <p:spPr>
                <a:xfrm rot="16200000">
                  <a:off x="4301113" y="827384"/>
                  <a:ext cx="936000" cy="2560320"/>
                </a:xfrm>
                <a:prstGeom prst="round2SameRect">
                  <a:avLst>
                    <a:gd name="adj1" fmla="val 50000"/>
                    <a:gd name="adj2" fmla="val 0"/>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6" name="Rectangle 225">
                  <a:extLst>
                    <a:ext uri="{FF2B5EF4-FFF2-40B4-BE49-F238E27FC236}">
                      <a16:creationId xmlns:a16="http://schemas.microsoft.com/office/drawing/2014/main" id="{069F79BA-5BCB-C2D7-C3F1-2C0C49B4E0A7}"/>
                    </a:ext>
                  </a:extLst>
                </p:cNvPr>
                <p:cNvSpPr/>
                <p:nvPr/>
              </p:nvSpPr>
              <p:spPr>
                <a:xfrm rot="16200000">
                  <a:off x="6843833" y="827384"/>
                  <a:ext cx="936000" cy="2560320"/>
                </a:xfrm>
                <a:prstGeom prst="rect">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7" name="Rectangle 226">
                  <a:extLst>
                    <a:ext uri="{FF2B5EF4-FFF2-40B4-BE49-F238E27FC236}">
                      <a16:creationId xmlns:a16="http://schemas.microsoft.com/office/drawing/2014/main" id="{390F1371-5F6B-FBD8-73DA-57141ED48C94}"/>
                    </a:ext>
                  </a:extLst>
                </p:cNvPr>
                <p:cNvSpPr/>
                <p:nvPr/>
              </p:nvSpPr>
              <p:spPr>
                <a:xfrm rot="16200000">
                  <a:off x="9248670" y="964543"/>
                  <a:ext cx="937446" cy="2286000"/>
                </a:xfrm>
                <a:prstGeom prst="rect">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8" name="TextBox 227">
                  <a:extLst>
                    <a:ext uri="{FF2B5EF4-FFF2-40B4-BE49-F238E27FC236}">
                      <a16:creationId xmlns:a16="http://schemas.microsoft.com/office/drawing/2014/main" id="{C0603158-DDED-380D-CF08-64D26D9D7E36}"/>
                    </a:ext>
                  </a:extLst>
                </p:cNvPr>
                <p:cNvSpPr txBox="1"/>
                <p:nvPr/>
              </p:nvSpPr>
              <p:spPr>
                <a:xfrm>
                  <a:off x="8758341" y="1709742"/>
                  <a:ext cx="2088583" cy="802779"/>
                </a:xfrm>
                <a:prstGeom prst="rect">
                  <a:avLst/>
                </a:prstGeom>
                <a:noFill/>
              </p:spPr>
              <p:txBody>
                <a:bodyPr wrap="square" rtlCol="0">
                  <a:spAutoFit/>
                </a:bodyPr>
                <a:lstStyle/>
                <a:p>
                  <a:pPr algn="ctr"/>
                  <a:r>
                    <a:rPr lang="en-GB" sz="1200" dirty="0">
                      <a:solidFill>
                        <a:schemeClr val="bg2"/>
                      </a:solidFill>
                      <a:latin typeface="+mn-lt"/>
                    </a:rPr>
                    <a:t>Accumulative Total = 20 </a:t>
                  </a:r>
                </a:p>
              </p:txBody>
            </p:sp>
            <p:sp>
              <p:nvSpPr>
                <p:cNvPr id="229" name="TextBox 228">
                  <a:extLst>
                    <a:ext uri="{FF2B5EF4-FFF2-40B4-BE49-F238E27FC236}">
                      <a16:creationId xmlns:a16="http://schemas.microsoft.com/office/drawing/2014/main" id="{C0084A75-1C08-B5BD-B06E-DFAC4980D97A}"/>
                    </a:ext>
                  </a:extLst>
                </p:cNvPr>
                <p:cNvSpPr txBox="1"/>
                <p:nvPr/>
              </p:nvSpPr>
              <p:spPr>
                <a:xfrm>
                  <a:off x="3603963" y="1569427"/>
                  <a:ext cx="2145032" cy="1070372"/>
                </a:xfrm>
                <a:prstGeom prst="rect">
                  <a:avLst/>
                </a:prstGeom>
                <a:noFill/>
              </p:spPr>
              <p:txBody>
                <a:bodyPr wrap="square" rtlCol="0">
                  <a:spAutoFit/>
                </a:bodyPr>
                <a:lstStyle/>
                <a:p>
                  <a:pPr algn="ctr"/>
                  <a:r>
                    <a:rPr lang="en-GB" sz="900" dirty="0">
                      <a:solidFill>
                        <a:schemeClr val="tx1">
                          <a:alpha val="39000"/>
                        </a:schemeClr>
                      </a:solidFill>
                      <a:latin typeface="+mn-lt"/>
                    </a:rPr>
                    <a:t>Registers at </a:t>
                  </a:r>
                  <a:r>
                    <a:rPr lang="en-GB" sz="900" b="1" dirty="0">
                      <a:solidFill>
                        <a:schemeClr val="tx1">
                          <a:alpha val="39000"/>
                        </a:schemeClr>
                      </a:solidFill>
                      <a:latin typeface="+mn-lt"/>
                    </a:rPr>
                    <a:t>least 1 time</a:t>
                  </a:r>
                  <a:r>
                    <a:rPr lang="en-GB" sz="900" dirty="0">
                      <a:solidFill>
                        <a:schemeClr val="tx1">
                          <a:alpha val="39000"/>
                        </a:schemeClr>
                      </a:solidFill>
                      <a:latin typeface="+mn-lt"/>
                    </a:rPr>
                    <a:t> in the last </a:t>
                  </a:r>
                  <a:r>
                    <a:rPr lang="en-GB" sz="900" b="1" dirty="0">
                      <a:solidFill>
                        <a:schemeClr val="tx1">
                          <a:alpha val="39000"/>
                        </a:schemeClr>
                      </a:solidFill>
                      <a:latin typeface="+mn-lt"/>
                    </a:rPr>
                    <a:t>30</a:t>
                  </a:r>
                  <a:r>
                    <a:rPr lang="en-GB" sz="900" dirty="0">
                      <a:solidFill>
                        <a:schemeClr val="tx1">
                          <a:alpha val="39000"/>
                        </a:schemeClr>
                      </a:solidFill>
                      <a:latin typeface="+mn-lt"/>
                    </a:rPr>
                    <a:t> days</a:t>
                  </a:r>
                  <a:endParaRPr lang="en-GB" sz="1400" dirty="0">
                    <a:solidFill>
                      <a:schemeClr val="bg2">
                        <a:alpha val="39000"/>
                      </a:schemeClr>
                    </a:solidFill>
                    <a:latin typeface="+mn-lt"/>
                  </a:endParaRPr>
                </a:p>
              </p:txBody>
            </p:sp>
            <p:sp>
              <p:nvSpPr>
                <p:cNvPr id="230" name="TextBox 229">
                  <a:extLst>
                    <a:ext uri="{FF2B5EF4-FFF2-40B4-BE49-F238E27FC236}">
                      <a16:creationId xmlns:a16="http://schemas.microsoft.com/office/drawing/2014/main" id="{B02016AA-F6E0-65EB-D243-6CCD6E913486}"/>
                    </a:ext>
                  </a:extLst>
                </p:cNvPr>
                <p:cNvSpPr txBox="1"/>
                <p:nvPr/>
              </p:nvSpPr>
              <p:spPr>
                <a:xfrm>
                  <a:off x="6508924" y="1448488"/>
                  <a:ext cx="1564963" cy="1337965"/>
                </a:xfrm>
                <a:prstGeom prst="rect">
                  <a:avLst/>
                </a:prstGeom>
                <a:noFill/>
              </p:spPr>
              <p:txBody>
                <a:bodyPr wrap="square" rtlCol="0">
                  <a:spAutoFit/>
                </a:bodyPr>
                <a:lstStyle>
                  <a:defPPr>
                    <a:defRPr lang="en-US"/>
                  </a:defPPr>
                  <a:lvl1pPr algn="ctr">
                    <a:defRPr sz="1400">
                      <a:solidFill>
                        <a:schemeClr val="bg2"/>
                      </a:solidFill>
                      <a:latin typeface="+mn-lt"/>
                    </a:defRPr>
                  </a:lvl1pPr>
                </a:lstStyle>
                <a:p>
                  <a:r>
                    <a:rPr lang="en-GB" sz="800" dirty="0"/>
                    <a:t>Score = 50</a:t>
                  </a:r>
                </a:p>
                <a:p>
                  <a:r>
                    <a:rPr lang="en-GB" sz="800" dirty="0"/>
                    <a:t>Weight = 10%</a:t>
                  </a:r>
                </a:p>
                <a:p>
                  <a:r>
                    <a:rPr lang="en-GB" sz="800" b="1" dirty="0"/>
                    <a:t>Points =  5</a:t>
                  </a:r>
                </a:p>
              </p:txBody>
            </p:sp>
          </p:grpSp>
        </p:grpSp>
        <p:sp>
          <p:nvSpPr>
            <p:cNvPr id="204" name="Oval 203">
              <a:extLst>
                <a:ext uri="{FF2B5EF4-FFF2-40B4-BE49-F238E27FC236}">
                  <a16:creationId xmlns:a16="http://schemas.microsoft.com/office/drawing/2014/main" id="{E8901A20-490B-90A9-77B9-7EBDDB2F269A}"/>
                </a:ext>
              </a:extLst>
            </p:cNvPr>
            <p:cNvSpPr/>
            <p:nvPr/>
          </p:nvSpPr>
          <p:spPr>
            <a:xfrm>
              <a:off x="3423862" y="3016873"/>
              <a:ext cx="8512084" cy="288999"/>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grpSp>
        <p:nvGrpSpPr>
          <p:cNvPr id="313" name="Group 312">
            <a:extLst>
              <a:ext uri="{FF2B5EF4-FFF2-40B4-BE49-F238E27FC236}">
                <a16:creationId xmlns:a16="http://schemas.microsoft.com/office/drawing/2014/main" id="{C31940E0-058A-50F5-CD91-615043F8FE25}"/>
              </a:ext>
            </a:extLst>
          </p:cNvPr>
          <p:cNvGrpSpPr/>
          <p:nvPr/>
        </p:nvGrpSpPr>
        <p:grpSpPr>
          <a:xfrm>
            <a:off x="336331" y="3317879"/>
            <a:ext cx="11855669" cy="648304"/>
            <a:chOff x="336331" y="3317879"/>
            <a:chExt cx="11855669" cy="648304"/>
          </a:xfrm>
        </p:grpSpPr>
        <p:sp>
          <p:nvSpPr>
            <p:cNvPr id="203" name="Oval 202">
              <a:extLst>
                <a:ext uri="{FF2B5EF4-FFF2-40B4-BE49-F238E27FC236}">
                  <a16:creationId xmlns:a16="http://schemas.microsoft.com/office/drawing/2014/main" id="{6A519AD3-7957-17F2-97FA-9AAEDCCC1EDD}"/>
                </a:ext>
              </a:extLst>
            </p:cNvPr>
            <p:cNvSpPr/>
            <p:nvPr/>
          </p:nvSpPr>
          <p:spPr>
            <a:xfrm>
              <a:off x="3423862" y="3653510"/>
              <a:ext cx="8512084" cy="288999"/>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280" name="Group 279">
              <a:extLst>
                <a:ext uri="{FF2B5EF4-FFF2-40B4-BE49-F238E27FC236}">
                  <a16:creationId xmlns:a16="http://schemas.microsoft.com/office/drawing/2014/main" id="{721CBACF-1827-700C-B60A-2B0F89C5E2AB}"/>
                </a:ext>
              </a:extLst>
            </p:cNvPr>
            <p:cNvGrpSpPr/>
            <p:nvPr/>
          </p:nvGrpSpPr>
          <p:grpSpPr>
            <a:xfrm>
              <a:off x="336331" y="3317879"/>
              <a:ext cx="11855669" cy="648304"/>
              <a:chOff x="336331" y="3416912"/>
              <a:chExt cx="11855669" cy="648304"/>
            </a:xfrm>
          </p:grpSpPr>
          <p:grpSp>
            <p:nvGrpSpPr>
              <p:cNvPr id="200" name="Group 199">
                <a:extLst>
                  <a:ext uri="{FF2B5EF4-FFF2-40B4-BE49-F238E27FC236}">
                    <a16:creationId xmlns:a16="http://schemas.microsoft.com/office/drawing/2014/main" id="{194BB9BE-2570-6FCE-818F-99266DF43A7C}"/>
                  </a:ext>
                </a:extLst>
              </p:cNvPr>
              <p:cNvGrpSpPr/>
              <p:nvPr/>
            </p:nvGrpSpPr>
            <p:grpSpPr>
              <a:xfrm>
                <a:off x="336331" y="3439286"/>
                <a:ext cx="2226565" cy="625930"/>
                <a:chOff x="0" y="1447408"/>
                <a:chExt cx="2232402" cy="1814026"/>
              </a:xfrm>
            </p:grpSpPr>
            <p:sp>
              <p:nvSpPr>
                <p:cNvPr id="233" name="Oval 232">
                  <a:extLst>
                    <a:ext uri="{FF2B5EF4-FFF2-40B4-BE49-F238E27FC236}">
                      <a16:creationId xmlns:a16="http://schemas.microsoft.com/office/drawing/2014/main" id="{9705F1AA-CCDF-B34B-2C2C-34596EFD08AF}"/>
                    </a:ext>
                  </a:extLst>
                </p:cNvPr>
                <p:cNvSpPr/>
                <p:nvPr/>
              </p:nvSpPr>
              <p:spPr>
                <a:xfrm>
                  <a:off x="0" y="2499151"/>
                  <a:ext cx="2232402" cy="762283"/>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34" name="Rectangle: Rounded Corners 233">
                  <a:extLst>
                    <a:ext uri="{FF2B5EF4-FFF2-40B4-BE49-F238E27FC236}">
                      <a16:creationId xmlns:a16="http://schemas.microsoft.com/office/drawing/2014/main" id="{9B04789C-EC2A-D70E-6B50-4D425711486A}"/>
                    </a:ext>
                  </a:extLst>
                </p:cNvPr>
                <p:cNvSpPr/>
                <p:nvPr/>
              </p:nvSpPr>
              <p:spPr>
                <a:xfrm>
                  <a:off x="389691" y="1447408"/>
                  <a:ext cx="1453020" cy="1390389"/>
                </a:xfrm>
                <a:prstGeom prst="roundRect">
                  <a:avLst>
                    <a:gd name="adj" fmla="val 21322"/>
                  </a:avLst>
                </a:prstGeom>
                <a:solidFill>
                  <a:schemeClr val="accent4">
                    <a:lumMod val="50000"/>
                  </a:schemeClr>
                </a:solidFill>
                <a:ln w="57150">
                  <a:solidFill>
                    <a:schemeClr val="bg2"/>
                  </a:solidFill>
                </a:ln>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800" b="1" dirty="0">
                      <a:solidFill>
                        <a:schemeClr val="bg2"/>
                      </a:solidFill>
                    </a:rPr>
                    <a:t>9</a:t>
                  </a:r>
                  <a:r>
                    <a:rPr lang="en-GB" sz="800" b="1" baseline="30000" dirty="0">
                      <a:solidFill>
                        <a:schemeClr val="bg2"/>
                      </a:solidFill>
                    </a:rPr>
                    <a:t>th</a:t>
                  </a:r>
                  <a:r>
                    <a:rPr lang="en-GB" sz="800" b="1" dirty="0">
                      <a:solidFill>
                        <a:schemeClr val="bg2"/>
                      </a:solidFill>
                    </a:rPr>
                    <a:t> May 2024</a:t>
                  </a:r>
                </a:p>
                <a:p>
                  <a:pPr algn="ctr"/>
                  <a:r>
                    <a:rPr lang="en-GB" sz="800" dirty="0">
                      <a:solidFill>
                        <a:schemeClr val="bg2"/>
                      </a:solidFill>
                    </a:rPr>
                    <a:t>Registers for  Keynote – Vision for the Future Session</a:t>
                  </a:r>
                </a:p>
              </p:txBody>
            </p:sp>
          </p:grpSp>
          <p:grpSp>
            <p:nvGrpSpPr>
              <p:cNvPr id="206" name="Group 205">
                <a:extLst>
                  <a:ext uri="{FF2B5EF4-FFF2-40B4-BE49-F238E27FC236}">
                    <a16:creationId xmlns:a16="http://schemas.microsoft.com/office/drawing/2014/main" id="{D35BA7BA-AF8A-1B23-64C6-D6DFDBCCD257}"/>
                  </a:ext>
                </a:extLst>
              </p:cNvPr>
              <p:cNvGrpSpPr/>
              <p:nvPr/>
            </p:nvGrpSpPr>
            <p:grpSpPr>
              <a:xfrm>
                <a:off x="3816161" y="3416912"/>
                <a:ext cx="8375839" cy="548994"/>
                <a:chOff x="3488953" y="1311293"/>
                <a:chExt cx="8397797" cy="1591056"/>
              </a:xfrm>
            </p:grpSpPr>
            <p:sp>
              <p:nvSpPr>
                <p:cNvPr id="217" name="Isosceles Triangle 216">
                  <a:extLst>
                    <a:ext uri="{FF2B5EF4-FFF2-40B4-BE49-F238E27FC236}">
                      <a16:creationId xmlns:a16="http://schemas.microsoft.com/office/drawing/2014/main" id="{38B9A478-8205-F521-6A0A-76739A551D8C}"/>
                    </a:ext>
                  </a:extLst>
                </p:cNvPr>
                <p:cNvSpPr/>
                <p:nvPr/>
              </p:nvSpPr>
              <p:spPr>
                <a:xfrm rot="5400000">
                  <a:off x="10405422" y="1421021"/>
                  <a:ext cx="1591056" cy="1371600"/>
                </a:xfrm>
                <a:prstGeom prst="triangle">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4">
                        <a:lumMod val="50000"/>
                        <a:alpha val="39000"/>
                      </a:schemeClr>
                    </a:solidFill>
                  </a:endParaRPr>
                </a:p>
              </p:txBody>
            </p:sp>
            <p:sp>
              <p:nvSpPr>
                <p:cNvPr id="218" name="Rectangle: Top Corners Rounded 217">
                  <a:extLst>
                    <a:ext uri="{FF2B5EF4-FFF2-40B4-BE49-F238E27FC236}">
                      <a16:creationId xmlns:a16="http://schemas.microsoft.com/office/drawing/2014/main" id="{DF83B968-73C9-4987-8CF7-4445C85D9162}"/>
                    </a:ext>
                  </a:extLst>
                </p:cNvPr>
                <p:cNvSpPr/>
                <p:nvPr/>
              </p:nvSpPr>
              <p:spPr>
                <a:xfrm rot="16200000">
                  <a:off x="4301113" y="827384"/>
                  <a:ext cx="936000" cy="2560320"/>
                </a:xfrm>
                <a:prstGeom prst="round2SameRect">
                  <a:avLst>
                    <a:gd name="adj1" fmla="val 50000"/>
                    <a:gd name="adj2" fmla="val 0"/>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4">
                        <a:lumMod val="50000"/>
                        <a:alpha val="39000"/>
                      </a:schemeClr>
                    </a:solidFill>
                  </a:endParaRPr>
                </a:p>
              </p:txBody>
            </p:sp>
            <p:sp>
              <p:nvSpPr>
                <p:cNvPr id="219" name="Rectangle 218">
                  <a:extLst>
                    <a:ext uri="{FF2B5EF4-FFF2-40B4-BE49-F238E27FC236}">
                      <a16:creationId xmlns:a16="http://schemas.microsoft.com/office/drawing/2014/main" id="{9F15F0C8-030B-493C-67EF-416CF5FBB722}"/>
                    </a:ext>
                  </a:extLst>
                </p:cNvPr>
                <p:cNvSpPr/>
                <p:nvPr/>
              </p:nvSpPr>
              <p:spPr>
                <a:xfrm rot="16200000">
                  <a:off x="6843833" y="827384"/>
                  <a:ext cx="936000" cy="2560320"/>
                </a:xfrm>
                <a:prstGeom prst="rect">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4">
                        <a:lumMod val="50000"/>
                        <a:alpha val="39000"/>
                      </a:schemeClr>
                    </a:solidFill>
                  </a:endParaRPr>
                </a:p>
              </p:txBody>
            </p:sp>
            <p:sp>
              <p:nvSpPr>
                <p:cNvPr id="220" name="Rectangle 219">
                  <a:extLst>
                    <a:ext uri="{FF2B5EF4-FFF2-40B4-BE49-F238E27FC236}">
                      <a16:creationId xmlns:a16="http://schemas.microsoft.com/office/drawing/2014/main" id="{970B4E4F-17A8-1864-EF61-94DFDA14CCC0}"/>
                    </a:ext>
                  </a:extLst>
                </p:cNvPr>
                <p:cNvSpPr/>
                <p:nvPr/>
              </p:nvSpPr>
              <p:spPr>
                <a:xfrm rot="16200000">
                  <a:off x="9248670" y="964543"/>
                  <a:ext cx="937446" cy="2286000"/>
                </a:xfrm>
                <a:prstGeom prst="rect">
                  <a:avLst/>
                </a:prstGeom>
                <a:solidFill>
                  <a:schemeClr val="accent4">
                    <a:lumMod val="50000"/>
                    <a:alpha val="3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4">
                        <a:lumMod val="50000"/>
                        <a:alpha val="39000"/>
                      </a:schemeClr>
                    </a:solidFill>
                  </a:endParaRPr>
                </a:p>
              </p:txBody>
            </p:sp>
            <p:sp>
              <p:nvSpPr>
                <p:cNvPr id="221" name="TextBox 220">
                  <a:extLst>
                    <a:ext uri="{FF2B5EF4-FFF2-40B4-BE49-F238E27FC236}">
                      <a16:creationId xmlns:a16="http://schemas.microsoft.com/office/drawing/2014/main" id="{AA364E60-1F32-E479-554A-FCB502CF7A27}"/>
                    </a:ext>
                  </a:extLst>
                </p:cNvPr>
                <p:cNvSpPr txBox="1"/>
                <p:nvPr/>
              </p:nvSpPr>
              <p:spPr>
                <a:xfrm>
                  <a:off x="8345783" y="1599173"/>
                  <a:ext cx="2792776" cy="802779"/>
                </a:xfrm>
                <a:prstGeom prst="rect">
                  <a:avLst/>
                </a:prstGeom>
                <a:noFill/>
              </p:spPr>
              <p:txBody>
                <a:bodyPr wrap="square" rtlCol="0">
                  <a:spAutoFit/>
                </a:bodyPr>
                <a:lstStyle/>
                <a:p>
                  <a:pPr algn="ctr"/>
                  <a:r>
                    <a:rPr lang="en-GB" sz="1200" dirty="0">
                      <a:solidFill>
                        <a:schemeClr val="bg2"/>
                      </a:solidFill>
                      <a:latin typeface="+mn-lt"/>
                    </a:rPr>
                    <a:t>Accumulative Total = 21</a:t>
                  </a:r>
                </a:p>
              </p:txBody>
            </p:sp>
            <p:sp>
              <p:nvSpPr>
                <p:cNvPr id="222" name="TextBox 221">
                  <a:extLst>
                    <a:ext uri="{FF2B5EF4-FFF2-40B4-BE49-F238E27FC236}">
                      <a16:creationId xmlns:a16="http://schemas.microsoft.com/office/drawing/2014/main" id="{8334E070-C531-E4D3-7D89-76DC9D379089}"/>
                    </a:ext>
                  </a:extLst>
                </p:cNvPr>
                <p:cNvSpPr txBox="1"/>
                <p:nvPr/>
              </p:nvSpPr>
              <p:spPr>
                <a:xfrm>
                  <a:off x="3603963" y="1559695"/>
                  <a:ext cx="2250190" cy="1070372"/>
                </a:xfrm>
                <a:prstGeom prst="rect">
                  <a:avLst/>
                </a:prstGeom>
                <a:noFill/>
              </p:spPr>
              <p:txBody>
                <a:bodyPr wrap="square" rtlCol="0">
                  <a:spAutoFit/>
                </a:bodyPr>
                <a:lstStyle/>
                <a:p>
                  <a:pPr algn="ctr"/>
                  <a:r>
                    <a:rPr lang="en-GB" sz="900" dirty="0">
                      <a:solidFill>
                        <a:schemeClr val="tx1">
                          <a:alpha val="39000"/>
                        </a:schemeClr>
                      </a:solidFill>
                      <a:latin typeface="+mn-lt"/>
                    </a:rPr>
                    <a:t>Registers </a:t>
                  </a:r>
                  <a:r>
                    <a:rPr lang="en-GB" sz="900" b="1" dirty="0">
                      <a:solidFill>
                        <a:schemeClr val="tx1">
                          <a:alpha val="39000"/>
                        </a:schemeClr>
                      </a:solidFill>
                      <a:latin typeface="+mn-lt"/>
                    </a:rPr>
                    <a:t>more than 1 time </a:t>
                  </a:r>
                  <a:r>
                    <a:rPr lang="en-GB" sz="900" dirty="0">
                      <a:solidFill>
                        <a:schemeClr val="tx1">
                          <a:alpha val="39000"/>
                        </a:schemeClr>
                      </a:solidFill>
                      <a:latin typeface="+mn-lt"/>
                    </a:rPr>
                    <a:t>in the last 30 days</a:t>
                  </a:r>
                </a:p>
              </p:txBody>
            </p:sp>
            <p:sp>
              <p:nvSpPr>
                <p:cNvPr id="223" name="TextBox 222">
                  <a:extLst>
                    <a:ext uri="{FF2B5EF4-FFF2-40B4-BE49-F238E27FC236}">
                      <a16:creationId xmlns:a16="http://schemas.microsoft.com/office/drawing/2014/main" id="{87FFD9DB-02DF-5EF3-502A-AE3E0D89635E}"/>
                    </a:ext>
                  </a:extLst>
                </p:cNvPr>
                <p:cNvSpPr txBox="1"/>
                <p:nvPr/>
              </p:nvSpPr>
              <p:spPr>
                <a:xfrm>
                  <a:off x="6477339" y="1430664"/>
                  <a:ext cx="1564963" cy="1337965"/>
                </a:xfrm>
                <a:prstGeom prst="rect">
                  <a:avLst/>
                </a:prstGeom>
                <a:noFill/>
              </p:spPr>
              <p:txBody>
                <a:bodyPr wrap="square" rtlCol="0">
                  <a:spAutoFit/>
                </a:bodyPr>
                <a:lstStyle>
                  <a:defPPr>
                    <a:defRPr lang="en-US"/>
                  </a:defPPr>
                  <a:lvl1pPr algn="ctr">
                    <a:defRPr sz="1400">
                      <a:solidFill>
                        <a:schemeClr val="bg2"/>
                      </a:solidFill>
                      <a:latin typeface="+mn-lt"/>
                    </a:defRPr>
                  </a:lvl1pPr>
                </a:lstStyle>
                <a:p>
                  <a:r>
                    <a:rPr lang="en-GB" sz="800" dirty="0"/>
                    <a:t>Score = 60</a:t>
                  </a:r>
                </a:p>
                <a:p>
                  <a:r>
                    <a:rPr lang="en-GB" sz="800" dirty="0"/>
                    <a:t>Weight = 10%</a:t>
                  </a:r>
                </a:p>
                <a:p>
                  <a:r>
                    <a:rPr lang="en-GB" sz="800" b="1" dirty="0"/>
                    <a:t>Points =  6</a:t>
                  </a:r>
                </a:p>
              </p:txBody>
            </p:sp>
          </p:grpSp>
        </p:grpSp>
      </p:grpSp>
      <p:grpSp>
        <p:nvGrpSpPr>
          <p:cNvPr id="310" name="Group 309">
            <a:extLst>
              <a:ext uri="{FF2B5EF4-FFF2-40B4-BE49-F238E27FC236}">
                <a16:creationId xmlns:a16="http://schemas.microsoft.com/office/drawing/2014/main" id="{3A8D69DC-50D3-6EA7-7C2F-388A8FCF3FD0}"/>
              </a:ext>
            </a:extLst>
          </p:cNvPr>
          <p:cNvGrpSpPr/>
          <p:nvPr/>
        </p:nvGrpSpPr>
        <p:grpSpPr>
          <a:xfrm>
            <a:off x="336331" y="951178"/>
            <a:ext cx="11855669" cy="672896"/>
            <a:chOff x="336331" y="951178"/>
            <a:chExt cx="11855669" cy="672896"/>
          </a:xfrm>
        </p:grpSpPr>
        <p:sp>
          <p:nvSpPr>
            <p:cNvPr id="243" name="Oval 242">
              <a:extLst>
                <a:ext uri="{FF2B5EF4-FFF2-40B4-BE49-F238E27FC236}">
                  <a16:creationId xmlns:a16="http://schemas.microsoft.com/office/drawing/2014/main" id="{71FC0D87-2589-C4C3-381E-B42F1DED7F6A}"/>
                </a:ext>
              </a:extLst>
            </p:cNvPr>
            <p:cNvSpPr/>
            <p:nvPr/>
          </p:nvSpPr>
          <p:spPr>
            <a:xfrm>
              <a:off x="3423862" y="1268004"/>
              <a:ext cx="8512084" cy="288999"/>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284" name="Group 283">
              <a:extLst>
                <a:ext uri="{FF2B5EF4-FFF2-40B4-BE49-F238E27FC236}">
                  <a16:creationId xmlns:a16="http://schemas.microsoft.com/office/drawing/2014/main" id="{AE1FF860-E1F0-D650-11AA-B6D7B3C7CB35}"/>
                </a:ext>
              </a:extLst>
            </p:cNvPr>
            <p:cNvGrpSpPr/>
            <p:nvPr/>
          </p:nvGrpSpPr>
          <p:grpSpPr>
            <a:xfrm>
              <a:off x="336331" y="951178"/>
              <a:ext cx="11855669" cy="672896"/>
              <a:chOff x="336331" y="951178"/>
              <a:chExt cx="11855669" cy="672896"/>
            </a:xfrm>
          </p:grpSpPr>
          <p:grpSp>
            <p:nvGrpSpPr>
              <p:cNvPr id="238" name="Group 237">
                <a:extLst>
                  <a:ext uri="{FF2B5EF4-FFF2-40B4-BE49-F238E27FC236}">
                    <a16:creationId xmlns:a16="http://schemas.microsoft.com/office/drawing/2014/main" id="{22D09D50-5EDD-9109-DBE6-6E68C2CA5CB5}"/>
                  </a:ext>
                </a:extLst>
              </p:cNvPr>
              <p:cNvGrpSpPr/>
              <p:nvPr/>
            </p:nvGrpSpPr>
            <p:grpSpPr>
              <a:xfrm>
                <a:off x="336331" y="998144"/>
                <a:ext cx="2226565" cy="625930"/>
                <a:chOff x="0" y="1447408"/>
                <a:chExt cx="2232402" cy="1814026"/>
              </a:xfrm>
            </p:grpSpPr>
            <p:sp>
              <p:nvSpPr>
                <p:cNvPr id="274" name="Oval 273">
                  <a:extLst>
                    <a:ext uri="{FF2B5EF4-FFF2-40B4-BE49-F238E27FC236}">
                      <a16:creationId xmlns:a16="http://schemas.microsoft.com/office/drawing/2014/main" id="{E2C5B73E-1D4C-A518-FEA9-DCB6F01896FB}"/>
                    </a:ext>
                  </a:extLst>
                </p:cNvPr>
                <p:cNvSpPr/>
                <p:nvPr/>
              </p:nvSpPr>
              <p:spPr>
                <a:xfrm>
                  <a:off x="0" y="2499151"/>
                  <a:ext cx="2232402" cy="762283"/>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75" name="Rectangle: Rounded Corners 274">
                  <a:extLst>
                    <a:ext uri="{FF2B5EF4-FFF2-40B4-BE49-F238E27FC236}">
                      <a16:creationId xmlns:a16="http://schemas.microsoft.com/office/drawing/2014/main" id="{6918EFC8-65FD-7A6C-8CCF-FBA17C7B63E3}"/>
                    </a:ext>
                  </a:extLst>
                </p:cNvPr>
                <p:cNvSpPr/>
                <p:nvPr/>
              </p:nvSpPr>
              <p:spPr>
                <a:xfrm>
                  <a:off x="389691" y="1447408"/>
                  <a:ext cx="1453020" cy="1390389"/>
                </a:xfrm>
                <a:prstGeom prst="roundRect">
                  <a:avLst>
                    <a:gd name="adj" fmla="val 21322"/>
                  </a:avLst>
                </a:prstGeom>
                <a:solidFill>
                  <a:schemeClr val="accent1"/>
                </a:solidFill>
                <a:ln w="57150">
                  <a:solidFill>
                    <a:schemeClr val="bg2"/>
                  </a:solidFill>
                </a:ln>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800" b="1" dirty="0">
                      <a:solidFill>
                        <a:schemeClr val="bg2"/>
                      </a:solidFill>
                    </a:rPr>
                    <a:t>8</a:t>
                  </a:r>
                  <a:r>
                    <a:rPr lang="en-GB" sz="800" b="1" baseline="30000" dirty="0">
                      <a:solidFill>
                        <a:schemeClr val="bg2"/>
                      </a:solidFill>
                    </a:rPr>
                    <a:t>th</a:t>
                  </a:r>
                  <a:r>
                    <a:rPr lang="en-GB" sz="800" b="1" dirty="0">
                      <a:solidFill>
                        <a:schemeClr val="bg2"/>
                      </a:solidFill>
                    </a:rPr>
                    <a:t> May 2024</a:t>
                  </a:r>
                </a:p>
                <a:p>
                  <a:pPr algn="ctr"/>
                  <a:r>
                    <a:rPr lang="en-GB" sz="800" dirty="0">
                      <a:solidFill>
                        <a:schemeClr val="bg2"/>
                      </a:solidFill>
                    </a:rPr>
                    <a:t>Contact Clicks on Email</a:t>
                  </a:r>
                </a:p>
              </p:txBody>
            </p:sp>
          </p:grpSp>
          <p:grpSp>
            <p:nvGrpSpPr>
              <p:cNvPr id="244" name="Group 243">
                <a:extLst>
                  <a:ext uri="{FF2B5EF4-FFF2-40B4-BE49-F238E27FC236}">
                    <a16:creationId xmlns:a16="http://schemas.microsoft.com/office/drawing/2014/main" id="{C8B960EA-57CD-B464-B62D-C37DBF284BB5}"/>
                  </a:ext>
                </a:extLst>
              </p:cNvPr>
              <p:cNvGrpSpPr/>
              <p:nvPr/>
            </p:nvGrpSpPr>
            <p:grpSpPr>
              <a:xfrm>
                <a:off x="3816161" y="951178"/>
                <a:ext cx="8375839" cy="548994"/>
                <a:chOff x="3488953" y="1311293"/>
                <a:chExt cx="8397797" cy="1591056"/>
              </a:xfrm>
            </p:grpSpPr>
            <p:sp>
              <p:nvSpPr>
                <p:cNvPr id="263" name="Isosceles Triangle 262">
                  <a:extLst>
                    <a:ext uri="{FF2B5EF4-FFF2-40B4-BE49-F238E27FC236}">
                      <a16:creationId xmlns:a16="http://schemas.microsoft.com/office/drawing/2014/main" id="{3C5E8EF2-6DC3-0BA5-1A47-6ECD1D86932B}"/>
                    </a:ext>
                  </a:extLst>
                </p:cNvPr>
                <p:cNvSpPr/>
                <p:nvPr/>
              </p:nvSpPr>
              <p:spPr>
                <a:xfrm rot="5400000">
                  <a:off x="10405422" y="1421021"/>
                  <a:ext cx="1591056" cy="1371600"/>
                </a:xfrm>
                <a:prstGeom prst="triangl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4" name="Rectangle: Top Corners Rounded 263">
                  <a:extLst>
                    <a:ext uri="{FF2B5EF4-FFF2-40B4-BE49-F238E27FC236}">
                      <a16:creationId xmlns:a16="http://schemas.microsoft.com/office/drawing/2014/main" id="{70269A0B-4A79-10B6-5423-B97814D83E17}"/>
                    </a:ext>
                  </a:extLst>
                </p:cNvPr>
                <p:cNvSpPr/>
                <p:nvPr/>
              </p:nvSpPr>
              <p:spPr>
                <a:xfrm rot="16200000">
                  <a:off x="4301113" y="827384"/>
                  <a:ext cx="936000" cy="2560320"/>
                </a:xfrm>
                <a:prstGeom prst="round2SameRect">
                  <a:avLst>
                    <a:gd name="adj1" fmla="val 50000"/>
                    <a:gd name="adj2" fmla="val 0"/>
                  </a:avLst>
                </a:prstGeom>
                <a:solidFill>
                  <a:schemeClr val="accent5"/>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5" name="Rectangle 264">
                  <a:extLst>
                    <a:ext uri="{FF2B5EF4-FFF2-40B4-BE49-F238E27FC236}">
                      <a16:creationId xmlns:a16="http://schemas.microsoft.com/office/drawing/2014/main" id="{2DFDB3E0-7142-9A05-01A0-09C9EF7F2123}"/>
                    </a:ext>
                  </a:extLst>
                </p:cNvPr>
                <p:cNvSpPr/>
                <p:nvPr/>
              </p:nvSpPr>
              <p:spPr>
                <a:xfrm rot="16200000">
                  <a:off x="6843833" y="827384"/>
                  <a:ext cx="936000" cy="2560320"/>
                </a:xfrm>
                <a:prstGeom prst="rect">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6" name="Rectangle 265">
                  <a:extLst>
                    <a:ext uri="{FF2B5EF4-FFF2-40B4-BE49-F238E27FC236}">
                      <a16:creationId xmlns:a16="http://schemas.microsoft.com/office/drawing/2014/main" id="{D57E39AB-924E-2DBF-66C6-CB12601FBF09}"/>
                    </a:ext>
                  </a:extLst>
                </p:cNvPr>
                <p:cNvSpPr/>
                <p:nvPr/>
              </p:nvSpPr>
              <p:spPr>
                <a:xfrm rot="16200000">
                  <a:off x="9248670" y="964543"/>
                  <a:ext cx="937446" cy="22860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7" name="TextBox 266">
                  <a:extLst>
                    <a:ext uri="{FF2B5EF4-FFF2-40B4-BE49-F238E27FC236}">
                      <a16:creationId xmlns:a16="http://schemas.microsoft.com/office/drawing/2014/main" id="{0F9A7A1F-39AE-AB8B-A360-762AA1D87B5E}"/>
                    </a:ext>
                  </a:extLst>
                </p:cNvPr>
                <p:cNvSpPr txBox="1"/>
                <p:nvPr/>
              </p:nvSpPr>
              <p:spPr>
                <a:xfrm>
                  <a:off x="8736878" y="1709742"/>
                  <a:ext cx="2088583" cy="802779"/>
                </a:xfrm>
                <a:prstGeom prst="rect">
                  <a:avLst/>
                </a:prstGeom>
                <a:noFill/>
              </p:spPr>
              <p:txBody>
                <a:bodyPr wrap="square" rtlCol="0">
                  <a:spAutoFit/>
                </a:bodyPr>
                <a:lstStyle/>
                <a:p>
                  <a:r>
                    <a:rPr lang="en-GB" sz="1200" dirty="0">
                      <a:solidFill>
                        <a:schemeClr val="bg2"/>
                      </a:solidFill>
                      <a:latin typeface="+mn-lt"/>
                    </a:rPr>
                    <a:t>Accumulative Total = 2.5 </a:t>
                  </a:r>
                </a:p>
              </p:txBody>
            </p:sp>
            <p:sp>
              <p:nvSpPr>
                <p:cNvPr id="268" name="TextBox 267">
                  <a:extLst>
                    <a:ext uri="{FF2B5EF4-FFF2-40B4-BE49-F238E27FC236}">
                      <a16:creationId xmlns:a16="http://schemas.microsoft.com/office/drawing/2014/main" id="{B59D8704-E1C7-4C31-6617-ECA871CD5388}"/>
                    </a:ext>
                  </a:extLst>
                </p:cNvPr>
                <p:cNvSpPr txBox="1"/>
                <p:nvPr/>
              </p:nvSpPr>
              <p:spPr>
                <a:xfrm>
                  <a:off x="3603963" y="1569427"/>
                  <a:ext cx="2145032" cy="1070372"/>
                </a:xfrm>
                <a:prstGeom prst="rect">
                  <a:avLst/>
                </a:prstGeom>
                <a:noFill/>
              </p:spPr>
              <p:txBody>
                <a:bodyPr wrap="square" rtlCol="0">
                  <a:spAutoFit/>
                </a:bodyPr>
                <a:lstStyle/>
                <a:p>
                  <a:pPr algn="ctr"/>
                  <a:r>
                    <a:rPr lang="en-GB" sz="900" dirty="0">
                      <a:latin typeface="+mn-lt"/>
                    </a:rPr>
                    <a:t>Email </a:t>
                  </a:r>
                  <a:r>
                    <a:rPr lang="en-GB" sz="900" dirty="0" err="1">
                      <a:latin typeface="+mn-lt"/>
                    </a:rPr>
                    <a:t>Clickthorugh</a:t>
                  </a:r>
                  <a:r>
                    <a:rPr lang="en-GB" sz="900" dirty="0">
                      <a:latin typeface="+mn-lt"/>
                    </a:rPr>
                    <a:t> at </a:t>
                  </a:r>
                  <a:r>
                    <a:rPr lang="en-GB" sz="900" b="1" dirty="0">
                      <a:latin typeface="+mn-lt"/>
                    </a:rPr>
                    <a:t>least 1 time</a:t>
                  </a:r>
                  <a:r>
                    <a:rPr lang="en-GB" sz="900" dirty="0">
                      <a:latin typeface="+mn-lt"/>
                    </a:rPr>
                    <a:t> in the last </a:t>
                  </a:r>
                  <a:r>
                    <a:rPr lang="en-GB" sz="900" b="1" dirty="0">
                      <a:latin typeface="+mn-lt"/>
                    </a:rPr>
                    <a:t>30</a:t>
                  </a:r>
                  <a:r>
                    <a:rPr lang="en-GB" sz="900" dirty="0">
                      <a:latin typeface="+mn-lt"/>
                    </a:rPr>
                    <a:t> days</a:t>
                  </a:r>
                  <a:endParaRPr lang="en-GB" sz="1400" dirty="0">
                    <a:solidFill>
                      <a:schemeClr val="bg2"/>
                    </a:solidFill>
                    <a:latin typeface="+mn-lt"/>
                  </a:endParaRPr>
                </a:p>
              </p:txBody>
            </p:sp>
            <p:sp>
              <p:nvSpPr>
                <p:cNvPr id="269" name="TextBox 268">
                  <a:extLst>
                    <a:ext uri="{FF2B5EF4-FFF2-40B4-BE49-F238E27FC236}">
                      <a16:creationId xmlns:a16="http://schemas.microsoft.com/office/drawing/2014/main" id="{2E31129C-9039-C71D-7F61-3065308727C3}"/>
                    </a:ext>
                  </a:extLst>
                </p:cNvPr>
                <p:cNvSpPr txBox="1"/>
                <p:nvPr/>
              </p:nvSpPr>
              <p:spPr>
                <a:xfrm>
                  <a:off x="6508924" y="1448488"/>
                  <a:ext cx="1564963" cy="1337965"/>
                </a:xfrm>
                <a:prstGeom prst="rect">
                  <a:avLst/>
                </a:prstGeom>
                <a:noFill/>
              </p:spPr>
              <p:txBody>
                <a:bodyPr wrap="square" rtlCol="0">
                  <a:spAutoFit/>
                </a:bodyPr>
                <a:lstStyle>
                  <a:defPPr>
                    <a:defRPr lang="en-US"/>
                  </a:defPPr>
                  <a:lvl1pPr algn="ctr">
                    <a:defRPr sz="1400">
                      <a:solidFill>
                        <a:schemeClr val="bg2"/>
                      </a:solidFill>
                      <a:latin typeface="+mn-lt"/>
                    </a:defRPr>
                  </a:lvl1pPr>
                </a:lstStyle>
                <a:p>
                  <a:r>
                    <a:rPr lang="en-GB" sz="800" dirty="0"/>
                    <a:t>Score = 50</a:t>
                  </a:r>
                </a:p>
                <a:p>
                  <a:r>
                    <a:rPr lang="en-GB" sz="800" dirty="0"/>
                    <a:t>Weight = 5%</a:t>
                  </a:r>
                </a:p>
                <a:p>
                  <a:r>
                    <a:rPr lang="en-GB" sz="800" b="1" dirty="0"/>
                    <a:t>Points =  2.5</a:t>
                  </a:r>
                </a:p>
              </p:txBody>
            </p:sp>
          </p:grpSp>
        </p:grpSp>
      </p:grpSp>
      <p:grpSp>
        <p:nvGrpSpPr>
          <p:cNvPr id="311" name="Group 310">
            <a:extLst>
              <a:ext uri="{FF2B5EF4-FFF2-40B4-BE49-F238E27FC236}">
                <a16:creationId xmlns:a16="http://schemas.microsoft.com/office/drawing/2014/main" id="{A9D7B45B-D666-0E82-2C4B-B4FCC8C37502}"/>
              </a:ext>
            </a:extLst>
          </p:cNvPr>
          <p:cNvGrpSpPr/>
          <p:nvPr/>
        </p:nvGrpSpPr>
        <p:grpSpPr>
          <a:xfrm>
            <a:off x="336331" y="1556764"/>
            <a:ext cx="11855669" cy="648304"/>
            <a:chOff x="336331" y="1556764"/>
            <a:chExt cx="11855669" cy="648304"/>
          </a:xfrm>
        </p:grpSpPr>
        <p:sp>
          <p:nvSpPr>
            <p:cNvPr id="242" name="Oval 241">
              <a:extLst>
                <a:ext uri="{FF2B5EF4-FFF2-40B4-BE49-F238E27FC236}">
                  <a16:creationId xmlns:a16="http://schemas.microsoft.com/office/drawing/2014/main" id="{8F9C1E53-04AB-AA9B-ABF4-2AF8166A40D0}"/>
                </a:ext>
              </a:extLst>
            </p:cNvPr>
            <p:cNvSpPr/>
            <p:nvPr/>
          </p:nvSpPr>
          <p:spPr>
            <a:xfrm>
              <a:off x="3423862" y="1872739"/>
              <a:ext cx="8512084" cy="288999"/>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283" name="Group 282">
              <a:extLst>
                <a:ext uri="{FF2B5EF4-FFF2-40B4-BE49-F238E27FC236}">
                  <a16:creationId xmlns:a16="http://schemas.microsoft.com/office/drawing/2014/main" id="{D14C97EC-2A00-F2A5-500C-EA7BA406D677}"/>
                </a:ext>
              </a:extLst>
            </p:cNvPr>
            <p:cNvGrpSpPr/>
            <p:nvPr/>
          </p:nvGrpSpPr>
          <p:grpSpPr>
            <a:xfrm>
              <a:off x="336331" y="1556764"/>
              <a:ext cx="11855669" cy="648304"/>
              <a:chOff x="336331" y="1572346"/>
              <a:chExt cx="11855669" cy="648304"/>
            </a:xfrm>
          </p:grpSpPr>
          <p:grpSp>
            <p:nvGrpSpPr>
              <p:cNvPr id="239" name="Group 238">
                <a:extLst>
                  <a:ext uri="{FF2B5EF4-FFF2-40B4-BE49-F238E27FC236}">
                    <a16:creationId xmlns:a16="http://schemas.microsoft.com/office/drawing/2014/main" id="{57AA3F43-EE22-5339-9C4A-208574127DC4}"/>
                  </a:ext>
                </a:extLst>
              </p:cNvPr>
              <p:cNvGrpSpPr/>
              <p:nvPr/>
            </p:nvGrpSpPr>
            <p:grpSpPr>
              <a:xfrm>
                <a:off x="336331" y="1594720"/>
                <a:ext cx="2226565" cy="625930"/>
                <a:chOff x="0" y="1447408"/>
                <a:chExt cx="2232402" cy="1814026"/>
              </a:xfrm>
            </p:grpSpPr>
            <p:sp>
              <p:nvSpPr>
                <p:cNvPr id="272" name="Oval 271">
                  <a:extLst>
                    <a:ext uri="{FF2B5EF4-FFF2-40B4-BE49-F238E27FC236}">
                      <a16:creationId xmlns:a16="http://schemas.microsoft.com/office/drawing/2014/main" id="{7A7B94C9-646E-CC67-0DEB-6B2E2A7EDFDB}"/>
                    </a:ext>
                  </a:extLst>
                </p:cNvPr>
                <p:cNvSpPr/>
                <p:nvPr/>
              </p:nvSpPr>
              <p:spPr>
                <a:xfrm>
                  <a:off x="0" y="2499151"/>
                  <a:ext cx="2232402" cy="762283"/>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73" name="Rectangle: Rounded Corners 272">
                  <a:extLst>
                    <a:ext uri="{FF2B5EF4-FFF2-40B4-BE49-F238E27FC236}">
                      <a16:creationId xmlns:a16="http://schemas.microsoft.com/office/drawing/2014/main" id="{EEEEF68E-FA64-F80C-A456-E107490A7A3C}"/>
                    </a:ext>
                  </a:extLst>
                </p:cNvPr>
                <p:cNvSpPr/>
                <p:nvPr/>
              </p:nvSpPr>
              <p:spPr>
                <a:xfrm>
                  <a:off x="389691" y="1447408"/>
                  <a:ext cx="1453020" cy="1390389"/>
                </a:xfrm>
                <a:prstGeom prst="roundRect">
                  <a:avLst>
                    <a:gd name="adj" fmla="val 21322"/>
                  </a:avLst>
                </a:prstGeom>
                <a:solidFill>
                  <a:schemeClr val="accent1"/>
                </a:solidFill>
                <a:ln w="57150">
                  <a:solidFill>
                    <a:schemeClr val="bg2"/>
                  </a:solidFill>
                </a:ln>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800" b="1" dirty="0">
                      <a:solidFill>
                        <a:schemeClr val="bg2"/>
                      </a:solidFill>
                    </a:rPr>
                    <a:t>8</a:t>
                  </a:r>
                  <a:r>
                    <a:rPr lang="en-GB" sz="800" b="1" baseline="30000" dirty="0">
                      <a:solidFill>
                        <a:schemeClr val="bg2"/>
                      </a:solidFill>
                    </a:rPr>
                    <a:t>th</a:t>
                  </a:r>
                  <a:r>
                    <a:rPr lang="en-GB" sz="800" b="1" dirty="0">
                      <a:solidFill>
                        <a:schemeClr val="bg2"/>
                      </a:solidFill>
                    </a:rPr>
                    <a:t>  May 2024</a:t>
                  </a:r>
                </a:p>
                <a:p>
                  <a:pPr algn="ctr"/>
                  <a:r>
                    <a:rPr lang="en-GB" sz="800" dirty="0">
                      <a:solidFill>
                        <a:schemeClr val="bg2"/>
                      </a:solidFill>
                    </a:rPr>
                    <a:t>Landing Page Visit</a:t>
                  </a:r>
                </a:p>
              </p:txBody>
            </p:sp>
          </p:grpSp>
          <p:grpSp>
            <p:nvGrpSpPr>
              <p:cNvPr id="245" name="Group 244">
                <a:extLst>
                  <a:ext uri="{FF2B5EF4-FFF2-40B4-BE49-F238E27FC236}">
                    <a16:creationId xmlns:a16="http://schemas.microsoft.com/office/drawing/2014/main" id="{27A102FB-796B-A9F3-DBD9-B121E2DEBAF4}"/>
                  </a:ext>
                </a:extLst>
              </p:cNvPr>
              <p:cNvGrpSpPr/>
              <p:nvPr/>
            </p:nvGrpSpPr>
            <p:grpSpPr>
              <a:xfrm>
                <a:off x="3816161" y="1572346"/>
                <a:ext cx="8375839" cy="548994"/>
                <a:chOff x="3488953" y="1311293"/>
                <a:chExt cx="8397797" cy="1591056"/>
              </a:xfrm>
            </p:grpSpPr>
            <p:sp>
              <p:nvSpPr>
                <p:cNvPr id="256" name="Isosceles Triangle 255">
                  <a:extLst>
                    <a:ext uri="{FF2B5EF4-FFF2-40B4-BE49-F238E27FC236}">
                      <a16:creationId xmlns:a16="http://schemas.microsoft.com/office/drawing/2014/main" id="{3C572059-84AA-B260-3552-162528391AE9}"/>
                    </a:ext>
                  </a:extLst>
                </p:cNvPr>
                <p:cNvSpPr/>
                <p:nvPr/>
              </p:nvSpPr>
              <p:spPr>
                <a:xfrm rot="5400000">
                  <a:off x="10405422" y="1421021"/>
                  <a:ext cx="1591056" cy="1371600"/>
                </a:xfrm>
                <a:prstGeom prst="triangl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7" name="Rectangle: Top Corners Rounded 256">
                  <a:extLst>
                    <a:ext uri="{FF2B5EF4-FFF2-40B4-BE49-F238E27FC236}">
                      <a16:creationId xmlns:a16="http://schemas.microsoft.com/office/drawing/2014/main" id="{016FDC09-5A17-11B4-191E-D5A5988899AC}"/>
                    </a:ext>
                  </a:extLst>
                </p:cNvPr>
                <p:cNvSpPr/>
                <p:nvPr/>
              </p:nvSpPr>
              <p:spPr>
                <a:xfrm rot="16200000">
                  <a:off x="4301113" y="827384"/>
                  <a:ext cx="936000" cy="2560320"/>
                </a:xfrm>
                <a:prstGeom prst="round2SameRect">
                  <a:avLst>
                    <a:gd name="adj1" fmla="val 50000"/>
                    <a:gd name="adj2" fmla="val 0"/>
                  </a:avLst>
                </a:prstGeom>
                <a:solidFill>
                  <a:schemeClr val="accent5"/>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8" name="Rectangle 257">
                  <a:extLst>
                    <a:ext uri="{FF2B5EF4-FFF2-40B4-BE49-F238E27FC236}">
                      <a16:creationId xmlns:a16="http://schemas.microsoft.com/office/drawing/2014/main" id="{B0D7CA1D-F1EE-1FAB-2AC2-19439BE52856}"/>
                    </a:ext>
                  </a:extLst>
                </p:cNvPr>
                <p:cNvSpPr/>
                <p:nvPr/>
              </p:nvSpPr>
              <p:spPr>
                <a:xfrm rot="16200000">
                  <a:off x="6843833" y="827384"/>
                  <a:ext cx="936000" cy="2560320"/>
                </a:xfrm>
                <a:prstGeom prst="rect">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9" name="Rectangle 258">
                  <a:extLst>
                    <a:ext uri="{FF2B5EF4-FFF2-40B4-BE49-F238E27FC236}">
                      <a16:creationId xmlns:a16="http://schemas.microsoft.com/office/drawing/2014/main" id="{593A85B6-2A23-AC6E-33FE-7ED5084E4A28}"/>
                    </a:ext>
                  </a:extLst>
                </p:cNvPr>
                <p:cNvSpPr/>
                <p:nvPr/>
              </p:nvSpPr>
              <p:spPr>
                <a:xfrm rot="16200000">
                  <a:off x="9248670" y="964543"/>
                  <a:ext cx="937446" cy="22860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0" name="TextBox 259">
                  <a:extLst>
                    <a:ext uri="{FF2B5EF4-FFF2-40B4-BE49-F238E27FC236}">
                      <a16:creationId xmlns:a16="http://schemas.microsoft.com/office/drawing/2014/main" id="{A73603AC-DC1F-EB7C-41EF-A834259675F8}"/>
                    </a:ext>
                  </a:extLst>
                </p:cNvPr>
                <p:cNvSpPr txBox="1"/>
                <p:nvPr/>
              </p:nvSpPr>
              <p:spPr>
                <a:xfrm>
                  <a:off x="8736878" y="1721016"/>
                  <a:ext cx="2792776" cy="802779"/>
                </a:xfrm>
                <a:prstGeom prst="rect">
                  <a:avLst/>
                </a:prstGeom>
                <a:noFill/>
              </p:spPr>
              <p:txBody>
                <a:bodyPr wrap="square" rtlCol="0">
                  <a:spAutoFit/>
                </a:bodyPr>
                <a:lstStyle/>
                <a:p>
                  <a:r>
                    <a:rPr lang="en-GB" sz="1200" dirty="0">
                      <a:solidFill>
                        <a:schemeClr val="bg2"/>
                      </a:solidFill>
                      <a:latin typeface="+mn-lt"/>
                    </a:rPr>
                    <a:t>Accumulative Total = 10</a:t>
                  </a:r>
                </a:p>
              </p:txBody>
            </p:sp>
            <p:sp>
              <p:nvSpPr>
                <p:cNvPr id="261" name="TextBox 260">
                  <a:extLst>
                    <a:ext uri="{FF2B5EF4-FFF2-40B4-BE49-F238E27FC236}">
                      <a16:creationId xmlns:a16="http://schemas.microsoft.com/office/drawing/2014/main" id="{155C1E1E-276C-686E-D25F-A433E8AE72E1}"/>
                    </a:ext>
                  </a:extLst>
                </p:cNvPr>
                <p:cNvSpPr txBox="1"/>
                <p:nvPr/>
              </p:nvSpPr>
              <p:spPr>
                <a:xfrm>
                  <a:off x="3603963" y="1559695"/>
                  <a:ext cx="2250190" cy="1070372"/>
                </a:xfrm>
                <a:prstGeom prst="rect">
                  <a:avLst/>
                </a:prstGeom>
                <a:noFill/>
              </p:spPr>
              <p:txBody>
                <a:bodyPr wrap="square" rtlCol="0">
                  <a:spAutoFit/>
                </a:bodyPr>
                <a:lstStyle/>
                <a:p>
                  <a:pPr algn="ctr"/>
                  <a:r>
                    <a:rPr lang="en-GB" sz="900" dirty="0">
                      <a:latin typeface="+mn-lt"/>
                    </a:rPr>
                    <a:t>Visits landing page at</a:t>
                  </a:r>
                  <a:r>
                    <a:rPr lang="en-GB" sz="900" b="1" dirty="0">
                      <a:latin typeface="+mn-lt"/>
                    </a:rPr>
                    <a:t> least than 1 time </a:t>
                  </a:r>
                  <a:r>
                    <a:rPr lang="en-GB" sz="900" dirty="0">
                      <a:latin typeface="+mn-lt"/>
                    </a:rPr>
                    <a:t>in the last 30 days</a:t>
                  </a:r>
                </a:p>
              </p:txBody>
            </p:sp>
            <p:sp>
              <p:nvSpPr>
                <p:cNvPr id="262" name="TextBox 261">
                  <a:extLst>
                    <a:ext uri="{FF2B5EF4-FFF2-40B4-BE49-F238E27FC236}">
                      <a16:creationId xmlns:a16="http://schemas.microsoft.com/office/drawing/2014/main" id="{8B335A28-B42A-E6B2-EFEE-3CDD8B08792A}"/>
                    </a:ext>
                  </a:extLst>
                </p:cNvPr>
                <p:cNvSpPr txBox="1"/>
                <p:nvPr/>
              </p:nvSpPr>
              <p:spPr>
                <a:xfrm>
                  <a:off x="6477339" y="1430664"/>
                  <a:ext cx="1564963" cy="1337965"/>
                </a:xfrm>
                <a:prstGeom prst="rect">
                  <a:avLst/>
                </a:prstGeom>
                <a:noFill/>
              </p:spPr>
              <p:txBody>
                <a:bodyPr wrap="square" rtlCol="0">
                  <a:spAutoFit/>
                </a:bodyPr>
                <a:lstStyle>
                  <a:defPPr>
                    <a:defRPr lang="en-US"/>
                  </a:defPPr>
                  <a:lvl1pPr algn="ctr">
                    <a:defRPr sz="1400">
                      <a:solidFill>
                        <a:schemeClr val="bg2"/>
                      </a:solidFill>
                      <a:latin typeface="+mn-lt"/>
                    </a:defRPr>
                  </a:lvl1pPr>
                </a:lstStyle>
                <a:p>
                  <a:r>
                    <a:rPr lang="en-GB" sz="800" dirty="0"/>
                    <a:t>Score = 50</a:t>
                  </a:r>
                </a:p>
                <a:p>
                  <a:r>
                    <a:rPr lang="en-GB" sz="800" dirty="0"/>
                    <a:t>Weight = 15%</a:t>
                  </a:r>
                </a:p>
                <a:p>
                  <a:r>
                    <a:rPr lang="en-GB" sz="800" b="1" dirty="0"/>
                    <a:t>Points =  7.5</a:t>
                  </a:r>
                </a:p>
              </p:txBody>
            </p:sp>
          </p:grpSp>
        </p:grpSp>
      </p:grpSp>
      <p:grpSp>
        <p:nvGrpSpPr>
          <p:cNvPr id="312" name="Group 311">
            <a:extLst>
              <a:ext uri="{FF2B5EF4-FFF2-40B4-BE49-F238E27FC236}">
                <a16:creationId xmlns:a16="http://schemas.microsoft.com/office/drawing/2014/main" id="{FD373C97-7F88-B6EA-A8E5-EEA9E54ED3F6}"/>
              </a:ext>
            </a:extLst>
          </p:cNvPr>
          <p:cNvGrpSpPr/>
          <p:nvPr/>
        </p:nvGrpSpPr>
        <p:grpSpPr>
          <a:xfrm>
            <a:off x="336331" y="2137758"/>
            <a:ext cx="11855669" cy="641845"/>
            <a:chOff x="336331" y="2137758"/>
            <a:chExt cx="11855669" cy="641845"/>
          </a:xfrm>
        </p:grpSpPr>
        <p:sp>
          <p:nvSpPr>
            <p:cNvPr id="241" name="Oval 240">
              <a:extLst>
                <a:ext uri="{FF2B5EF4-FFF2-40B4-BE49-F238E27FC236}">
                  <a16:creationId xmlns:a16="http://schemas.microsoft.com/office/drawing/2014/main" id="{7A53C1D0-7641-5BB7-079F-127834365B99}"/>
                </a:ext>
              </a:extLst>
            </p:cNvPr>
            <p:cNvSpPr/>
            <p:nvPr/>
          </p:nvSpPr>
          <p:spPr>
            <a:xfrm>
              <a:off x="3423862" y="2449832"/>
              <a:ext cx="8512084" cy="288999"/>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282" name="Group 281">
              <a:extLst>
                <a:ext uri="{FF2B5EF4-FFF2-40B4-BE49-F238E27FC236}">
                  <a16:creationId xmlns:a16="http://schemas.microsoft.com/office/drawing/2014/main" id="{E4964E84-74A6-0F33-223E-F9FCA359DC08}"/>
                </a:ext>
              </a:extLst>
            </p:cNvPr>
            <p:cNvGrpSpPr/>
            <p:nvPr/>
          </p:nvGrpSpPr>
          <p:grpSpPr>
            <a:xfrm>
              <a:off x="336331" y="2137758"/>
              <a:ext cx="11855669" cy="641845"/>
              <a:chOff x="336331" y="2193514"/>
              <a:chExt cx="11855669" cy="641845"/>
            </a:xfrm>
          </p:grpSpPr>
          <p:grpSp>
            <p:nvGrpSpPr>
              <p:cNvPr id="240" name="Group 239">
                <a:extLst>
                  <a:ext uri="{FF2B5EF4-FFF2-40B4-BE49-F238E27FC236}">
                    <a16:creationId xmlns:a16="http://schemas.microsoft.com/office/drawing/2014/main" id="{9E2C881E-AC0E-1C2B-77BD-B55F57B3A33C}"/>
                  </a:ext>
                </a:extLst>
              </p:cNvPr>
              <p:cNvGrpSpPr/>
              <p:nvPr/>
            </p:nvGrpSpPr>
            <p:grpSpPr>
              <a:xfrm>
                <a:off x="336331" y="2209429"/>
                <a:ext cx="2226565" cy="625930"/>
                <a:chOff x="0" y="1447408"/>
                <a:chExt cx="2232402" cy="1814026"/>
              </a:xfrm>
            </p:grpSpPr>
            <p:sp>
              <p:nvSpPr>
                <p:cNvPr id="270" name="Oval 269">
                  <a:extLst>
                    <a:ext uri="{FF2B5EF4-FFF2-40B4-BE49-F238E27FC236}">
                      <a16:creationId xmlns:a16="http://schemas.microsoft.com/office/drawing/2014/main" id="{051793B2-A358-3C94-DC12-23BE5B5BB3F1}"/>
                    </a:ext>
                  </a:extLst>
                </p:cNvPr>
                <p:cNvSpPr/>
                <p:nvPr/>
              </p:nvSpPr>
              <p:spPr>
                <a:xfrm>
                  <a:off x="0" y="2499151"/>
                  <a:ext cx="2232402" cy="762283"/>
                </a:xfrm>
                <a:prstGeom prst="ellipse">
                  <a:avLst/>
                </a:prstGeom>
                <a:gradFill flip="none" rotWithShape="1">
                  <a:gsLst>
                    <a:gs pos="25000">
                      <a:schemeClr val="accent4">
                        <a:lumMod val="25000"/>
                        <a:alpha val="30000"/>
                      </a:schemeClr>
                    </a:gs>
                    <a:gs pos="100000">
                      <a:schemeClr val="bg2">
                        <a:alpha val="0"/>
                      </a:schemeClr>
                    </a:gs>
                  </a:gsLst>
                  <a:path path="shap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71" name="Rectangle: Rounded Corners 270">
                  <a:extLst>
                    <a:ext uri="{FF2B5EF4-FFF2-40B4-BE49-F238E27FC236}">
                      <a16:creationId xmlns:a16="http://schemas.microsoft.com/office/drawing/2014/main" id="{43D7F334-0EBD-A04C-6F8D-51C94D058FD3}"/>
                    </a:ext>
                  </a:extLst>
                </p:cNvPr>
                <p:cNvSpPr/>
                <p:nvPr/>
              </p:nvSpPr>
              <p:spPr>
                <a:xfrm>
                  <a:off x="389691" y="1447408"/>
                  <a:ext cx="1453020" cy="1390389"/>
                </a:xfrm>
                <a:prstGeom prst="roundRect">
                  <a:avLst>
                    <a:gd name="adj" fmla="val 21322"/>
                  </a:avLst>
                </a:prstGeom>
                <a:solidFill>
                  <a:schemeClr val="accent1"/>
                </a:solidFill>
                <a:ln w="57150">
                  <a:solidFill>
                    <a:schemeClr val="bg2"/>
                  </a:solidFill>
                </a:ln>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800" b="1" dirty="0">
                      <a:solidFill>
                        <a:schemeClr val="bg2"/>
                      </a:solidFill>
                    </a:rPr>
                    <a:t>8</a:t>
                  </a:r>
                  <a:r>
                    <a:rPr lang="en-GB" sz="800" b="1" baseline="30000" dirty="0">
                      <a:solidFill>
                        <a:schemeClr val="bg2"/>
                      </a:solidFill>
                    </a:rPr>
                    <a:t>th</a:t>
                  </a:r>
                  <a:r>
                    <a:rPr lang="en-GB" sz="800" b="1" dirty="0">
                      <a:solidFill>
                        <a:schemeClr val="bg2"/>
                      </a:solidFill>
                    </a:rPr>
                    <a:t> May2024</a:t>
                  </a:r>
                </a:p>
                <a:p>
                  <a:pPr algn="ctr"/>
                  <a:r>
                    <a:rPr lang="en-GB" sz="800" dirty="0">
                      <a:solidFill>
                        <a:schemeClr val="bg2"/>
                      </a:solidFill>
                    </a:rPr>
                    <a:t>Website Visit</a:t>
                  </a:r>
                </a:p>
              </p:txBody>
            </p:sp>
          </p:grpSp>
          <p:grpSp>
            <p:nvGrpSpPr>
              <p:cNvPr id="246" name="Group 245">
                <a:extLst>
                  <a:ext uri="{FF2B5EF4-FFF2-40B4-BE49-F238E27FC236}">
                    <a16:creationId xmlns:a16="http://schemas.microsoft.com/office/drawing/2014/main" id="{462EDDAD-5F43-D38C-0158-FD9E2B99E209}"/>
                  </a:ext>
                </a:extLst>
              </p:cNvPr>
              <p:cNvGrpSpPr/>
              <p:nvPr/>
            </p:nvGrpSpPr>
            <p:grpSpPr>
              <a:xfrm>
                <a:off x="3816161" y="2193514"/>
                <a:ext cx="8375839" cy="548994"/>
                <a:chOff x="3488953" y="1311293"/>
                <a:chExt cx="8397797" cy="1591056"/>
              </a:xfrm>
            </p:grpSpPr>
            <p:sp>
              <p:nvSpPr>
                <p:cNvPr id="249" name="Isosceles Triangle 248">
                  <a:extLst>
                    <a:ext uri="{FF2B5EF4-FFF2-40B4-BE49-F238E27FC236}">
                      <a16:creationId xmlns:a16="http://schemas.microsoft.com/office/drawing/2014/main" id="{5B96FE96-9EC4-2C85-B6EA-B9FF33340E26}"/>
                    </a:ext>
                  </a:extLst>
                </p:cNvPr>
                <p:cNvSpPr/>
                <p:nvPr/>
              </p:nvSpPr>
              <p:spPr>
                <a:xfrm rot="5400000">
                  <a:off x="10405422" y="1421021"/>
                  <a:ext cx="1591056" cy="1371600"/>
                </a:xfrm>
                <a:prstGeom prst="triangl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0" name="Rectangle: Top Corners Rounded 249">
                  <a:extLst>
                    <a:ext uri="{FF2B5EF4-FFF2-40B4-BE49-F238E27FC236}">
                      <a16:creationId xmlns:a16="http://schemas.microsoft.com/office/drawing/2014/main" id="{C9007E5D-0C19-3EB0-1D30-9BAE3CEE2C44}"/>
                    </a:ext>
                  </a:extLst>
                </p:cNvPr>
                <p:cNvSpPr/>
                <p:nvPr/>
              </p:nvSpPr>
              <p:spPr>
                <a:xfrm rot="16200000">
                  <a:off x="4301113" y="827384"/>
                  <a:ext cx="936000" cy="2560320"/>
                </a:xfrm>
                <a:prstGeom prst="round2SameRect">
                  <a:avLst>
                    <a:gd name="adj1" fmla="val 50000"/>
                    <a:gd name="adj2" fmla="val 0"/>
                  </a:avLst>
                </a:prstGeom>
                <a:solidFill>
                  <a:schemeClr val="accent5"/>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1" name="Rectangle 250">
                  <a:extLst>
                    <a:ext uri="{FF2B5EF4-FFF2-40B4-BE49-F238E27FC236}">
                      <a16:creationId xmlns:a16="http://schemas.microsoft.com/office/drawing/2014/main" id="{91338698-925B-E9B1-4A77-8DE263AA210F}"/>
                    </a:ext>
                  </a:extLst>
                </p:cNvPr>
                <p:cNvSpPr/>
                <p:nvPr/>
              </p:nvSpPr>
              <p:spPr>
                <a:xfrm rot="16200000">
                  <a:off x="6843833" y="827384"/>
                  <a:ext cx="936000" cy="2560320"/>
                </a:xfrm>
                <a:prstGeom prst="rect">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2" name="Rectangle 251">
                  <a:extLst>
                    <a:ext uri="{FF2B5EF4-FFF2-40B4-BE49-F238E27FC236}">
                      <a16:creationId xmlns:a16="http://schemas.microsoft.com/office/drawing/2014/main" id="{59786CFB-7451-F6C1-9DEE-95FA738A9467}"/>
                    </a:ext>
                  </a:extLst>
                </p:cNvPr>
                <p:cNvSpPr/>
                <p:nvPr/>
              </p:nvSpPr>
              <p:spPr>
                <a:xfrm rot="16200000">
                  <a:off x="9248670" y="964543"/>
                  <a:ext cx="937446" cy="22860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3" name="TextBox 252">
                  <a:extLst>
                    <a:ext uri="{FF2B5EF4-FFF2-40B4-BE49-F238E27FC236}">
                      <a16:creationId xmlns:a16="http://schemas.microsoft.com/office/drawing/2014/main" id="{6F01EAEF-FC8D-5F79-A282-5ABB142C85E1}"/>
                    </a:ext>
                  </a:extLst>
                </p:cNvPr>
                <p:cNvSpPr txBox="1"/>
                <p:nvPr/>
              </p:nvSpPr>
              <p:spPr>
                <a:xfrm>
                  <a:off x="8757557" y="1680978"/>
                  <a:ext cx="2633349" cy="802779"/>
                </a:xfrm>
                <a:prstGeom prst="rect">
                  <a:avLst/>
                </a:prstGeom>
                <a:noFill/>
              </p:spPr>
              <p:txBody>
                <a:bodyPr wrap="square" rtlCol="0">
                  <a:spAutoFit/>
                </a:bodyPr>
                <a:lstStyle/>
                <a:p>
                  <a:r>
                    <a:rPr lang="en-GB" sz="1200" dirty="0">
                      <a:solidFill>
                        <a:schemeClr val="bg2"/>
                      </a:solidFill>
                      <a:latin typeface="+mn-lt"/>
                    </a:rPr>
                    <a:t>Accumulative Total = 15</a:t>
                  </a:r>
                </a:p>
              </p:txBody>
            </p:sp>
            <p:sp>
              <p:nvSpPr>
                <p:cNvPr id="254" name="TextBox 253">
                  <a:extLst>
                    <a:ext uri="{FF2B5EF4-FFF2-40B4-BE49-F238E27FC236}">
                      <a16:creationId xmlns:a16="http://schemas.microsoft.com/office/drawing/2014/main" id="{4E6D2407-DFE0-18B1-0953-89501BE1F660}"/>
                    </a:ext>
                  </a:extLst>
                </p:cNvPr>
                <p:cNvSpPr txBox="1"/>
                <p:nvPr/>
              </p:nvSpPr>
              <p:spPr>
                <a:xfrm>
                  <a:off x="3603963" y="1604922"/>
                  <a:ext cx="2299705" cy="1070371"/>
                </a:xfrm>
                <a:prstGeom prst="rect">
                  <a:avLst/>
                </a:prstGeom>
                <a:noFill/>
              </p:spPr>
              <p:txBody>
                <a:bodyPr wrap="square" rtlCol="0">
                  <a:spAutoFit/>
                </a:bodyPr>
                <a:lstStyle/>
                <a:p>
                  <a:pPr algn="ctr"/>
                  <a:r>
                    <a:rPr lang="en-GB" sz="900" dirty="0">
                      <a:latin typeface="+mn-lt"/>
                    </a:rPr>
                    <a:t>Visited Cisco.com at </a:t>
                  </a:r>
                  <a:r>
                    <a:rPr lang="en-GB" sz="900" b="1" dirty="0">
                      <a:latin typeface="+mn-lt"/>
                    </a:rPr>
                    <a:t>least 1 time</a:t>
                  </a:r>
                  <a:r>
                    <a:rPr lang="en-GB" sz="900" dirty="0">
                      <a:latin typeface="+mn-lt"/>
                    </a:rPr>
                    <a:t> in the last </a:t>
                  </a:r>
                  <a:r>
                    <a:rPr lang="en-GB" sz="900" b="1" dirty="0">
                      <a:latin typeface="+mn-lt"/>
                    </a:rPr>
                    <a:t>30</a:t>
                  </a:r>
                  <a:r>
                    <a:rPr lang="en-GB" sz="900" dirty="0">
                      <a:latin typeface="+mn-lt"/>
                    </a:rPr>
                    <a:t> days</a:t>
                  </a:r>
                </a:p>
              </p:txBody>
            </p:sp>
            <p:sp>
              <p:nvSpPr>
                <p:cNvPr id="255" name="TextBox 254">
                  <a:extLst>
                    <a:ext uri="{FF2B5EF4-FFF2-40B4-BE49-F238E27FC236}">
                      <a16:creationId xmlns:a16="http://schemas.microsoft.com/office/drawing/2014/main" id="{67E25C1B-E998-FD51-8AA0-436B6F0FB73F}"/>
                    </a:ext>
                  </a:extLst>
                </p:cNvPr>
                <p:cNvSpPr txBox="1"/>
                <p:nvPr/>
              </p:nvSpPr>
              <p:spPr>
                <a:xfrm>
                  <a:off x="6498441" y="1429745"/>
                  <a:ext cx="1564963" cy="1337965"/>
                </a:xfrm>
                <a:prstGeom prst="rect">
                  <a:avLst/>
                </a:prstGeom>
                <a:noFill/>
              </p:spPr>
              <p:txBody>
                <a:bodyPr wrap="square" rtlCol="0">
                  <a:spAutoFit/>
                </a:bodyPr>
                <a:lstStyle>
                  <a:defPPr>
                    <a:defRPr lang="en-US"/>
                  </a:defPPr>
                  <a:lvl1pPr algn="ctr">
                    <a:defRPr sz="1400">
                      <a:solidFill>
                        <a:schemeClr val="bg2"/>
                      </a:solidFill>
                      <a:latin typeface="+mn-lt"/>
                    </a:defRPr>
                  </a:lvl1pPr>
                </a:lstStyle>
                <a:p>
                  <a:r>
                    <a:rPr lang="en-GB" sz="800" dirty="0"/>
                    <a:t>Score = 50</a:t>
                  </a:r>
                </a:p>
                <a:p>
                  <a:r>
                    <a:rPr lang="en-GB" sz="800" dirty="0"/>
                    <a:t>Weight = 10%</a:t>
                  </a:r>
                </a:p>
                <a:p>
                  <a:r>
                    <a:rPr lang="en-GB" sz="800" b="1" dirty="0"/>
                    <a:t>Points =  5</a:t>
                  </a:r>
                </a:p>
              </p:txBody>
            </p:sp>
          </p:grpSp>
        </p:grpSp>
      </p:grpSp>
      <p:sp>
        <p:nvSpPr>
          <p:cNvPr id="285" name="TextBox 284">
            <a:extLst>
              <a:ext uri="{FF2B5EF4-FFF2-40B4-BE49-F238E27FC236}">
                <a16:creationId xmlns:a16="http://schemas.microsoft.com/office/drawing/2014/main" id="{08357347-3E9B-7744-D268-58E0AF7E9B3B}"/>
              </a:ext>
            </a:extLst>
          </p:cNvPr>
          <p:cNvSpPr txBox="1"/>
          <p:nvPr/>
        </p:nvSpPr>
        <p:spPr>
          <a:xfrm>
            <a:off x="3570155" y="6273225"/>
            <a:ext cx="5521911" cy="584775"/>
          </a:xfrm>
          <a:prstGeom prst="rect">
            <a:avLst/>
          </a:prstGeom>
          <a:noFill/>
        </p:spPr>
        <p:txBody>
          <a:bodyPr wrap="square" rtlCol="0">
            <a:spAutoFit/>
          </a:bodyPr>
          <a:lstStyle/>
          <a:p>
            <a:pPr algn="ctr"/>
            <a:r>
              <a:rPr lang="en-GB" sz="1600" i="1" dirty="0">
                <a:solidFill>
                  <a:schemeClr val="tx2"/>
                </a:solidFill>
                <a:latin typeface="+mn-lt"/>
              </a:rPr>
              <a:t>Contact Scores as Engagement Level 2 (Over 50) – and will be passed to the VDC if their profile is A B or C</a:t>
            </a:r>
          </a:p>
        </p:txBody>
      </p:sp>
      <p:sp>
        <p:nvSpPr>
          <p:cNvPr id="287" name="Oval 286">
            <a:extLst>
              <a:ext uri="{FF2B5EF4-FFF2-40B4-BE49-F238E27FC236}">
                <a16:creationId xmlns:a16="http://schemas.microsoft.com/office/drawing/2014/main" id="{96AAF560-0907-FE98-3D14-722A773CABF1}"/>
              </a:ext>
            </a:extLst>
          </p:cNvPr>
          <p:cNvSpPr/>
          <p:nvPr/>
        </p:nvSpPr>
        <p:spPr>
          <a:xfrm>
            <a:off x="4682888" y="312272"/>
            <a:ext cx="543120" cy="543120"/>
          </a:xfrm>
          <a:prstGeom prst="ellipse">
            <a:avLst/>
          </a:prstGeom>
          <a:solidFill>
            <a:schemeClr val="accent5"/>
          </a:solidFill>
          <a:ln w="412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8" name="Oval 287">
            <a:extLst>
              <a:ext uri="{FF2B5EF4-FFF2-40B4-BE49-F238E27FC236}">
                <a16:creationId xmlns:a16="http://schemas.microsoft.com/office/drawing/2014/main" id="{6E3B8CEF-CEFF-B672-5E61-F3378282278E}"/>
              </a:ext>
            </a:extLst>
          </p:cNvPr>
          <p:cNvSpPr/>
          <p:nvPr/>
        </p:nvSpPr>
        <p:spPr>
          <a:xfrm>
            <a:off x="7065320" y="312272"/>
            <a:ext cx="543120" cy="543120"/>
          </a:xfrm>
          <a:prstGeom prst="ellipse">
            <a:avLst/>
          </a:prstGeom>
          <a:solidFill>
            <a:schemeClr val="accent2"/>
          </a:solidFill>
          <a:ln w="412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1" name="TextBox 290">
            <a:extLst>
              <a:ext uri="{FF2B5EF4-FFF2-40B4-BE49-F238E27FC236}">
                <a16:creationId xmlns:a16="http://schemas.microsoft.com/office/drawing/2014/main" id="{42BD8259-0921-0522-16EE-43A9C5AABD07}"/>
              </a:ext>
            </a:extLst>
          </p:cNvPr>
          <p:cNvSpPr txBox="1"/>
          <p:nvPr/>
        </p:nvSpPr>
        <p:spPr>
          <a:xfrm>
            <a:off x="4699972" y="436946"/>
            <a:ext cx="555591" cy="145199"/>
          </a:xfrm>
          <a:prstGeom prst="rect">
            <a:avLst/>
          </a:prstGeom>
          <a:noFill/>
        </p:spPr>
        <p:txBody>
          <a:bodyPr wrap="square" rtlCol="0">
            <a:spAutoFit/>
          </a:bodyPr>
          <a:lstStyle/>
          <a:p>
            <a:r>
              <a:rPr lang="en-GB" sz="1000" b="1" dirty="0">
                <a:solidFill>
                  <a:schemeClr val="bg2"/>
                </a:solidFill>
                <a:latin typeface="+mn-lt"/>
              </a:rPr>
              <a:t>Logic</a:t>
            </a:r>
          </a:p>
        </p:txBody>
      </p:sp>
      <p:sp>
        <p:nvSpPr>
          <p:cNvPr id="292" name="TextBox 291">
            <a:extLst>
              <a:ext uri="{FF2B5EF4-FFF2-40B4-BE49-F238E27FC236}">
                <a16:creationId xmlns:a16="http://schemas.microsoft.com/office/drawing/2014/main" id="{7881A5A9-C165-EAEB-00DD-11FA3946C44C}"/>
              </a:ext>
            </a:extLst>
          </p:cNvPr>
          <p:cNvSpPr txBox="1"/>
          <p:nvPr/>
        </p:nvSpPr>
        <p:spPr>
          <a:xfrm>
            <a:off x="6899950" y="440881"/>
            <a:ext cx="1048286" cy="145199"/>
          </a:xfrm>
          <a:prstGeom prst="rect">
            <a:avLst/>
          </a:prstGeom>
          <a:noFill/>
        </p:spPr>
        <p:txBody>
          <a:bodyPr wrap="square" rtlCol="0">
            <a:spAutoFit/>
          </a:bodyPr>
          <a:lstStyle/>
          <a:p>
            <a:r>
              <a:rPr lang="en-GB" sz="1000" b="1" dirty="0">
                <a:solidFill>
                  <a:schemeClr val="bg2"/>
                </a:solidFill>
                <a:latin typeface="+mn-lt"/>
              </a:rPr>
              <a:t>Calculation</a:t>
            </a:r>
          </a:p>
        </p:txBody>
      </p:sp>
      <p:sp>
        <p:nvSpPr>
          <p:cNvPr id="293" name="TextBox 292">
            <a:extLst>
              <a:ext uri="{FF2B5EF4-FFF2-40B4-BE49-F238E27FC236}">
                <a16:creationId xmlns:a16="http://schemas.microsoft.com/office/drawing/2014/main" id="{02CD02F4-6894-2A5D-D9E8-DE573A3D1401}"/>
              </a:ext>
            </a:extLst>
          </p:cNvPr>
          <p:cNvSpPr txBox="1"/>
          <p:nvPr/>
        </p:nvSpPr>
        <p:spPr>
          <a:xfrm>
            <a:off x="9450452" y="217807"/>
            <a:ext cx="1048286" cy="145199"/>
          </a:xfrm>
          <a:prstGeom prst="rect">
            <a:avLst/>
          </a:prstGeom>
          <a:noFill/>
        </p:spPr>
        <p:txBody>
          <a:bodyPr wrap="square" rtlCol="0">
            <a:spAutoFit/>
          </a:bodyPr>
          <a:lstStyle/>
          <a:p>
            <a:r>
              <a:rPr lang="en-GB" sz="1000" b="1" dirty="0">
                <a:solidFill>
                  <a:schemeClr val="bg2"/>
                </a:solidFill>
                <a:latin typeface="+mn-lt"/>
              </a:rPr>
              <a:t>Action</a:t>
            </a:r>
          </a:p>
        </p:txBody>
      </p:sp>
      <p:sp>
        <p:nvSpPr>
          <p:cNvPr id="294" name="Oval 293">
            <a:extLst>
              <a:ext uri="{FF2B5EF4-FFF2-40B4-BE49-F238E27FC236}">
                <a16:creationId xmlns:a16="http://schemas.microsoft.com/office/drawing/2014/main" id="{20D342D3-B6DE-CA7F-5800-2A3E1D3754CD}"/>
              </a:ext>
            </a:extLst>
          </p:cNvPr>
          <p:cNvSpPr/>
          <p:nvPr/>
        </p:nvSpPr>
        <p:spPr>
          <a:xfrm>
            <a:off x="9442235" y="312272"/>
            <a:ext cx="543120" cy="543120"/>
          </a:xfrm>
          <a:prstGeom prst="ellipse">
            <a:avLst/>
          </a:prstGeom>
          <a:solidFill>
            <a:schemeClr val="accent1"/>
          </a:solidFill>
          <a:ln w="412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5" name="TextBox 294">
            <a:extLst>
              <a:ext uri="{FF2B5EF4-FFF2-40B4-BE49-F238E27FC236}">
                <a16:creationId xmlns:a16="http://schemas.microsoft.com/office/drawing/2014/main" id="{763BF60D-00C3-7862-C287-01A1AB698487}"/>
              </a:ext>
            </a:extLst>
          </p:cNvPr>
          <p:cNvSpPr txBox="1"/>
          <p:nvPr/>
        </p:nvSpPr>
        <p:spPr>
          <a:xfrm>
            <a:off x="9450452" y="461647"/>
            <a:ext cx="1048286" cy="145199"/>
          </a:xfrm>
          <a:prstGeom prst="rect">
            <a:avLst/>
          </a:prstGeom>
          <a:noFill/>
        </p:spPr>
        <p:txBody>
          <a:bodyPr wrap="square" rtlCol="0">
            <a:spAutoFit/>
          </a:bodyPr>
          <a:lstStyle/>
          <a:p>
            <a:r>
              <a:rPr lang="en-GB" sz="1000" b="1" dirty="0">
                <a:solidFill>
                  <a:schemeClr val="bg2"/>
                </a:solidFill>
                <a:latin typeface="+mn-lt"/>
              </a:rPr>
              <a:t>Action</a:t>
            </a:r>
          </a:p>
        </p:txBody>
      </p:sp>
      <p:grpSp>
        <p:nvGrpSpPr>
          <p:cNvPr id="297" name="Group 296">
            <a:extLst>
              <a:ext uri="{FF2B5EF4-FFF2-40B4-BE49-F238E27FC236}">
                <a16:creationId xmlns:a16="http://schemas.microsoft.com/office/drawing/2014/main" id="{DD64699F-625B-AF24-0864-8DD252B83467}"/>
              </a:ext>
            </a:extLst>
          </p:cNvPr>
          <p:cNvGrpSpPr/>
          <p:nvPr/>
        </p:nvGrpSpPr>
        <p:grpSpPr>
          <a:xfrm>
            <a:off x="9217034" y="6307352"/>
            <a:ext cx="2114298" cy="454674"/>
            <a:chOff x="4277360" y="3449320"/>
            <a:chExt cx="2556578" cy="549785"/>
          </a:xfrm>
        </p:grpSpPr>
        <p:sp>
          <p:nvSpPr>
            <p:cNvPr id="298" name="Rectangle 297">
              <a:extLst>
                <a:ext uri="{FF2B5EF4-FFF2-40B4-BE49-F238E27FC236}">
                  <a16:creationId xmlns:a16="http://schemas.microsoft.com/office/drawing/2014/main" id="{9D185034-8F30-3DBD-1351-3C3050763584}"/>
                </a:ext>
              </a:extLst>
            </p:cNvPr>
            <p:cNvSpPr/>
            <p:nvPr/>
          </p:nvSpPr>
          <p:spPr>
            <a:xfrm>
              <a:off x="4277360" y="3449320"/>
              <a:ext cx="579120" cy="28448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bg2"/>
                  </a:solidFill>
                </a:rPr>
                <a:t>4</a:t>
              </a:r>
            </a:p>
          </p:txBody>
        </p:sp>
        <p:sp>
          <p:nvSpPr>
            <p:cNvPr id="299" name="Rectangle 298">
              <a:extLst>
                <a:ext uri="{FF2B5EF4-FFF2-40B4-BE49-F238E27FC236}">
                  <a16:creationId xmlns:a16="http://schemas.microsoft.com/office/drawing/2014/main" id="{9E37A580-A4E6-3DAD-2085-2FBA78C18D6B}"/>
                </a:ext>
              </a:extLst>
            </p:cNvPr>
            <p:cNvSpPr/>
            <p:nvPr/>
          </p:nvSpPr>
          <p:spPr>
            <a:xfrm>
              <a:off x="4918336" y="3449320"/>
              <a:ext cx="579120" cy="28448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GB" b="1" dirty="0">
                  <a:solidFill>
                    <a:schemeClr val="bg2"/>
                  </a:solidFill>
                </a:rPr>
                <a:t>3</a:t>
              </a:r>
            </a:p>
          </p:txBody>
        </p:sp>
        <p:sp>
          <p:nvSpPr>
            <p:cNvPr id="300" name="Rectangle 299">
              <a:extLst>
                <a:ext uri="{FF2B5EF4-FFF2-40B4-BE49-F238E27FC236}">
                  <a16:creationId xmlns:a16="http://schemas.microsoft.com/office/drawing/2014/main" id="{6A649A75-3EC2-A9C4-27BB-DD04D6586D51}"/>
                </a:ext>
              </a:extLst>
            </p:cNvPr>
            <p:cNvSpPr/>
            <p:nvPr/>
          </p:nvSpPr>
          <p:spPr>
            <a:xfrm>
              <a:off x="5559312" y="3449320"/>
              <a:ext cx="579120" cy="284480"/>
            </a:xfrm>
            <a:prstGeom prst="rect">
              <a:avLst/>
            </a:prstGeom>
            <a:solidFill>
              <a:schemeClr val="accent5"/>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bg2"/>
                  </a:solidFill>
                </a:rPr>
                <a:t>2</a:t>
              </a:r>
            </a:p>
          </p:txBody>
        </p:sp>
        <p:sp>
          <p:nvSpPr>
            <p:cNvPr id="301" name="Rectangle 300">
              <a:extLst>
                <a:ext uri="{FF2B5EF4-FFF2-40B4-BE49-F238E27FC236}">
                  <a16:creationId xmlns:a16="http://schemas.microsoft.com/office/drawing/2014/main" id="{2F85DE6E-BD48-1821-484D-4D6996E66874}"/>
                </a:ext>
              </a:extLst>
            </p:cNvPr>
            <p:cNvSpPr/>
            <p:nvPr/>
          </p:nvSpPr>
          <p:spPr>
            <a:xfrm>
              <a:off x="6200288" y="3449320"/>
              <a:ext cx="579120" cy="284480"/>
            </a:xfrm>
            <a:prstGeom prst="rect">
              <a:avLst/>
            </a:prstGeom>
            <a:solidFill>
              <a:schemeClr val="accent3"/>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bg2"/>
                  </a:solidFill>
                </a:rPr>
                <a:t>1</a:t>
              </a:r>
            </a:p>
          </p:txBody>
        </p:sp>
        <p:cxnSp>
          <p:nvCxnSpPr>
            <p:cNvPr id="302" name="Straight Connector 301">
              <a:extLst>
                <a:ext uri="{FF2B5EF4-FFF2-40B4-BE49-F238E27FC236}">
                  <a16:creationId xmlns:a16="http://schemas.microsoft.com/office/drawing/2014/main" id="{83AD5AFD-04E7-6CE4-4928-3795E572C9DF}"/>
                </a:ext>
              </a:extLst>
            </p:cNvPr>
            <p:cNvCxnSpPr>
              <a:cxnSpLocks/>
            </p:cNvCxnSpPr>
            <p:nvPr/>
          </p:nvCxnSpPr>
          <p:spPr>
            <a:xfrm>
              <a:off x="4887408" y="3449320"/>
              <a:ext cx="0" cy="548640"/>
            </a:xfrm>
            <a:prstGeom prst="line">
              <a:avLst/>
            </a:prstGeom>
          </p:spPr>
          <p:style>
            <a:lnRef idx="2">
              <a:schemeClr val="accent1"/>
            </a:lnRef>
            <a:fillRef idx="0">
              <a:schemeClr val="accent1"/>
            </a:fillRef>
            <a:effectRef idx="1">
              <a:schemeClr val="accent1"/>
            </a:effectRef>
            <a:fontRef idx="minor">
              <a:schemeClr val="tx1"/>
            </a:fontRef>
          </p:style>
        </p:cxnSp>
        <p:cxnSp>
          <p:nvCxnSpPr>
            <p:cNvPr id="303" name="Straight Connector 302">
              <a:extLst>
                <a:ext uri="{FF2B5EF4-FFF2-40B4-BE49-F238E27FC236}">
                  <a16:creationId xmlns:a16="http://schemas.microsoft.com/office/drawing/2014/main" id="{AEFA76EC-B602-5DD6-7F03-A0D1B007B569}"/>
                </a:ext>
              </a:extLst>
            </p:cNvPr>
            <p:cNvCxnSpPr>
              <a:cxnSpLocks/>
            </p:cNvCxnSpPr>
            <p:nvPr/>
          </p:nvCxnSpPr>
          <p:spPr>
            <a:xfrm>
              <a:off x="5528384" y="3449320"/>
              <a:ext cx="0" cy="54864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304" name="Straight Connector 303">
              <a:extLst>
                <a:ext uri="{FF2B5EF4-FFF2-40B4-BE49-F238E27FC236}">
                  <a16:creationId xmlns:a16="http://schemas.microsoft.com/office/drawing/2014/main" id="{7F632376-9E4A-13A3-AEDF-49921137D968}"/>
                </a:ext>
              </a:extLst>
            </p:cNvPr>
            <p:cNvCxnSpPr>
              <a:cxnSpLocks/>
            </p:cNvCxnSpPr>
            <p:nvPr/>
          </p:nvCxnSpPr>
          <p:spPr>
            <a:xfrm>
              <a:off x="6169360" y="3449320"/>
              <a:ext cx="0" cy="548640"/>
            </a:xfrm>
            <a:prstGeom prst="line">
              <a:avLst/>
            </a:prstGeom>
            <a:ln>
              <a:solidFill>
                <a:schemeClr val="accent5"/>
              </a:solidFill>
            </a:ln>
          </p:spPr>
          <p:style>
            <a:lnRef idx="2">
              <a:schemeClr val="accent1"/>
            </a:lnRef>
            <a:fillRef idx="0">
              <a:schemeClr val="accent1"/>
            </a:fillRef>
            <a:effectRef idx="1">
              <a:schemeClr val="accent1"/>
            </a:effectRef>
            <a:fontRef idx="minor">
              <a:schemeClr val="tx1"/>
            </a:fontRef>
          </p:style>
        </p:cxnSp>
        <p:cxnSp>
          <p:nvCxnSpPr>
            <p:cNvPr id="305" name="Straight Connector 304">
              <a:extLst>
                <a:ext uri="{FF2B5EF4-FFF2-40B4-BE49-F238E27FC236}">
                  <a16:creationId xmlns:a16="http://schemas.microsoft.com/office/drawing/2014/main" id="{4C58E410-6881-409B-96FC-231F41AF032C}"/>
                </a:ext>
              </a:extLst>
            </p:cNvPr>
            <p:cNvCxnSpPr>
              <a:cxnSpLocks/>
            </p:cNvCxnSpPr>
            <p:nvPr/>
          </p:nvCxnSpPr>
          <p:spPr>
            <a:xfrm>
              <a:off x="6810334" y="3450465"/>
              <a:ext cx="0" cy="54864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306" name="TextBox 305">
              <a:extLst>
                <a:ext uri="{FF2B5EF4-FFF2-40B4-BE49-F238E27FC236}">
                  <a16:creationId xmlns:a16="http://schemas.microsoft.com/office/drawing/2014/main" id="{CA5DE63D-3793-68A1-813D-45674B5A9DC1}"/>
                </a:ext>
              </a:extLst>
            </p:cNvPr>
            <p:cNvSpPr txBox="1"/>
            <p:nvPr/>
          </p:nvSpPr>
          <p:spPr>
            <a:xfrm>
              <a:off x="6391666" y="3713748"/>
              <a:ext cx="442272" cy="223295"/>
            </a:xfrm>
            <a:prstGeom prst="rect">
              <a:avLst/>
            </a:prstGeom>
            <a:noFill/>
          </p:spPr>
          <p:txBody>
            <a:bodyPr wrap="square" rtlCol="0">
              <a:spAutoFit/>
            </a:bodyPr>
            <a:lstStyle/>
            <a:p>
              <a:r>
                <a:rPr lang="en-GB" sz="600" b="1" dirty="0">
                  <a:latin typeface="+mn-lt"/>
                </a:rPr>
                <a:t>100</a:t>
              </a:r>
            </a:p>
          </p:txBody>
        </p:sp>
        <p:sp>
          <p:nvSpPr>
            <p:cNvPr id="307" name="TextBox 306">
              <a:extLst>
                <a:ext uri="{FF2B5EF4-FFF2-40B4-BE49-F238E27FC236}">
                  <a16:creationId xmlns:a16="http://schemas.microsoft.com/office/drawing/2014/main" id="{75265100-B989-0FA2-A79A-AB1CC2557061}"/>
                </a:ext>
              </a:extLst>
            </p:cNvPr>
            <p:cNvSpPr txBox="1"/>
            <p:nvPr/>
          </p:nvSpPr>
          <p:spPr>
            <a:xfrm>
              <a:off x="5851930" y="3713748"/>
              <a:ext cx="364384" cy="223295"/>
            </a:xfrm>
            <a:prstGeom prst="rect">
              <a:avLst/>
            </a:prstGeom>
            <a:noFill/>
          </p:spPr>
          <p:txBody>
            <a:bodyPr wrap="square" rtlCol="0">
              <a:spAutoFit/>
            </a:bodyPr>
            <a:lstStyle/>
            <a:p>
              <a:r>
                <a:rPr lang="en-GB" sz="600" b="1" dirty="0">
                  <a:latin typeface="+mn-lt"/>
                </a:rPr>
                <a:t>75</a:t>
              </a:r>
            </a:p>
          </p:txBody>
        </p:sp>
        <p:sp>
          <p:nvSpPr>
            <p:cNvPr id="308" name="TextBox 307">
              <a:extLst>
                <a:ext uri="{FF2B5EF4-FFF2-40B4-BE49-F238E27FC236}">
                  <a16:creationId xmlns:a16="http://schemas.microsoft.com/office/drawing/2014/main" id="{C394CE5D-8757-0DB0-449D-5465CFF1F0B7}"/>
                </a:ext>
              </a:extLst>
            </p:cNvPr>
            <p:cNvSpPr txBox="1"/>
            <p:nvPr/>
          </p:nvSpPr>
          <p:spPr>
            <a:xfrm>
              <a:off x="5234309" y="3713748"/>
              <a:ext cx="364384" cy="223295"/>
            </a:xfrm>
            <a:prstGeom prst="rect">
              <a:avLst/>
            </a:prstGeom>
            <a:noFill/>
          </p:spPr>
          <p:txBody>
            <a:bodyPr wrap="square" rtlCol="0">
              <a:spAutoFit/>
            </a:bodyPr>
            <a:lstStyle/>
            <a:p>
              <a:r>
                <a:rPr lang="en-GB" sz="600" b="1" dirty="0">
                  <a:latin typeface="+mn-lt"/>
                </a:rPr>
                <a:t>50</a:t>
              </a:r>
            </a:p>
          </p:txBody>
        </p:sp>
        <p:sp>
          <p:nvSpPr>
            <p:cNvPr id="309" name="TextBox 308">
              <a:extLst>
                <a:ext uri="{FF2B5EF4-FFF2-40B4-BE49-F238E27FC236}">
                  <a16:creationId xmlns:a16="http://schemas.microsoft.com/office/drawing/2014/main" id="{6D5915D1-88CC-9897-592F-1483430F9851}"/>
                </a:ext>
              </a:extLst>
            </p:cNvPr>
            <p:cNvSpPr txBox="1"/>
            <p:nvPr/>
          </p:nvSpPr>
          <p:spPr>
            <a:xfrm>
              <a:off x="4589188" y="3713748"/>
              <a:ext cx="364384" cy="223295"/>
            </a:xfrm>
            <a:prstGeom prst="rect">
              <a:avLst/>
            </a:prstGeom>
            <a:noFill/>
          </p:spPr>
          <p:txBody>
            <a:bodyPr wrap="square" rtlCol="0">
              <a:spAutoFit/>
            </a:bodyPr>
            <a:lstStyle/>
            <a:p>
              <a:r>
                <a:rPr lang="en-GB" sz="600" b="1" dirty="0">
                  <a:latin typeface="+mn-lt"/>
                </a:rPr>
                <a:t>25</a:t>
              </a:r>
            </a:p>
          </p:txBody>
        </p:sp>
      </p:grpSp>
      <p:sp>
        <p:nvSpPr>
          <p:cNvPr id="317" name="Star: 5 Points 316">
            <a:extLst>
              <a:ext uri="{FF2B5EF4-FFF2-40B4-BE49-F238E27FC236}">
                <a16:creationId xmlns:a16="http://schemas.microsoft.com/office/drawing/2014/main" id="{BBB8A474-5BF4-C836-9384-8DA9BBA2F29B}"/>
              </a:ext>
            </a:extLst>
          </p:cNvPr>
          <p:cNvSpPr/>
          <p:nvPr/>
        </p:nvSpPr>
        <p:spPr>
          <a:xfrm>
            <a:off x="10334869" y="6528394"/>
            <a:ext cx="265814" cy="265814"/>
          </a:xfrm>
          <a:prstGeom prst="star5">
            <a:avLst/>
          </a:prstGeom>
          <a:solidFill>
            <a:schemeClr val="accent5">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777005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10"/>
                                        </p:tgtEl>
                                        <p:attrNameLst>
                                          <p:attrName>style.visibility</p:attrName>
                                        </p:attrNameLst>
                                      </p:cBhvr>
                                      <p:to>
                                        <p:strVal val="visible"/>
                                      </p:to>
                                    </p:set>
                                    <p:animEffect transition="in" filter="wipe(left)">
                                      <p:cBhvr>
                                        <p:cTn id="7" dur="1000"/>
                                        <p:tgtEl>
                                          <p:spTgt spid="310"/>
                                        </p:tgtEl>
                                      </p:cBhvr>
                                    </p:animEffect>
                                  </p:childTnLst>
                                </p:cTn>
                              </p:par>
                            </p:childTnLst>
                          </p:cTn>
                        </p:par>
                        <p:par>
                          <p:cTn id="8" fill="hold">
                            <p:stCondLst>
                              <p:cond delay="1000"/>
                            </p:stCondLst>
                            <p:childTnLst>
                              <p:par>
                                <p:cTn id="9" presetID="22" presetClass="entr" presetSubtype="8" fill="hold" nodeType="afterEffect">
                                  <p:stCondLst>
                                    <p:cond delay="500"/>
                                  </p:stCondLst>
                                  <p:childTnLst>
                                    <p:set>
                                      <p:cBhvr>
                                        <p:cTn id="10" dur="1" fill="hold">
                                          <p:stCondLst>
                                            <p:cond delay="0"/>
                                          </p:stCondLst>
                                        </p:cTn>
                                        <p:tgtEl>
                                          <p:spTgt spid="311"/>
                                        </p:tgtEl>
                                        <p:attrNameLst>
                                          <p:attrName>style.visibility</p:attrName>
                                        </p:attrNameLst>
                                      </p:cBhvr>
                                      <p:to>
                                        <p:strVal val="visible"/>
                                      </p:to>
                                    </p:set>
                                    <p:animEffect transition="in" filter="wipe(left)">
                                      <p:cBhvr>
                                        <p:cTn id="11" dur="1000"/>
                                        <p:tgtEl>
                                          <p:spTgt spid="311"/>
                                        </p:tgtEl>
                                      </p:cBhvr>
                                    </p:animEffect>
                                  </p:childTnLst>
                                </p:cTn>
                              </p:par>
                            </p:childTnLst>
                          </p:cTn>
                        </p:par>
                        <p:par>
                          <p:cTn id="12" fill="hold">
                            <p:stCondLst>
                              <p:cond delay="2500"/>
                            </p:stCondLst>
                            <p:childTnLst>
                              <p:par>
                                <p:cTn id="13" presetID="22" presetClass="entr" presetSubtype="8" fill="hold" nodeType="afterEffect">
                                  <p:stCondLst>
                                    <p:cond delay="500"/>
                                  </p:stCondLst>
                                  <p:childTnLst>
                                    <p:set>
                                      <p:cBhvr>
                                        <p:cTn id="14" dur="1" fill="hold">
                                          <p:stCondLst>
                                            <p:cond delay="0"/>
                                          </p:stCondLst>
                                        </p:cTn>
                                        <p:tgtEl>
                                          <p:spTgt spid="312"/>
                                        </p:tgtEl>
                                        <p:attrNameLst>
                                          <p:attrName>style.visibility</p:attrName>
                                        </p:attrNameLst>
                                      </p:cBhvr>
                                      <p:to>
                                        <p:strVal val="visible"/>
                                      </p:to>
                                    </p:set>
                                    <p:animEffect transition="in" filter="wipe(left)">
                                      <p:cBhvr>
                                        <p:cTn id="15" dur="1000"/>
                                        <p:tgtEl>
                                          <p:spTgt spid="312"/>
                                        </p:tgtEl>
                                      </p:cBhvr>
                                    </p:animEffect>
                                  </p:childTnLst>
                                </p:cTn>
                              </p:par>
                            </p:childTnLst>
                          </p:cTn>
                        </p:par>
                        <p:par>
                          <p:cTn id="16" fill="hold">
                            <p:stCondLst>
                              <p:cond delay="4000"/>
                            </p:stCondLst>
                            <p:childTnLst>
                              <p:par>
                                <p:cTn id="17" presetID="22" presetClass="entr" presetSubtype="8" fill="hold" nodeType="afterEffect">
                                  <p:stCondLst>
                                    <p:cond delay="500"/>
                                  </p:stCondLst>
                                  <p:childTnLst>
                                    <p:set>
                                      <p:cBhvr>
                                        <p:cTn id="18" dur="1" fill="hold">
                                          <p:stCondLst>
                                            <p:cond delay="0"/>
                                          </p:stCondLst>
                                        </p:cTn>
                                        <p:tgtEl>
                                          <p:spTgt spid="314"/>
                                        </p:tgtEl>
                                        <p:attrNameLst>
                                          <p:attrName>style.visibility</p:attrName>
                                        </p:attrNameLst>
                                      </p:cBhvr>
                                      <p:to>
                                        <p:strVal val="visible"/>
                                      </p:to>
                                    </p:set>
                                    <p:animEffect transition="in" filter="wipe(left)">
                                      <p:cBhvr>
                                        <p:cTn id="19" dur="1000"/>
                                        <p:tgtEl>
                                          <p:spTgt spid="314"/>
                                        </p:tgtEl>
                                      </p:cBhvr>
                                    </p:animEffect>
                                  </p:childTnLst>
                                </p:cTn>
                              </p:par>
                              <p:par>
                                <p:cTn id="20" presetID="22" presetClass="entr" presetSubtype="8" fill="hold" nodeType="withEffect">
                                  <p:stCondLst>
                                    <p:cond delay="500"/>
                                  </p:stCondLst>
                                  <p:childTnLst>
                                    <p:set>
                                      <p:cBhvr>
                                        <p:cTn id="21" dur="1" fill="hold">
                                          <p:stCondLst>
                                            <p:cond delay="0"/>
                                          </p:stCondLst>
                                        </p:cTn>
                                        <p:tgtEl>
                                          <p:spTgt spid="313"/>
                                        </p:tgtEl>
                                        <p:attrNameLst>
                                          <p:attrName>style.visibility</p:attrName>
                                        </p:attrNameLst>
                                      </p:cBhvr>
                                      <p:to>
                                        <p:strVal val="visible"/>
                                      </p:to>
                                    </p:set>
                                    <p:animEffect transition="in" filter="wipe(left)">
                                      <p:cBhvr>
                                        <p:cTn id="22" dur="1000"/>
                                        <p:tgtEl>
                                          <p:spTgt spid="313"/>
                                        </p:tgtEl>
                                      </p:cBhvr>
                                    </p:animEffect>
                                  </p:childTnLst>
                                </p:cTn>
                              </p:par>
                            </p:childTnLst>
                          </p:cTn>
                        </p:par>
                        <p:par>
                          <p:cTn id="23" fill="hold">
                            <p:stCondLst>
                              <p:cond delay="5500"/>
                            </p:stCondLst>
                            <p:childTnLst>
                              <p:par>
                                <p:cTn id="24" presetID="22" presetClass="entr" presetSubtype="8" fill="hold" nodeType="afterEffect">
                                  <p:stCondLst>
                                    <p:cond delay="500"/>
                                  </p:stCondLst>
                                  <p:childTnLst>
                                    <p:set>
                                      <p:cBhvr>
                                        <p:cTn id="25" dur="1" fill="hold">
                                          <p:stCondLst>
                                            <p:cond delay="0"/>
                                          </p:stCondLst>
                                        </p:cTn>
                                        <p:tgtEl>
                                          <p:spTgt spid="315"/>
                                        </p:tgtEl>
                                        <p:attrNameLst>
                                          <p:attrName>style.visibility</p:attrName>
                                        </p:attrNameLst>
                                      </p:cBhvr>
                                      <p:to>
                                        <p:strVal val="visible"/>
                                      </p:to>
                                    </p:set>
                                    <p:animEffect transition="in" filter="wipe(left)">
                                      <p:cBhvr>
                                        <p:cTn id="26" dur="1000"/>
                                        <p:tgtEl>
                                          <p:spTgt spid="315"/>
                                        </p:tgtEl>
                                      </p:cBhvr>
                                    </p:animEffect>
                                  </p:childTnLst>
                                </p:cTn>
                              </p:par>
                            </p:childTnLst>
                          </p:cTn>
                        </p:par>
                        <p:par>
                          <p:cTn id="27" fill="hold">
                            <p:stCondLst>
                              <p:cond delay="7000"/>
                            </p:stCondLst>
                            <p:childTnLst>
                              <p:par>
                                <p:cTn id="28" presetID="22" presetClass="entr" presetSubtype="8" fill="hold" nodeType="afterEffect">
                                  <p:stCondLst>
                                    <p:cond delay="500"/>
                                  </p:stCondLst>
                                  <p:childTnLst>
                                    <p:set>
                                      <p:cBhvr>
                                        <p:cTn id="29" dur="1" fill="hold">
                                          <p:stCondLst>
                                            <p:cond delay="0"/>
                                          </p:stCondLst>
                                        </p:cTn>
                                        <p:tgtEl>
                                          <p:spTgt spid="316"/>
                                        </p:tgtEl>
                                        <p:attrNameLst>
                                          <p:attrName>style.visibility</p:attrName>
                                        </p:attrNameLst>
                                      </p:cBhvr>
                                      <p:to>
                                        <p:strVal val="visible"/>
                                      </p:to>
                                    </p:set>
                                    <p:animEffect transition="in" filter="wipe(left)">
                                      <p:cBhvr>
                                        <p:cTn id="30" dur="1000"/>
                                        <p:tgtEl>
                                          <p:spTgt spid="316"/>
                                        </p:tgtEl>
                                      </p:cBhvr>
                                    </p:animEffect>
                                  </p:childTnLst>
                                </p:cTn>
                              </p:par>
                              <p:par>
                                <p:cTn id="31" presetID="22" presetClass="entr" presetSubtype="8" fill="hold" nodeType="withEffect">
                                  <p:stCondLst>
                                    <p:cond delay="500"/>
                                  </p:stCondLst>
                                  <p:childTnLst>
                                    <p:set>
                                      <p:cBhvr>
                                        <p:cTn id="32" dur="1" fill="hold">
                                          <p:stCondLst>
                                            <p:cond delay="0"/>
                                          </p:stCondLst>
                                        </p:cTn>
                                        <p:tgtEl>
                                          <p:spTgt spid="277"/>
                                        </p:tgtEl>
                                        <p:attrNameLst>
                                          <p:attrName>style.visibility</p:attrName>
                                        </p:attrNameLst>
                                      </p:cBhvr>
                                      <p:to>
                                        <p:strVal val="visible"/>
                                      </p:to>
                                    </p:set>
                                    <p:animEffect transition="in" filter="wipe(left)">
                                      <p:cBhvr>
                                        <p:cTn id="33" dur="1000"/>
                                        <p:tgtEl>
                                          <p:spTgt spid="277"/>
                                        </p:tgtEl>
                                      </p:cBhvr>
                                    </p:animEffect>
                                  </p:childTnLst>
                                </p:cTn>
                              </p:par>
                            </p:childTnLst>
                          </p:cTn>
                        </p:par>
                        <p:par>
                          <p:cTn id="34" fill="hold">
                            <p:stCondLst>
                              <p:cond delay="8500"/>
                            </p:stCondLst>
                            <p:childTnLst>
                              <p:par>
                                <p:cTn id="35" presetID="22" presetClass="entr" presetSubtype="8" fill="hold" nodeType="afterEffect">
                                  <p:stCondLst>
                                    <p:cond delay="500"/>
                                  </p:stCondLst>
                                  <p:childTnLst>
                                    <p:set>
                                      <p:cBhvr>
                                        <p:cTn id="36" dur="1" fill="hold">
                                          <p:stCondLst>
                                            <p:cond delay="0"/>
                                          </p:stCondLst>
                                        </p:cTn>
                                        <p:tgtEl>
                                          <p:spTgt spid="276"/>
                                        </p:tgtEl>
                                        <p:attrNameLst>
                                          <p:attrName>style.visibility</p:attrName>
                                        </p:attrNameLst>
                                      </p:cBhvr>
                                      <p:to>
                                        <p:strVal val="visible"/>
                                      </p:to>
                                    </p:set>
                                    <p:animEffect transition="in" filter="wipe(left)">
                                      <p:cBhvr>
                                        <p:cTn id="37" dur="1000"/>
                                        <p:tgtEl>
                                          <p:spTgt spid="276"/>
                                        </p:tgtEl>
                                      </p:cBhvr>
                                    </p:animEffect>
                                  </p:childTnLst>
                                </p:cTn>
                              </p:par>
                            </p:childTnLst>
                          </p:cTn>
                        </p:par>
                        <p:par>
                          <p:cTn id="38" fill="hold">
                            <p:stCondLst>
                              <p:cond delay="10000"/>
                            </p:stCondLst>
                            <p:childTnLst>
                              <p:par>
                                <p:cTn id="39" presetID="31" presetClass="entr" presetSubtype="0" fill="hold" grpId="0" nodeType="afterEffect">
                                  <p:stCondLst>
                                    <p:cond delay="0"/>
                                  </p:stCondLst>
                                  <p:childTnLst>
                                    <p:set>
                                      <p:cBhvr>
                                        <p:cTn id="40" dur="1" fill="hold">
                                          <p:stCondLst>
                                            <p:cond delay="0"/>
                                          </p:stCondLst>
                                        </p:cTn>
                                        <p:tgtEl>
                                          <p:spTgt spid="317"/>
                                        </p:tgtEl>
                                        <p:attrNameLst>
                                          <p:attrName>style.visibility</p:attrName>
                                        </p:attrNameLst>
                                      </p:cBhvr>
                                      <p:to>
                                        <p:strVal val="visible"/>
                                      </p:to>
                                    </p:set>
                                    <p:anim calcmode="lin" valueType="num">
                                      <p:cBhvr>
                                        <p:cTn id="41" dur="1000" fill="hold"/>
                                        <p:tgtEl>
                                          <p:spTgt spid="317"/>
                                        </p:tgtEl>
                                        <p:attrNameLst>
                                          <p:attrName>ppt_w</p:attrName>
                                        </p:attrNameLst>
                                      </p:cBhvr>
                                      <p:tavLst>
                                        <p:tav tm="0">
                                          <p:val>
                                            <p:fltVal val="0"/>
                                          </p:val>
                                        </p:tav>
                                        <p:tav tm="100000">
                                          <p:val>
                                            <p:strVal val="#ppt_w"/>
                                          </p:val>
                                        </p:tav>
                                      </p:tavLst>
                                    </p:anim>
                                    <p:anim calcmode="lin" valueType="num">
                                      <p:cBhvr>
                                        <p:cTn id="42" dur="1000" fill="hold"/>
                                        <p:tgtEl>
                                          <p:spTgt spid="317"/>
                                        </p:tgtEl>
                                        <p:attrNameLst>
                                          <p:attrName>ppt_h</p:attrName>
                                        </p:attrNameLst>
                                      </p:cBhvr>
                                      <p:tavLst>
                                        <p:tav tm="0">
                                          <p:val>
                                            <p:fltVal val="0"/>
                                          </p:val>
                                        </p:tav>
                                        <p:tav tm="100000">
                                          <p:val>
                                            <p:strVal val="#ppt_h"/>
                                          </p:val>
                                        </p:tav>
                                      </p:tavLst>
                                    </p:anim>
                                    <p:anim calcmode="lin" valueType="num">
                                      <p:cBhvr>
                                        <p:cTn id="43" dur="1000" fill="hold"/>
                                        <p:tgtEl>
                                          <p:spTgt spid="317"/>
                                        </p:tgtEl>
                                        <p:attrNameLst>
                                          <p:attrName>style.rotation</p:attrName>
                                        </p:attrNameLst>
                                      </p:cBhvr>
                                      <p:tavLst>
                                        <p:tav tm="0">
                                          <p:val>
                                            <p:fltVal val="90"/>
                                          </p:val>
                                        </p:tav>
                                        <p:tav tm="100000">
                                          <p:val>
                                            <p:fltVal val="0"/>
                                          </p:val>
                                        </p:tav>
                                      </p:tavLst>
                                    </p:anim>
                                    <p:animEffect transition="in" filter="fade">
                                      <p:cBhvr>
                                        <p:cTn id="44" dur="1000"/>
                                        <p:tgtEl>
                                          <p:spTgt spid="3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211265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heme/theme1.xml><?xml version="1.0" encoding="utf-8"?>
<a:theme xmlns:a="http://schemas.openxmlformats.org/drawingml/2006/main" name="Marketing Starburst Light">
  <a:themeElements>
    <a:clrScheme name="Cisco Color Palette">
      <a:dk1>
        <a:srgbClr val="0D274D"/>
      </a:dk1>
      <a:lt1>
        <a:srgbClr val="414244"/>
      </a:lt1>
      <a:dk2>
        <a:srgbClr val="FFFFFF"/>
      </a:dk2>
      <a:lt2>
        <a:srgbClr val="0051AF"/>
      </a:lt2>
      <a:accent1>
        <a:srgbClr val="00BCEB"/>
      </a:accent1>
      <a:accent2>
        <a:srgbClr val="74BF4B"/>
      </a:accent2>
      <a:accent3>
        <a:srgbClr val="0051AF"/>
      </a:accent3>
      <a:accent4>
        <a:srgbClr val="E2E2E2"/>
      </a:accent4>
      <a:accent5>
        <a:srgbClr val="FBAB2C"/>
      </a:accent5>
      <a:accent6>
        <a:srgbClr val="E3241B"/>
      </a:accent6>
      <a:hlink>
        <a:srgbClr val="0050AE"/>
      </a:hlink>
      <a:folHlink>
        <a:srgbClr val="00BCEB"/>
      </a:folHlink>
    </a:clrScheme>
    <a:fontScheme name="Test">
      <a:majorFont>
        <a:latin typeface="CiscoSansTT Extra Light"/>
        <a:ea typeface=""/>
        <a:cs typeface=""/>
      </a:majorFont>
      <a:minorFont>
        <a:latin typeface="CiscoSansTT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defRPr dirty="0" smtClean="0">
            <a:latin typeface="+mn-lt"/>
          </a:defRPr>
        </a:defPPr>
      </a:lstStyle>
    </a:txDef>
  </a:objectDefaults>
  <a:extraClrSchemeLst/>
  <a:extLst>
    <a:ext uri="{05A4C25C-085E-4340-85A3-A5531E510DB2}">
      <thm15:themeFamily xmlns:thm15="http://schemas.microsoft.com/office/thememl/2012/main" name="Marketing Starburst Light" id="{43395D67-A67F-4CBE-ACC1-D5B320DBCBB4}" vid="{CAAC7B24-C118-4E58-B5F0-260CCAE4BC5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D415A1E8B238643BAAB9DBE3C5D2201" ma:contentTypeVersion="6" ma:contentTypeDescription="Create a new document." ma:contentTypeScope="" ma:versionID="d9310e2efe18f1bd8499adf69590398d">
  <xsd:schema xmlns:xsd="http://www.w3.org/2001/XMLSchema" xmlns:xs="http://www.w3.org/2001/XMLSchema" xmlns:p="http://schemas.microsoft.com/office/2006/metadata/properties" xmlns:ns2="bad10fe0-4ff5-44c6-821c-7f640d6cd953" xmlns:ns3="5f29cece-68c6-48b1-ac1f-75f4e98fc1a0" targetNamespace="http://schemas.microsoft.com/office/2006/metadata/properties" ma:root="true" ma:fieldsID="ec59034ecb503b0edfc2a810a9339989" ns2:_="" ns3:_="">
    <xsd:import namespace="bad10fe0-4ff5-44c6-821c-7f640d6cd953"/>
    <xsd:import namespace="5f29cece-68c6-48b1-ac1f-75f4e98fc1a0"/>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3:SharedWithUsers" minOccurs="0"/>
                <xsd:element ref="ns3:SharedWithDetail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ad10fe0-4ff5-44c6-821c-7f640d6cd95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f29cece-68c6-48b1-ac1f-75f4e98fc1a0"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70135694-370B-4F89-8DDD-974D812C98DE}">
  <ds:schemaRefs>
    <ds:schemaRef ds:uri="http://schemas.microsoft.com/sharepoint/v3/contenttype/forms"/>
  </ds:schemaRefs>
</ds:datastoreItem>
</file>

<file path=customXml/itemProps2.xml><?xml version="1.0" encoding="utf-8"?>
<ds:datastoreItem xmlns:ds="http://schemas.openxmlformats.org/officeDocument/2006/customXml" ds:itemID="{9B7A8109-CB1E-47A3-9388-4C206403E4C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ad10fe0-4ff5-44c6-821c-7f640d6cd953"/>
    <ds:schemaRef ds:uri="5f29cece-68c6-48b1-ac1f-75f4e98fc1a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873F0B2-E993-474F-9721-C7F46E62BE03}">
  <ds:schemaRefs>
    <ds:schemaRef ds:uri="http://purl.org/dc/terms/"/>
    <ds:schemaRef ds:uri="http://schemas.microsoft.com/office/infopath/2007/PartnerControls"/>
    <ds:schemaRef ds:uri="http://schemas.microsoft.com/office/2006/metadata/properties"/>
    <ds:schemaRef ds:uri="http://www.w3.org/XML/1998/namespace"/>
    <ds:schemaRef ds:uri="http://purl.org/dc/dcmitype/"/>
    <ds:schemaRef ds:uri="5f29cece-68c6-48b1-ac1f-75f4e98fc1a0"/>
    <ds:schemaRef ds:uri="http://schemas.openxmlformats.org/package/2006/metadata/core-properties"/>
    <ds:schemaRef ds:uri="http://purl.org/dc/elements/1.1/"/>
    <ds:schemaRef ds:uri="http://schemas.microsoft.com/office/2006/documentManagement/types"/>
    <ds:schemaRef ds:uri="bad10fe0-4ff5-44c6-821c-7f640d6cd953"/>
  </ds:schemaRefs>
</ds:datastoreItem>
</file>

<file path=docMetadata/LabelInfo.xml><?xml version="1.0" encoding="utf-8"?>
<clbl:labelList xmlns:clbl="http://schemas.microsoft.com/office/2020/mipLabelMetadata">
  <clbl:label id="{c8f49a32-fde3-48a5-9266-b5b0972a22dc}" enabled="1" method="Standard" siteId="{5ae1af62-9505-4097-a69a-c1553ef7840e}" removed="0"/>
</clbl:labelList>
</file>

<file path=docProps/app.xml><?xml version="1.0" encoding="utf-8"?>
<Properties xmlns="http://schemas.openxmlformats.org/officeDocument/2006/extended-properties" xmlns:vt="http://schemas.openxmlformats.org/officeDocument/2006/docPropsVTypes">
  <Template>Marketing Starburst Light</Template>
  <TotalTime>446</TotalTime>
  <Words>1135</Words>
  <Application>Microsoft Office PowerPoint</Application>
  <PresentationFormat>Widescreen</PresentationFormat>
  <Paragraphs>305</Paragraphs>
  <Slides>10</Slides>
  <Notes>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10</vt:i4>
      </vt:variant>
    </vt:vector>
  </HeadingPairs>
  <TitlesOfParts>
    <vt:vector size="18" baseType="lpstr">
      <vt:lpstr>Aptos</vt:lpstr>
      <vt:lpstr>Arial</vt:lpstr>
      <vt:lpstr>Calibri</vt:lpstr>
      <vt:lpstr>CiscoSansTT</vt:lpstr>
      <vt:lpstr>CiscoSansTT ExtraLight</vt:lpstr>
      <vt:lpstr>CiscoSansTT Light</vt:lpstr>
      <vt:lpstr>CiscoSansTT Medium</vt:lpstr>
      <vt:lpstr>Marketing Starburst Light</vt:lpstr>
      <vt:lpstr>  Lead Scoring Examples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Lead Scoring Examples</dc:title>
  <dc:creator>Amanda Chenery (achenery)</dc:creator>
  <cp:lastModifiedBy>Amanda Chenery (achenery)</cp:lastModifiedBy>
  <cp:revision>4</cp:revision>
  <dcterms:created xsi:type="dcterms:W3CDTF">2024-05-23T09:39:45Z</dcterms:created>
  <dcterms:modified xsi:type="dcterms:W3CDTF">2026-08-11T08:43:25Z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0x0101003D415A1E8B238643BAAB9DBE3C5D2201</vt:lpwstr>
  </property>
  <property fmtid="{D5CDD505-2E9C-101B-9397-08002B2CF9AE}" pid="3" name="MSIP_Label_c8f49a32-fde3-48a5-9266-b5b0972a22dc_Enabled">
    <vt:lpwstr>true</vt:lpwstr>
  </property>
  <property fmtid="{D5CDD505-2E9C-101B-9397-08002B2CF9AE}" pid="4" name="MSIP_Label_c8f49a32-fde3-48a5-9266-b5b0972a22dc_SetDate">
    <vt:lpwstr>2024-07-17T15:10:30Z</vt:lpwstr>
  </property>
  <property fmtid="{D5CDD505-2E9C-101B-9397-08002B2CF9AE}" pid="5" name="MSIP_Label_c8f49a32-fde3-48a5-9266-b5b0972a22dc_Method">
    <vt:lpwstr>Standard</vt:lpwstr>
  </property>
  <property fmtid="{D5CDD505-2E9C-101B-9397-08002B2CF9AE}" pid="6" name="MSIP_Label_c8f49a32-fde3-48a5-9266-b5b0972a22dc_Name">
    <vt:lpwstr>Cisco Confidential</vt:lpwstr>
  </property>
  <property fmtid="{D5CDD505-2E9C-101B-9397-08002B2CF9AE}" pid="7" name="MSIP_Label_c8f49a32-fde3-48a5-9266-b5b0972a22dc_SiteId">
    <vt:lpwstr>5ae1af62-9505-4097-a69a-c1553ef7840e</vt:lpwstr>
  </property>
  <property fmtid="{D5CDD505-2E9C-101B-9397-08002B2CF9AE}" pid="8" name="MSIP_Label_c8f49a32-fde3-48a5-9266-b5b0972a22dc_ActionId">
    <vt:lpwstr>89723ac0-2816-4acd-923a-77ffc825f05f</vt:lpwstr>
  </property>
  <property fmtid="{D5CDD505-2E9C-101B-9397-08002B2CF9AE}" pid="9" name="MSIP_Label_c8f49a32-fde3-48a5-9266-b5b0972a22dc_ContentBits">
    <vt:lpwstr>2</vt:lpwstr>
  </property>
  <property fmtid="{D5CDD505-2E9C-101B-9397-08002B2CF9AE}" pid="10" name="ClassificationContentMarkingFooterLocations">
    <vt:lpwstr>Marketing Starburst Light:3</vt:lpwstr>
  </property>
  <property fmtid="{D5CDD505-2E9C-101B-9397-08002B2CF9AE}" pid="11" name="ClassificationContentMarkingFooterText">
    <vt:lpwstr>Cisco Confidential</vt:lpwstr>
  </property>
</Properties>
</file>